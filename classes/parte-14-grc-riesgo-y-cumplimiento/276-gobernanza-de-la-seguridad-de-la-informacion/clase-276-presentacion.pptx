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276 — Gobernanza de la seguridad de la información</a:t>
            </a:r>
          </a:p>
          <a:p>
            <a:r>
              <a:rPr sz="1600">
                <a:solidFill>
                  <a:srgbClr val="2E8B57"/>
                </a:solidFill>
              </a:rPr>
              <a:t>parte 14 grc riesgo y cumplimiento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Comprender qué es la gobernanza de seguridad de la información y en qué se diferencia de la gestión operativa. Al terminar sabrás definir una estructura de gobierno con roles claros, alinear la…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Distinguir gobernanza de gestión y de operación en seguridad.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Identificar los roles clave (junta directiva, CISO, propietarios de datos, custodios) y sus responsabilidades.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Definir apetito, tolerancia y capacidad de riesgo de una organización.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Alinear un objetivo de seguridad con un objetivo de negocio concreto.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Redactar el borrador de una carta de gobierno (charter) de un comité de seguridad.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Evaluar si privilegios, excepciones y registros de aprobación permiten que una persona o grupo concentre solicitud, autorización, ejecución y supervisión.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Gobernanza vs. gestión vs. operación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Modelos: top-down y su necesidad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Roles y responsabilidades (RACI)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Apetito y tolerancia al riesgo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Alineación con el negocio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Due care y due diligence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Comités y estructuras de reporte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Gobernar seguridad significa decidir objetivos, autoridad, apetito de riesgo y rendición de cuentas; gestionar significa ejecutar esas decisiones. Un comité que recibe métricas pero no puede…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excepción de MFA permanece abierta porque nadie acepta el riesgo. El CISO documenta exposición y opciones; el dueño de negocio decide dentro de su autoridad y el comité escala si supera apetito.…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Los casos reales son útiles solo si se conserva el estado de cada fuente. En testimonio oficial ante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Congreso de Estados Unidos, el nuevo CEO de FTX describió una investigación todavía en curso,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 concentración de control en un grupo pequeño, acceso de alta dirección a sistemas con activos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 clientes sin controles que impidieran redirecciones, mezcla de activos, documentación incompleta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y ausencia de gobierno independiente. El informe interino presentado en la quiebra añadió hallazgos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 operativo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Apetito de riesgo — Cantidad y tipo de riesgo que la organización está dispuesta a perseguir o retener.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Dueño de riesgo — Persona con autoridad para tratar o aceptar un riesgo dentro de límites.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Assurance — Confianza sustentada en evidencia sobre diseño y operación.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Segregación de funciones — Separación de capacidades incompatibles para que una acción sensible requiera control independiente.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Excepción — Desviación autorizada, acotada, temporal y revisable; no un permiso informal permanente.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✅ Criterio de dominio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alumno distingue gobierno de gestión y diseña una ruta completa desde riesgo hasta decisión, responsable, evidencia y revisión.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Gobernanza de seguridad: conjunto de responsabilidades y prácticas ejercidas por la dirección para dar dirección estratégica, asegurar el logro de objetivos y verificar que el riesgo se gestiona.…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Apetito de riesgo (risk appetite): cantidad de riesgo que una organización está dispuesta a aceptar para perseguir sus objetivos. Clave: se define arriba, guía todas las decisiones de tratamiento.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Tolerancia al riesgo: la variación aceptable respecto al apetito para un riesgo concreto. Clave: más granular que el apetito.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Due care: actuar de forma razonable y prudente para proteger los intereses de la organización. Clave: "hacer lo correcto".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Due diligence: investigar y comprender continuamente los riesgos. Clave: "el proceso de asegurarse de que se hace lo correcto".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Propietario de datos (data owner): responsable de clasificar la información y decidir quién accede. Clave: rol de negocio, indelegable.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Custodio de datos (data custodian): implementa y mantiene los controles definidos por el propietario. Clave: rol técnico/operativo.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gobernanza es una disciplina documental; las "herramientas" son plantillas y marcos. Prepara: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editor de texto o Markdown para redactar el charter y la matriz RACI.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hoja de cálculo (LibreOffice Calc, Excel o Google Sheets) para la matriz de roles.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Referencias abiertas: ISO/IEC 27014 (gobernanza de seguridad), NIST SP 800-100 (Information Security Handbook), COBIT 2019 de ISACA.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Opcional: una plantilla de política del SANS Policy Templates (&lt;https://www.sans.org/information-security-policy/&gt;) para inspirarte, sin copiar.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hay laboratorio ofensivo aquí; el trabajo es de análisis y redacción, propio de un rol de gobierno.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 (ejercicio aplicado)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Vas a construir la estructura de gobierno de seguridad de una empresa ficticia, "Ferretería del Sur S.A.", PYME de e-commerce con 120 empleados que procesa pagos con tarjeta.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Contexto: anota en un documento el sector, tamaño, activos críticos (plataforma web, base de datos de clientes, pasarela de pago) y las 3 amenazas que más preocupan a la dirección.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Matriz RACI de roles: en una hoja de cálculo crea filas para 6 actividades (definir política, aprobar presupuesto, clasificar datos, operar el SIEM, aprobar excepciones de riesgo, responder…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Apetito de riesgo: redacta una declaración de apetito en una frase (p. ej., "aceptamos riesgo bajo en disponibilidad y riesgo muy bajo en confidencialidad de datos de pago").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Objetivos alineados: escribe una tabla de 3 filas que conecte un objetivo de negocio (crecer 30% en ventas online) con un objetivo de seguridad (disponibilidad 99,9%) y un control concreto (WAF +…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Charter del comité: redacta media página con: propósito, miembros, frecuencia de reunión, decisiones que puede tomar y a quién reporta.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Revisión: verifica que ningún rol técnico aparezca como aprobador de decisiones estratégicas (eso es un error de gobierno).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con un ejemplo la diferencia entre due care y due diligence.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Clasifica estas tareas en gobernanza, gestión u operación: aprobar el presupuesto anual, configurar un firewall, definir el apetito de riesgo, revisar logs.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una matriz RACI para el proceso "gestión de parches".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directivo dice: "la seguridad es cosa del departamento de IT". Redacta una réplica de 5 líneas fundamentada en gobernanza top-down.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Define el apetito de riesgo para un hospital y para una startup de videojuegos; justifica por qué difieren.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Propón tres indicadores que un comité de seguridad debería revisar en cada reunión.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Para FTX y Celsius, separa en columnas fuente, estado procesal, hecho o alegación,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el charter completo de un comité de seguridad de la información (máx. 1 página) para "Ferretería del Sur S.A.", con matriz RACI adjunta.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el charter incluye propósito, composición, cadencia, autoridad de decisión y línea de reporte a la junta; la matriz RACI tiene exactamente un aprobador por actividad y ningún…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ampliación de operaciones sensibles debe incluir prueba negativa, caducidad de la excepción,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evidencia de conciliación y una sección explícita sobre lo que la anomalía no permite concluir.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"El programa de seguridad no tiene presupuesto" — Falta patrocinio de la dirección; construye caso de negocio y gobierno top-down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Nadie decide sobre excepciones de riesgo — No hay comité ni autoridad definida; crea el charter y asigna el aprobador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Controles técnicos sin dueño de negocio — Se confunde custodio con propietario; asigna propietarios de datos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Apetito de riesgo indefinido — Cada equipo decide por su cuenta; formaliza la declaración de apetito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Directivos no rinden cuentas tras un incidente — Falta due care documentado; registra decisiones y aprobaciones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excepción se vuelve privilegio permanente — No tiene caducidad, alerta o revisión; aplica alcance mínimo y cierre verificable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evento se trata como prueba de intención — El registro muestra una acción atribuida a una cuenta, no necesariamente a una persona ni su propósito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¿La gobernanza no es solo burocracia?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No: es lo que da autoridad, presupuesto y dirección a la seguridad. Sin ella, los controles técnicos carecen de respaldo y se abandonan.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¿Quién debe ser el CISO, técnico o gestor?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Ambos perfiles existen, pero el CISO opera en la capa de gobierno y gestión: traduce riesgo técnico a lenguaje de negocio ante la dirección.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¿Apetito y tolerancia son lo mismo?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No. El apetito es el nivel general que aceptas; la tolerancia es la desviación admisible para un riesgo específico.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¿Dónde encaja ISO 27001 en la gobernanza?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(ISC)² CISSP Official Study Guide, dominio 1 (Security and Risk Management).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ISO/IEC 27014:2020 — Governance of information security. &lt;https://www.iso.org/standard/74046.html&gt;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SP 800-100 — Information Security Handbook: A Guide for Managers. &lt;https://csrc.nist.gov/pubs/sp/800/100&gt;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COBIT 2019 (ISACA). &lt;https://www.isaca.org/resources/cobit&gt;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SANS Security Policy Templates. &lt;https://www.sans.org/information-security-policy/&gt;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U.S. House Committee on Financial Services — testimonio de John J. Ray III sobre FTX; respalda concentración de control, ausencia de gobierno y controles sobre activos (2022).…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FTX Debtors — First Interim Report... on Control Failures at the FTX Exchanges, documento presentado en la causa de quiebra 22-11068-JTD (2023); respalda hallazgos técnicos y de control con las…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1</a:t>
            </a:r>
          </a:p>
        </p:txBody>
      </p:sp>
      <p:pic>
        <p:nvPicPr>
          <p:cNvPr id="3" name="Picture 2" descr="89690c53ad44daf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351276"/>
            <a:ext cx="8229600" cy="79552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2</a:t>
            </a:r>
          </a:p>
        </p:txBody>
      </p:sp>
      <p:pic>
        <p:nvPicPr>
          <p:cNvPr id="3" name="Picture 2" descr="9d82f8e2e20eab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516302"/>
            <a:ext cx="8229600" cy="4654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