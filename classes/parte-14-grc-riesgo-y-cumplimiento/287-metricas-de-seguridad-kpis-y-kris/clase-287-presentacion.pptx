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287 — Métricas de seguridad: KPIs y KRIs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medir la seguridad con indicadores que impulsen decisiones: KPIs (rendimiento), KRIs (riesgo) y KCIs (control). Al terminar sabrás diseñar métricas SMART, distinguir un indicador…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KPI, KRI y KCI y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métricas SMART, con fuente de dato, umbral y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métricas accionables de métricas de vanidad.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cuadro de mando de seguridad para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métricas operativas clave (MTTD, MTTR, cobertura de parches).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medir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KPI vs. KRI vs. KCI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Métricas SMART y umbrales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Métricas operativas (MTTD, MTTR)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Vanity metrics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Cuadros de mando por audiencia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Cadencia y tendencia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métrica útil conecta una pregunta con definición, fuente, frecuencia, dueño, umbral y decisión. KPI observa desempeño; KRI señala exposición; una medida puede cambiar de función según contexto.…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tiempo medio de parche baja mientras críticos antiguos permanecen. Percentiles y edad por riesgo revelan la cola.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 — Indicador de desempeño frente a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KRI — Indicador de exposición o cambio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Goodhart — Riesgo de degradar una medida al convertirla en objetivo rígido.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define una métrica reproducible y demuestra qué decisión cambia y cómo evita incentivos adversos.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 (Key Performance Indicator): mide el rendimiento hacia un objetivo. Clave: mira lo que ya pasó/está pasando (retrospectivo).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KRI (Key Risk Indicator): señala aumento de exposición al riesgo antes de que se materialice. Clave: predictivo, alerta temprana.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KCI (Key Control Indicator): mide la eficacia de un control. Clave: ¿el control funciona como se espera?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tiempo medio en detectar un incidente. Clave: menor es mejor; mide visibilidad.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(Mean Time To Respond/Recover): tiempo medio en responder o recuperar. Clave: mide la eficacia de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Vanity metric: número que impresiona pero no guía decisiones (p. ej. "bloqueamos 2M de ataques"). Clave: evítala en informes de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Umbral (threshold): valor que dispara una acción. Clave: convierte una métrica en un semáforo accionable.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herramienta de BI (Grafana, Metabase, Power BI) para el dashboard.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datos: exportaciones de SIEM, gestor de vulnerabilidades, IAM, ticketing (reutiliza herramientas de partes previas).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Referencia: CIS Controls Measures &amp; Metrics, NIST SP 800-55 (Performance Measurement) y el enfoque de Hubbard sobre medición.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ficha de métrica: nombre, tipo (KPI/KRI/KCI), fórmula, fuente, umbral, responsable, cadencia.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el cuadro de mando de seguridad de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preguntas: escribe las 5 preguntas que la dirección se hace ("¿estamos más seguros que hace 3 meses?", "¿respondemos rápido?", "¿cumplimos parches?"). Las métricas responderán a estas…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8 métricas con su ficha completa. Ejemplos: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KPI: % de sistemas con parches críticos aplicados en &lt; 30 días (umbral ≥ 95%).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KRI: nº de vulnerabilidades críticas abiertas &gt; 30 días (umbral ≤ 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KCI: % de accesos con MFA activo (umbral 100%).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Operativa: MTTD y MTTR de incidentes del último trimestre.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KPI, KRI o KCI: % de cuentas con MFA; nº de accesos de administrador anómalos; días desde el último parche crítico 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Reformula la vanity metric "bloqueamos 2 millones de ataques" en una métrica accionable.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MTTR dado un conjunto de 5 incidentes con sus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umbrales verde/ámbar/rojo para "cobertura de EDR en endpoints".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métrica SMART para medir la eficacia del programa de concienciación.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tendencia importa más que el valor absoluto.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cuadro de mando de seguridad con al menos 8 métricas (mezcla de KPI, KRI y KCI), cada una con ficha completa (fórmula, fuente, umbral, responsable, cadencia), dos métricas calculadas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métrica responde a una pregunta de negocio, ninguna es una vanity metric, todas tienen umbral y responsable, y el dashboard de dirección cabe en una página con tendencias.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lo fácil, no lo importante — Sesgo del dato disponible; parte de las preguntas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Vanity metrics en el informe de dirección — Impresionan pero no deciden; sustituye por accionables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Métricas sin umbral — No accionan; añade semáforos verde/ámbar/rojo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valor absoluto sin tendencia — Se pierde el contexto; muestra evolución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dashboard único para todos — Dirección y técnicos necesitan detalles distintos; segmenta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esencial entre KPI y KRI?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KPI mira el rendimiento pasado/actual (retrospectivo); el KRI anticipa un aumento de riesgo (predictivo). Un buen cuadro de mando combina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métricas debe ver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Pocas y potentes: 5–7 con tendencia y semáforo. El detalle operativo va en un dashboard técnico aparte.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¿MTTD y MTTR de dónde salen?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los tickets/registros de incidentes: marca de tiempo de origen, detección y resolución. La calidad del dato depende de un buen registro de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las vanity metrics?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 &amp; Seiersen — How to Measure Anything in Cybersecurity Risk. &lt;https://www.howtomeasureanything.com/cybersecurity/&gt;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800-55 Rev.2 — Measurement Guide for Information Security. &lt;https://csrc.nist.gov/pubs/sp/800/55/r2/final&gt;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 — Measures and Metrics. &lt;https://www.cisecurity.org/controls&gt;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Grafana / Metabase (dashboards). &lt;https://grafana.com/&gt;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c9946e1ffb1c6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65576"/>
            <a:ext cx="822960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