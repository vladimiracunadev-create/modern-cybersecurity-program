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0"/>
            <a:ext cx="8046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B3D2E"/>
                </a:solidFill>
              </a:rPr>
              <a:t>Clase 288 — Seguros cibernéticos</a:t>
            </a:r>
          </a:p>
          <a:p>
            <a:r>
              <a:rPr sz="1600">
                <a:solidFill>
                  <a:srgbClr val="2E8B57"/>
                </a:solidFill>
              </a:rPr>
              <a:t>parte 14 grc riesgo y cumplimiento</a:t>
            </a:r>
          </a:p>
          <a:p>
            <a:r>
              <a:rPr sz="1200">
                <a:solidFill>
                  <a:srgbClr val="22282E"/>
                </a:solidFill>
              </a:rPr>
              <a:t>Programa de Ciberseguridad Moderna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🎯 Objetivo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Entender el ciberseguro como mecanismo de transferencia de riesgo y su papel dentro de la estrategia GRC. Al terminar sabrás qué cubre y qué excluye una póliza, cómo se calcula la prima, qué…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📚 Resultados de aprendizaje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Al finalizar, el alumno podrá: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Ubicar el seguro en las opciones de tratamiento de riesgo (transferir).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Interpretar coberturas, exclusiones, límites y franquicias de una póliza.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Identificar los requisitos de seguridad que exigen las aseguradoras.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Cuantificar la cobertura adecuada a partir del análisis de riesgo (ALE).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Preparar la evidencia para un cuestionario de suscripción (underwriting).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🗺️ Temas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1 — Transferencia de riesgo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2 — Coberturas de primera y tercera parte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3 — Exclusiones típicas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4 — Límites, sublímites y franquicia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5 — Requisitos de suscripción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6 — Cálculo de la cobertura adecuada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7 — El seguro no sustituye controles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🧠 Explicación en profundidad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El seguro transfiere consecuencias financieras definidas; no transfiere responsabilidad operativa ni todo riesgo. Cobertura depende de definiciones, límites, retención, exclusiones, sublímites…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Una organización contrata ransomware, pero no prueba restauración y omite el plazo de notificación. Seguro y resiliencia resuelven problemas distintos.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📔 Glosario operativo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Término — Definición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Retención/deducible — Parte inicial de pérdida asumida por asegurado.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Sublímite — Límite específico dentro de la cobertura.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Exclusión — Circunstancia que la póliza no cubre.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✅ Criterio de dominio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Existe dominio cuando el alumno compara escenarios con texto contractual, identifica riesgo retenido y conecta notificación con IR.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📖 Definiciones y características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Transferencia de riesgo: trasladar el impacto financiero a un tercero (aseguradora). Clave: transfiere el coste, no la responsabilidad.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Cobertura de primera parte: gastos propios (recuperación, forense, notificación, extorsión, lucro cesante). Clave: te paga a ti.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Cobertura de tercera parte: reclamaciones de terceros (clientes, reguladores) por la brecha. Clave: te defiende frente a otros.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Exclusión: supuesto no cubierto (actos de guerra, negligencia grave, controles falsos declarados). Clave: leer siempre la letra pequeña.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Límite y sublímite: máximo total y máximo por tipo de cobertura. Clave: un sublímite bajo de ransomware puede dejarte corto.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Franquicia (deducible): importe que asumes antes de que pague el seguro. Clave: a mayor franquicia, menor prima.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Underwriting: proceso de evaluación de tu riesgo para fijar prima y condiciones. Clave: exige evidencia de controles.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🧰 Herramientas y preparación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El resultado de tu análisis de riesgo cuantitativo (ALE) de la clase 277.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Un cuestionario de suscripción de ciberseguro de referencia (los publican corredores y aseguradoras).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Referencia conceptual: informes de mercado de ciberseguro (Marsh, Munich Re) y las guías de ENISA/CISA sobre transferencia de riesgo.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Hoja de cálculo para comparar coberturas y calcular la suma asegurada.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🧪 Laboratorio guiado (ejercicio aplicado)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Vas a evaluar la contratación de un ciberseguro para "Ferretería del Sur S.A.".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Punto de partida: recupera el ALE de tus escenarios de la clase 277 (ransomware 15.000 €, brecha de datos, caída). Estima además el peor caso plausible (P90) de una brecha grave con multa GDPR y…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Decisión de tratamiento: justifica qué parte del riesgo mitigas con controles, cuál aceptas y cuál transfieres al seguro.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Coberturas necesarias: lista las coberturas que pedirías (forense, restauración, notificación a afectados, defensa legal, sanciones asegurables, extorsión/ransomware, lucro cesante).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Cuestionario de suscripción: responde (para la empresa ficticia) las preguntas típicas: ¿MFA en accesos remotos y privilegiados? ¿EDR desplegado? ¿backups offline probados? ¿plan de respuesta a…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Brechas que suben la prima: identifica 3 carencias del cuestionario y qué control implementarías para bajar la prima o poder asegurarte.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Análisis de exclusiones: revisa una lista de exclusiones típicas (guerra, controles declarados inexistentes, incumplimiento de parches conocidos) y explica el riesgo de declarar controles que no…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✍️ Ejercicios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Clasifica en primera o tercera parte: honorarios de abogados por demanda de clientes; coste del forense; multa de la autoridad de protección de datos.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Explica por qué el seguro transfiere el coste pero no la responsabilidad legal.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Un asegurado declaró tener MFA pero no lo tenía; sufre ransomware. ¿Qué puede pasar con el siniestro?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Dado un ALE y un P90, argumenta qué límite de cobertura pedirías.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Enumera 4 requisitos de suscripción habituales y por qué las aseguradoras los exigen.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Explica el "riesgo moral" de confiar solo en el seguro y descuidar los controles.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📝 Reto verificable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Entrega un dossier de evaluación de ciberseguro con: decisión de tratamiento (mitigar/aceptar/transferir) justificada por el ALE, lista de coberturas requeridas, cuestionario de suscripción…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Criterio de aceptación: la suma asegurada se justifica con el análisis de riesgo (ALE/P90), se identifican al menos 3 controles que mejorarían la asegurabilidad, y el dossier deja claro que el seguro…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⚠️ Errores comunes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"Con el seguro no necesito invertir en controles" — Riesgo moral; las aseguradoras exigen controles y deniegan sin ellos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Declarar controles que no se tienen — Anula la cobertura; declara solo lo que operas y puedes evidenciar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Ignorar los sublímites — Un sublímite bajo de ransomware deja la mayor pérdida descubierta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No leer las exclusiones — Sorpresa en el siniestro; revisa guerra, negligencia, parches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Suma asegurada al azar — Deriva del ALE y del peor caso plausible (P90)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❓ Preguntas frecuentes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¿El ciberseguro sustituye a tener buena seguridad?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No. Es la cuarta opción de tratamiento (transferir), para el riesgo residual que no puedes mitigar económicamente. Sin controles, ni te aseguran ni te pagan.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¿Cubre las multas de GDPR?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Depende de la póliza y la jurisdicción; algunas sanciones no son asegurables por ley. Revisa la cobertura de "sanciones regulatorias asegurables".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¿Por qué me piden MFA y EDR para asegurarme?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Porque reducen drásticamente la frecuencia y el impacto de los siniestros. Se han vuelto requisitos mínimos de suscripción.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¿Qué pasa si mentí en el cuestionario?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🔗 Referencias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Hubbard &amp; Seiersen — How to Measure Anything in Cybersecurity Risk (transferencia y cuantificación).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ENISA — Cyber Insurance: Recent Advances and Good Practices. &lt;https://www.enisa.europa.eu/&gt;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CISA — Cyber Insurance guidance. &lt;https://www.cisa.gov/&gt;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Marsh — Cyber Insurance market reports. &lt;https://www.marsh.com/&gt;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(ISC)² CISSP Official Study Guide, dominio 1 (Tratamiento del riesgo).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0B3D2E"/>
                </a:solidFill>
              </a:rPr>
              <a:t>Diagrama de la clase</a:t>
            </a:r>
          </a:p>
        </p:txBody>
      </p:sp>
      <p:pic>
        <p:nvPicPr>
          <p:cNvPr id="3" name="Picture 2" descr="7b0b90d332a2913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511296"/>
            <a:ext cx="8229600" cy="47548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