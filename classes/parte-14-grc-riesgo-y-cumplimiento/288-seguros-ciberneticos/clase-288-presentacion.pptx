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288 — Seguros cibernéticos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el ciberseguro como mecanismo de transferencia de riesgo y su papel dentro de la estrategia GRC. Al terminar sabrás qué cubre y qué excluye una póliza, cómo se calcula la prima, qué…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Ubicar el seguro en las opciones de tratamiento de riesgo (transferir).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coberturas, exclusiones, límites y franquicias de una póliza.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requisitos de seguridad que exigen las aseguradoras.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Cuantificar la cobertura adecuada a partir del análisis de riesgo (ALE).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la evidencia para un cuestionario de suscripción (underwriting).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Transferencia de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Coberturas de primera y tercera parte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Exclusiones típicas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Límites, sublímites y franquicia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Requisitos de suscripción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Cálculo de la cobertura adecuada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El seguro no sustituye controles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seguro transfiere consecuencias financieras definidas; no transfiere responsabilidad operativa ni todo riesgo. Cobertura depende de definiciones, límites, retención, exclusiones, sublímites…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organización contrata ransomware, pero no prueba restauración y omite el plazo de notificación. Seguro y resiliencia resuelven problemas distintos.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Retención/deducible — Parte inicial de pérdida asumida por asegurado.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Sublímite — Límite específico dentro de la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Exclusión — Circunstancia que la póliza no cubre.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compara escenarios con texto contractual, identifica riesgo retenido y conecta notificación con 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Transferencia de riesgo: trasladar el impacto financiero a un tercero (aseguradora). Clave: transfiere el coste, no la responsabilidad.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de primera parte: gastos propios (recuperación, forense, notificación, extorsión, lucro cesante). Clave: te paga a 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de tercera parte: reclamaciones de terceros (clientes, reguladores) por la brecha. Clave: te defiende frente a otros.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Exclusión: supuesto no cubierto (actos de guerra, negligencia grave, controles falsos declarados). Clave: leer siempre la letra pequeña.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Límite y sublímite: máximo total y máximo por tipo de cobertura. Clave: un sublímite bajo de ransomware puede dejarte corto.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Franquicia (deducible): importe que asumes antes de que pague el seguro. Clave: a mayor franquicia, menor prima.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Underwriting: proceso de evaluación de tu riesgo para fijar prima y condiciones. Clave: exige evidencia de controles.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resultado de tu análisis de riesgo cuantitativo (ALE) de la clase 277.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cuestionario de suscripción de ciberseguro de referencia (los publican corredores y aseguradoras).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conceptual: informes de mercado de ciberseguro (Marsh, Munich Re) y las guías de ENISA/CISA sobre transferencia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comparar coberturas y calcular la suma asegurada.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evaluar la contratación de un ciberseguro para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partida: recupera el ALE de tus escenarios de la clase 277 (ransomware 15.000 €, brecha de datos, caída). Estima además el peor caso plausible (P90) de una brecha grave con multa GDPR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Decisión de tratamiento: justifica qué parte del riesgo mitigas con controles, cuál aceptas y cuál transfieres al 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Coberturas necesarias: lista las coberturas que pedirías (forense, restauración, notificación a afectados, defensa legal, sanciones asegurables, extorsión/ransomware, lucro cesante).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Cuestionario de suscripción: responde (para la empresa ficticia) las preguntas típicas: ¿MFA en accesos remotos y privilegiados? ¿EDR desplegado? ¿backups offline probados? ¿plan de respuesta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Brechas que suben la prima: identifica 3 carencias del cuestionario y qué control implementarías para bajar la prima o poder asegurarte.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exclusiones: revisa una lista de exclusiones típicas (guerra, controles declarados inexistentes, incumplimiento de parches conocidos) y explica el riesgo de declarar controles que no…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en primera o tercera parte: honorarios de abogados por demanda de clientes; coste del forense; multa de la autoridad de protección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seguro transfiere el coste pero no la responsabilidad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asegurado declaró tener MFA pero no lo tenía; sufre ransomware. ¿Qué puede pasar con el siniestro?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ALE y un P90, argumenta qué límite de cobertura pedirías.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4 requisitos de suscripción habituales y por qué las aseguradoras los exigen.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"riesgo moral" de confiar solo en el seguro y descuidar los controles.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dossier de evaluación de ciberseguro con: decisión de tratamiento (mitigar/aceptar/transferir) justificada por el ALE, lista de coberturas requeridas, cuestionario de suscripción…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suma asegurada se justifica con el análisis de riesgo (ALE/P90), se identifican al menos 3 controles que mejorarían la asegurabilidad, y el dossier deja claro que el seguro…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"Con el seguro no necesito invertir en controles" — Riesgo moral; las aseguradoras exigen controles y deniegan sin ellos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Declarar controles que no se tienen — Anula la cobertura; declara solo lo que operas y puedes evidenciar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los sublímites — Un sublímite bajo de ransomware deja la mayor pérdida descubierta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leer las exclusiones — Sorpresa en el siniestro; revisa guerra, negligencia, parches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Suma asegurada al azar — Deriva del ALE y del peor caso plausible (P90)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ciberseguro sustituye a tener buena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la cuarta opción de tratamiento (transferir), para el riesgo residual que no puedes mitigar económicamente. Sin controles, ni te aseguran ni te pagan.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¿Cubre las multas de GDPR?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 la póliza y la jurisdicción; algunas sanciones no son asegurables por ley. Revisa la cobertura de "sanciones regulatorias asegurables".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me piden MFA y EDR para asegurarme?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reducen drásticamente la frecuencia y el impacto de los siniestros. Se han vuelto requisitos mínimos de suscripción.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pasa si mentí en el cuestionario?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Hubbard &amp; Seiersen — How to Measure Anything in Cybersecurity Risk (transferencia y cuantificación).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 — Cyber Insurance: Recent Advances and Good Practices. &lt;https://www.enisa.europa.eu/&gt;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Cyber Insurance guidance. &lt;https://www.cisa.gov/&gt;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Marsh — Cyber Insurance market reports. &lt;https://www.marsh.com/&gt;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 (Tratamiento del riesgo).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b0b90d332a29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11296"/>
            <a:ext cx="8229600" cy="475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