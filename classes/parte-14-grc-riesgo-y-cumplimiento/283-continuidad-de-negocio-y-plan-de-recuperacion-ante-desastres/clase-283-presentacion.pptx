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283 — Continuidad de negocio y plan de recuperación ante desastres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diseñar un Plan de Continuidad de Negocio (BCP) y un Plan de Recuperación ante Desastres (DRP) que permitan a una organización sobrevivir a incidentes graves: ransomware, incendio, caída…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BCP de DRP y su ámbito.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BIA identificando procesos críticos y su impacto en el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RTO, RPO y MTD para un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estrategias de recuperación (sitios frío/tibio/caliente, backups, HA).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prueba del plan (tabletop, simulacro, failover).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BCP vs. DRP vs. respuesta a incidentes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BIA (Business Impact Analysis)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Métricas: RTO, RPO, MTD, WRT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Estrategias de recuperación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Sitios alternativos (frío/tibio/caliente)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Estrategia de backups (3-2-1)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Pruebas y mantenimiento del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Continuidad protege productos y procesos; recuperación restaura tecnología. El BIA identifica impactos y dependencias, mientras RTO y RPO expresan objetivos aprobados, no capacidades reales. Solo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backup cumple RPO, pero restaurarlo tarda tres días por claves y red ausentes. El ejercicio revela que copia y recuperación son propiedades distintas.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 — Análisis de impacto y dependencias del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 — Tiempo objetivo para restaurar una capacidad.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RPO — Punto temporal máximo de pérdida de datos aceptada.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enlaza BIA, objetivos, diseño y evidencia de ejercicio, y comunica brechas sin confundir objetivo con resultado.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BCP: plan para mantener las funciones críticas del negocio durante y después de una interrupción. Clave: enfoque en procesos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DRP: plan para restaurar la infraestructura tecnológica tras un desastre. Clave: subconjunto técnico del BCP.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BIA: análisis que identifica procesos críticos y el impacto de su interrupción en el tiempo. Clave: alimenta RTO/RPO.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 (Recovery Time Objective): tiempo máximo tolerable para restaurar un proceso. Clave: "¿en cuánto tiempo debo volver?".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RPO (Recovery Point Objective): máxima pérdida de datos tolerable en el tiempo. Clave: define la frecuencia de backup.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MTD (Maximum Tolerable Downtime): interrupción total tras la cual el negocio no se recupera. Clave: RTO &lt; MTD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Sitio caliente/tibio/frío: instalación de respaldo con distinto grado de preparación. Clave: más caliente = más rápido y más caro.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BIA y las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ISO 22301 (continuidad de negocio) y NIST SP 800-34 (Contingency Planning Guide).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laboratorio técnico opcional: una VM y un servicio simple (contenedor Docker) para practicar backup/restore.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backup reales: restic, borgbackup o rsync para demostrar la regla 3-2-1.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BIA y métricas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procesos: lista 5 procesos (venta online, procesamiento de pagos, atención al cliente, facturación, marketing).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 en el tiempo: para cada proceso, estima el impacto (€/hora de caída) a 1 h, 8 h, 24 h y 72 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Criticidad: clasifica cada proceso en crítico/importante/no crítico según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RTO/RPO/MTD: asigna a cada proceso crítico un MTD, un RTO (&lt; MTD) y un RPO. Ej.: pagos → MTD 4 h, RTO 1 h, RPO 15 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Estrategia de recuperación: para cada proceso crítico elige la estrategia (HA activo-activo, sitio caliente, restauración desde backup) coherente con su RTO/RPO.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Backup 3-2-1 real (VM):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RTO y RPO con un dibujo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RTO siempre debe ser menor que el MTD?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sitios frío, tibio y caliente por coste y por velocidad de recuperación.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la regla 3-2-1 a un escenario y explica cómo protege frente a ransomware.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BIA de 3 procesos para una clínica dental.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tipos de prueba del plan y cuándo usar cada una.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BCP/DRP mínimo viable con: BIA de al menos 5 procesos, tabla RTO/RPO/MTD de los críticos, estrategia de recuperación por proceso, y evidencia de un backup/restore real (tiempo medido)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todo proceso crítico tiene RTO &lt; MTD y un RPO coherente con su frecuencia de backup, la restauración real funciona (dato recuperado) y su tiempo se compara con el RTO objetivo.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Backups que nunca se prueban al restaurar — Un backup sin restore verificado no es un backup; prueba periódicamente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RTO/RPO fijados sin BIA — Números arbitrarios; deriva de impacto en el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Backups en la misma red que producción — El ransomware los cifra también; usa copias inmutables/offline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alta disponibilidad con backup — HA protege de fallo de hardware, no de borrado/cifrado malicioso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escrito pero nunca ejercitado — Falla en el peor momento; haz tabletops y simulacros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¿BCP y DRP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BCP cubre todo el negocio (personas, procesos, instalaciones); el DRP es la parte tecnológica de restaurar sistemas. El DRP vive dentro del BCP.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regla 3-2-1?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Tres copias de los datos, en dos medios distintos, con una copia fuera de sitio (offsite). La variante 3-2-1-1-0 añade una copia inmutable/air-gapped y cero errores verificados.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pruebo el plan?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Tabletops al menos anualmente; simulacros de failover según criticidad. Cada prueba genera lecciones que actualizan el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nube me exime de tener DRP?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22301:2019 — Business Continuity Management. &lt;https://www.iso.org/standard/75106.html&gt;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800-34 Rev.1 — Contingency Planning Guide. &lt;https://csrc.nist.gov/pubs/sp/800/34/r1/final&gt;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restic — Backups rápidos, seguros y verificables. &lt;https://restic.net/&gt;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Estrategia de backup 3-2-1 (CISA). &lt;https://www.cisa.gov/&gt;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ccc3b458de0fa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