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282 — Políticas, estándares y procedimientos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construir la jerarquía documental que sostiene un programa de seguridad: políticas, estándares, líneas base (baselines), directrices (guidelines) y procedimientos. Al terminar sabrás…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política, estándar, baseline, directriz y procedimiento.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una política de seguridad completa y aplicable.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 procedimiento paso a paso reproducible.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el ciclo de vida documental (aprobación, versionado, revisión periódica).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Vincular cada documento a requisitos de negocio, riesgo o regulación.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Jerarquía documental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Políticas (obligatorias, de alto nivel)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Estándares y baselines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Directrices (recomendaciones)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Procedimientos (paso a paso)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Ciclo de vida y control de versiones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Excepciones y cumplimiento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política expresa intención y autoridad; el estándar fija requisitos obligatorios; el procedimiento describe ejecución; la guía orienta. Mezclarlos produce documentos imposibles de mantener. Cada…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política exige «parchear inmediatamente». Operaciones no puede medirla. Se crea estándar por riesgo y procedimiento de excepción; los registros permiten comprobar cumplimiento.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— Mandato de alto nivel aprobado por autoridad.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— Requisito obligatorio y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 — Secuencia operativa mantenida por un dueño.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convierte intención en requisito verificable, ejecución, excepción y registro coherentes.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Política: declaración de alto nivel, obligatoria, aprobada por la dirección, que fija la intención y las reglas generales. Clave: dice el "qué" y el "por qué", no el "cómo".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Estándar: requisito obligatorio y específico que da soporte a una política (p. ej. "AES-256 para datos en reposo"). Clave: medible y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(línea base): nivel mínimo de seguridad para una categoría de sistema. Clave: configuración de partida obligatoria.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Directriz (guideline): recomendación no obligatoria, buenas prácticas. Clave: "debería", no "debe".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Procedimiento: instrucciones paso a paso para ejecutar una tarea. Clave: reproducible por cualquiera con el rol adecuado.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Excepción: desviación aprobada y temporal de una política/estándar. Clave: se documenta, se aprueba y caduca.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Markdown o procesador de texto con control de cambios.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sistema de versionado (Git, o el control de versiones de la wiki corporativa).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 de estructura: SANS Security Policy Templates y NIST SP 800-12/800-100 como inspiración de forma (no copies contenido).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metadatos: título, versión, propietario, fecha de aprobación, próxima revisión, clasificación.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redactar un conjunto documental coherente sobre contraseñas y autenticación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(1 nivel): redacta una Política de Control de Acceso de alto nivel (máx. 1 página) con: propósito, alcance, declaración de la dirección, roles, cumplimiento y sanciones. Añade metadatos…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(2 nivel): deriva un Estándar de Autenticación concreto: longitud mínima de contraseña, uso obligatorio de MFA, algoritmo de hash (bcrypt/Argon2), bloqueo tras N intentos. Cada requisito…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(3 nivel): define la configuración mínima de autenticación para servidores Linux (p. ej. políticas PAM, pwquality, expiración) y para la aplicación web.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 (4 nivel): escribe el procedimiento paso a paso "Alta y baja de una cuenta de usuario", numerado, con quién ejecuta, qué evidencia se guarda y verificación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Directriz: añade 3 recomendaciones no obligatorias (p. ej. usar gestor de contraseñas).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Trazabilidad: crea una tabla que vincule cada documento con el riesgo (acceso no autorizado) y la regulación (PCI Req.8, GDPR Art.32).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frases en política, estándar, baseline o procedimiento: "Usaremos MFA en todos los accesos"; "MFA mediante TOTP RFC 6238"; "Paso 3: escanear el QR con la app".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Reescribe una política mal redactada que mezcla "qué" y "cómo" separando niveles.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los metadatos mínimos que todo documento debe llevar.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procedimiento de "restauración de un backup" en 6 pasos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las directrices no deben ser obligatorias.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flujo de aprobación y revisión anual de una política.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paquete documental de control de acceso con los cuatro niveles (política, estándar, baseline y procedimiento) coherentes entre sí, cada uno con metadatos completos, más una tabla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política no contiene detalles técnicos de "cómo" (esos van en estándar/procedimiento), cada estándar es verificable, el procedimiento es reproducible por un tercero, y todo…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de 20 páginas con detalles técnicos — Mezcla niveles; sube el "cómo" a estándar/procedimiento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Documentos sin propietario ni fecha de revisión — Quedan obsoletos; añade metadatos y ciclo de revisión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sigue el procedimiento — No es reproducible o no se comunicó; simplifica y forma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Excepciones permanentes — Contradicen la política; ponles caducidad y revisión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no verificable ("contraseñas seguras") — Vago; cuantifica (longitud, algoritmo, MFA)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práctica entre estándar y directriz?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estándar es obligatorio ("debe"); la directriz es recomendación ("debería"). Auditas el estándar, no la directriz.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revisan las políticas?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menos anualmente y ante cambios relevantes (nueva regulación, incidente, reorganización). La fecha de próxima revisión va en los metadatos.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aprueba una política?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dirección o el comité de seguridad; una política sin patrocinio de alto nivel carece de autoridad.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tener excepciones a una política?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(Documentación de seguridad).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800-12 Rev.1 — An Introduction to Information Security. &lt;https://csrc.nist.gov/pubs/sp/800/12/r1/final&gt;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Policy Templates. &lt;https://www.sans.org/information-security-policy/&gt;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27001:2022, cláusula 5.2 (Política).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27002:2022, control 5.1 (Políticas de seguridad de la información).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3b1373ab97e2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915" y="1097280"/>
            <a:ext cx="331817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