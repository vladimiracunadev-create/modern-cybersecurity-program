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281 — Cumplimiento: GDPR, HIPAA y PCI-DSS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las tres regulaciones de cumplimiento más influyentes para la seguridad de la información —GDPR (privacidad europea), HIPAA (salud en EE. UU.) y PCI-DSS (pagos con tarjeta)— e identificar…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alcance y el sujeto protegido de GDPR, HIPAA y PCI-DSS.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Determinar qué regulaciones aplican a un escenario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requisitos regulatorios a controles técnicos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obligaciones de notificación de brechas de cada marco.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el alcance PCI mediante segmentación y tokenización.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GDPR: principios y bases de licitud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Derechos del interesado y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HIPAA: PHI y las tres Rules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PCI-DSS v4.0: 12 requisitos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Reducción de alcance PCI (CDE)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Notificación de brechas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Sanciones y multas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GDPR, HIPAA y PCI DSS no son intercambiables: cambian jurisdicción, sujetos, datos, obligaciones y mecanismos de supervisión. El análisis comienza por aplicabilidad y flujo de datos; después mapea…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tienda tokeniza tarjetas y reduce alcance PCI, pero conserva perfiles de clientes sin base ni retención. Un control resolvió parte del flujo, no todas las obligaciones.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Aplicabilidad — Razón documentada por la que una norma obliga a una entidad o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— Posición jurídica u operativa que determina obligaciones.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— Sistemas, personas y datos cubiertos.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determina aplicabilidad por caso, evita asesoría jurídica universal y vincula obligación, control y evidencia.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GDPR: reglamento europeo de protección de datos personales. Clave: multas hasta 20 M€ o 4% de la facturación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 personal: cualquier información sobre una persona física identificable. Clave: incluye IP, cookies, identificadores.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Responsable / encargado del tratamiento: quien decide los fines vs. quien procesa por cuenta ajena. Clave: definen las obligaciones contractuales (DPA).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HIPAA / PHI: ley de salud de EE. UU. y su dato protegido (Protected Health Information). Clave: Security Rule exige salvaguardas administrativas, físicas y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PCI-DSS: estándar del sector de pagos con 12 requisitos. Clave: obligatorio por contrato con las marcas de tarjeta, no por 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CDE (Cardholder Data Environment): entorno donde se almacenan/procesan/transmiten datos de tarjeta. Clave: reducir el CDE reduce el alcance de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Tokenización: sustituir el PAN por un token sin valor. Clave: saca sistemas del alcance PCI.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Textos oficiales: GDPR en EUR-Lex, HIPAA Security Rule en HHS.gov, PCI DSS v4.0 en el PCI SSC.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cuestionarios SAQ (Self-Assessment Questionnaire) de PCI, según tipo de comercio.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mapeo requisito →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 diagrama de flujo de datos (draw.io / Mermaid) para trazar dónde viven los datos personales y de tarjeta.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"Ferretería del Sur S.A." vende online a clientes de la UE, guarda perfiles de clientes y procesa pagos con tarjeta a través de una pasarela.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flow mapping: dibuja el flujo de datos personales y de tarjeta desde el navegador del cliente hasta la base de datos y la pasarela. Marca dónde se almacena cada tipo.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Aplicabilidad: en una tabla, decide qué regulación aplica a cada flujo. GDPR aplica (clientes UE); PCI-DSS aplica (datos de tarjeta); HIPAA no (no hay datos de salud).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GDPR: identifica la base de licitud de cada tratamiento (ejecución de contrato para la compra, consentimiento para marketing) y lista 3 derechos que debes poder atender (acceso, supresión…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Reducción de alcance PCI: propón usar la pasarela con hosted fields o tokenización para que el PAN nunca toque tus servidores; explica cómo eso reduce el SAQ aplicable (de D a 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Mapeo a controles: crea una tabla requisito → control técnico, p. ej.: PCI Req.3 (proteger datos almacenados) → cifrado + tokenización; PCI Req.8 (identificar y autenticar) → MFA; GDPR Art.32 →…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Notificación de brechas: redacta el procedimiento con plazos: GDPR 72 h a la autoridad de control; PCI, notificación inmediata al adquirente; documenta a quién avisa cada uno.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Clasifica: ¿aplica GDPR a una empresa de EE. UU. que vende a clientes en España?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responsable y encargado con un ejemplo del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SAQ aplica si tercerizas todo el pago con hosted fields? ¿Y si almacenas el PAN?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tres categorías de salvaguardas de la HIPAA Security Rule.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cliente pide borrar sus datos, pero tienes obligación fiscal de conservar facturas 6 años. ¿Cómo lo resuelves?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el requisito PCI de segmentación de red a un control técnico concreto.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análisis de aplicabilidad regulatoria del escenario con: mapa de flujo de datos, tabla de qué regulación aplica y por qué, mapeo de al menos 8 requisitos a controles técnicos, y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regulación se declara aplicable o no con justificación, el mapeo requisito→control es verificable, y los plazos de notificación (72 h GDPR incluido) son correctos.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el PAN sin necesidad — Amplía el alcance PCI; tokeniza o usa hosted fields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GDPR no aplica por estar fuera de la UE — Aplica si tratas datos de residentes UE; revisa Art.3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cumplimiento con seguridad — Cumplir no garantiza estar seguro; es un mínimo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tener DPA con proveedores — GDPR lo exige entre responsable y encargado; fírmalo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Notificar tarde una brecha — GDPR exige 72 h; ten el procedimiento listo antes del incidente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¿Cumplir PCI-DSS me hace cumplir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Se solapan en algunos controles (cifrado, acceso), pero protegen cosas distintas: PCI los datos de tarjeta, GDPR los datos personales en general.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¿PCI-DSS es una ley?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es un estándar contractual impuesto por las marcas de tarjeta (Visa, Mastercard, etc.). Su incumplimiento acarrea multas y pérdida de la capacidad de procesar pagos.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cambió en PCI DSS v4.0?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 flexibilidad (enfoque personalizado), MFA reforzado, requisitos de anti-phishing y controles adicionales que entraron plenamente en vigor en 2025.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¿HIPAA me afecta si no estoy en EE. UU.?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 — Reglamento (UE) 2016/679. &lt;https://eur-lex.europa.eu/eli/reg/2016/679/oj&gt;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HIPAA Security Rule (HHS). &lt;https://www.hhs.gov/hipaa/for-professionals/security/index.html&gt;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 DSS v4.0 (PCI SSC). &lt;https://www.pcisecuritystandards.org/documentlibrary/&gt;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 SAQ (Self-Assessment Questionnaires). &lt;https://www.pcisecuritystandards.org/&gt;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dominios 1 y 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df4771a33f57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0148"/>
            <a:ext cx="8229600" cy="557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