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279 — NIST Cybersecurity Framework</a:t>
            </a:r>
          </a:p>
          <a:p>
            <a:r>
              <a:rPr sz="1600">
                <a:solidFill>
                  <a:srgbClr val="2E8B57"/>
                </a:solidFill>
              </a:rPr>
              <a:t>parte 14 grc riesgo y cumplimiento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Dominar el NIST Cybersecurity Framework (CSF) 2.0, el marco voluntario más usado en el mundo para organizar y comunicar la postura de ciberseguridad. Al terminar sabrás usar sus seis funciones…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Enumerar y explicar las seis funciones del CSF 2.0.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un perfil actual (as-is) y un perfil objetivo (to-be).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Evaluar el Tier de implementación de una organización.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Realizar un análisis de brechas (gap analysis) entre perfiles.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Priorizar acciones de mejora usando el CSF como hoja de ruta.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Núcleo del CSF (Core)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Función GOVERN (nueva en 2.0)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IDENTIFY, PROTECT, DETECT, RESPOND, RECOVER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Tiers (1–4)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Perfiles actual y objetivo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Informative references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CSF vs. ISO 27001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 organiza resultados en Govern, Identify, Protect, Detect, Respond y Recover. No prescribe productos ni certifica conformidad. El perfil actual describe resultados existentes; el objetivo…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organización intenta «implementar NIST» marcando subcategorías. Al vincular cada resultado con servicio, riesgo, dueño y evidencia, descubre que recuperación no fue probada. La brecha genera un…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Core — Taxonomía de resultados del CSF.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— Selección y priorización contextual de resultados.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 — Caracterización del rigor de gestión de riesgo.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Existe dominio cuando el alumno crea perfiles actual y objetivo trazables y evita presentar CSF como auditoría o catálogo de productos.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CSF Core: jerarquía de Funciones → Categorías → Subcategorías → Referencias informativas. Clave: describe qué lograr, no cómo.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GOVERN (GV): función nueva en 2.0 que abarca estrategia, roles, política y supervisión de riesgo. Clave: sitúa la gobernanza en el centro.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IDENTIFY (ID): conocer activos, riesgos y contexto. Clave: no puedes proteger lo que no conoces.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PROTECT (PR): salvaguardas para limitar el impacto. Clave: controles preventivos.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 (DE): descubrir eventos y anomalías. Clave: visibilidad y monitorización.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RESPOND (RS) / RECOVER (RC): contener y restaurar tras un incidente. Clave: resiliencia operativa.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Tier: nivel de rigor de la gestión de riesgo (1 Parcial → 4 Adaptativo). Clave: es madurez, no una nota de examen.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documento oficial NIST CSF 2.0 (descarga gratuita en nist.gov/cyberframework).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CSF 2.0 Reference Tool de NIST para explorar el Core y exportar a Excel/JSON.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Hoja de cálculo para el perfil y el gap analysis.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Opcional: los Quick Start Guides de NIST por tipo de organización (pyme, gestión de riesgo empresarial).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 (ejercicio aplicado)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Vas a construir un perfil CSF 2.0 para "Ferretería del Sur S.A.".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Descarga el CSF 2.0 Reference Tool y exporta las subcategorías de las 6 funciones a una hoja de cálculo.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Selecciona un subconjunto representativo: 3 subcategorías por función (18 en total), por ejemplo GV.RR-01 (roles), ID.AM-01 (inventario de activos), PR.AA-01 (identidades), DE.CM-01 (monitorización…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actual: puntúa cada subcategoría de 0 (no implementado) a 4 (optimizado) según la situación de la empresa. Sé honesto: muchas estarán en 1–2.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objetivo: define el nivel deseado en 12 meses para cada una.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Gap analysis: calcula la diferencia (objetivo − actual) y ordena por mayor brecha.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Tier global: valora si la organización está en Tier 1 (Parcial) o Tier 2 (Informado por riesgo) y justifica.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qué aporta la función GOVERN que no existía en CSF 1.1.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Clasifica estas actividades por función: inventariar activos, desplegar EDR, restaurar backups, revisar logs de SIEM.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Define en tus palabras cada uno de los 4 Tiers con un ejemplo.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Convierte un gap analysis en tres objetivos SMART.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¿Puede una organización estar en Tier 4 en DETECT y Tier 1 en RECOVER? Justifica.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Compara CSF y ISO 27001: ¿cuál certifica y cuál comunica?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perfil CSF 2.0 con al menos 18 subcategorías (3 por función), con puntuación actual y objetivo, gap analysis ordenado y una hoja de ruta de 5 acciones priorizadas con responsable y plazo.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las 6 funciones están representadas, cada acción de la hoja de ruta se justifica por una brecha concreta, y al menos 3 subcategorías están mapeadas a su control ISO/CIS…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Tratar el Tier como una "nota" a maximizar — El Tier objetivo depende del apetito de riesgo, no siempre es 4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Perfil actual inflado — Sesgo de deseabilidad; puntúa con evidencia real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Ignorar la función GOVERN — Es el eje de 2.0; intégrala desde el inicio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Copiar el Core entero sin priorizar — Inmanejable; selecciona subcategorías relevantes al riesgo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Confundir CSF con marco certificable — CSF no certifica; para eso está ISO 27001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¿CSF sustituye a ISO 27001?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se complementan. CSF es un lenguaje flexible para comunicar y planificar; ISO 27001 certifica un sistema de gestión. Muchas organizaciones usan ambos.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cambió en la versión 2.0 (2024)?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añadió la función GOVERN, se amplió el alcance a todas las organizaciones (no solo infraestructura crítica) y se reforzaron cadena de suministro y métricas.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¿Es obligatorio en EE. UU.?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 voluntario en general, aunque muchas agencias y contratos federales lo exigen de facto.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¿Sirve para una PYME?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Cybersecurity Framework 2.0. &lt;https://www.nist.gov/cyberframework&gt;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CSF 2.0 Reference Tool. &lt;https://csrc.nist.gov/projects/cybersecurity-framework/filters&gt;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800-53 Rev.5 — Security and Privacy Controls. &lt;https://csrc.nist.gov/pubs/sp/800/53/r5/upd1/final&gt;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800-37 Rev.2 — Risk Management Framework. &lt;https://csrc.nist.gov/pubs/sp/800/37/r2/final&gt;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(ISC)² CISSP Official Study Guide, dominio 1.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2504312078ff00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003804"/>
            <a:ext cx="8229600" cy="149047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