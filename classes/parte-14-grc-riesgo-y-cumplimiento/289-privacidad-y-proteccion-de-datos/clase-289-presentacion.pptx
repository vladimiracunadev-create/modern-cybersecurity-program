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194560"/>
            <a:ext cx="8046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0B3D2E"/>
                </a:solidFill>
              </a:rPr>
              <a:t>Clase 289 — Privacidad y protección de datos</a:t>
            </a:r>
          </a:p>
          <a:p>
            <a:r>
              <a:rPr sz="1600">
                <a:solidFill>
                  <a:srgbClr val="2E8B57"/>
                </a:solidFill>
              </a:rPr>
              <a:t>parte 14 grc riesgo y cumplimiento</a:t>
            </a:r>
          </a:p>
          <a:p>
            <a:r>
              <a:rPr sz="1200">
                <a:solidFill>
                  <a:srgbClr val="22282E"/>
                </a:solidFill>
              </a:rPr>
              <a:t>Programa de Ciberseguridad Moderna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🎯 Objetivo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Profundizar en la privacidad como disciplina propia, más allá del cumplimiento legal de la clase 281. Al terminar entenderás los principios de privacy by design, la diferencia entre seguridad y…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📚 Resultados de aprendizaje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Al finalizar, el alumno podrá: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Distinguir privacidad de seguridad y por qué se necesitan ambas.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Aplicar los principios de privacy by design y by default.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Ejecutar una DPIA/EIPD de un tratamiento de alto riesgo.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Diferenciar seudonimización, anonimización y minimización.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Atender los derechos de los interesados y el papel del DPO.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🗺️ Temas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1 — Privacidad vs. seguridad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2 — Principios GDPR (Art.5)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3 — Privacy by design &amp; by default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4 — DPIA / EIPD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5 — Minimización, seudonimización, anonimización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6 — Derechos del interesado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7 — El DPO y la rendición de cuentas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🧠 Explicación en profundidad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Privacidad gobierna efectos del tratamiento sobre personas; seguridad protege propiedades de información. El ciclo documenta propósito, base, minimización, acceso, retención, terceros y derechos.…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Un dataset elimina nombres pero conserva ubicación precisa y horarios. La reidentificación sigue plausible; se reduce granularidad y acceso según propósito.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📔 Glosario operativo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Término — Definición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Minimización — Limitar datos a lo necesario para propósito.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Seudonimización — Separar identificadores sin eliminar toda posibilidad de enlace.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DPIA — Evaluación estructurada de impacto de privacidad según aplicabilidad.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✅ Criterio de dominio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El alumno mapea un flujo, justifica propósito y retención y diferencia seguridad, seudonimización y anonimización.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📖 Definiciones y características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Privacidad: derecho de las personas a controlar sus datos personales. Clave: protege a la persona, no solo al dato.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Privacy by design: incorporar la privacidad desde el diseño del sistema. Clave: proactivo, no reactivo.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Privacy by default: la configuración más protectora es la predeterminada. Clave: el usuario no debe "activar" su privacidad.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DPIA/EIPD: evaluación del impacto de un tratamiento sobre los derechos y libertades. Clave: obligatoria en tratamientos de alto riesgo (GDPR Art.35).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Seudonimización: sustituir identificadores de forma reversible con clave separada. Clave: sigue siendo dato personal.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Anonimización: hacer imposible la reidentificación. Clave: deja de ser dato personal (fuera de GDPR) si es irreversible.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DPO (Delegado de Protección de Datos): figura independiente que supervisa el cumplimiento. Clave: obligatorio en ciertos casos (Art.37).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🧰 Herramientas y preparación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Texto del GDPR (arts. 5, 25, 32, 35) y guías de la AEPD/EDPB sobre DPIA.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Referencia de marcos: ISO/IEC 27701 (PIMS) y NIST Privacy Framework 1.0.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Una plantilla de DPIA (la AEPD y el ICO publican plantillas gratuitas).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Para el laboratorio técnico: un pequeño dataset de ejemplo y Python con pandas para practicar seudonimización/anonimización.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🧪 Laboratorio guiado (ejercicio aplicado)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Parte A — DPIA de un nuevo tratamiento en "Ferretería del Sur S.A.":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Escenario: la empresa quiere implantar recomendaciones personalizadas basadas en el historial de compras y la ubicación.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Descripción del tratamiento: documenta finalidad, categorías de datos, base de licitud, destinatarios y plazos de conservación.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Necesidad y proporcionalidad: justifica si el tratamiento es necesario y proporcionado, o si podrías lograr el fin con menos datos (minimización).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Identificación de riesgos: lista 4 riesgos para los derechos de las personas (perfilado invasivo, reidentificación, brecha, uso secundario) con probabilidad e impacto.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Medidas: define controles para cada riesgo (consentimiento granular, seudonimización, retención limitada, opción de exclusión).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Conclusión: decide si el riesgo residual es aceptable o si debes consultar a la autoridad de control.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✍️ Ejercicios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Explica con un ejemplo la diferencia entre seguridad y privacidad.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¿Cuándo es obligatoria una DPIA? Da dos criterios del Art.35.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Diferencia seudonimización de anonimización y su efecto legal.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Diseña la configuración "by default" de una app de mensajería respetando la privacidad.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¿Por qué un hash sin sal no anonimiza un email? Propón la mejora.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Enumera 4 derechos del interesado y el plazo para atenderlos.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📝 Reto verificable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Entrega una DPIA completa del tratamiento de recomendaciones personalizadas, con descripción, análisis de necesidad/proporcionalidad, identificación y evaluación de al menos 4 riesgos, medidas por…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Criterio de aceptación: la DPIA justifica la minimización de datos, cada riesgo tiene una medida asociada, la conclusión indica si el riesgo residual es aceptable, y la demo distingue correctamente…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⚠️ Errores comunes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Confundir seguridad con privacidad — Cifrar no basta; hay que limitar finalidad y minimizar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"Anonimizar" con un simple hash — Es seudonimización reversible; usa sal, k-anonimato o supresión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Recoger "por si acaso" más datos de los necesarios — Viola minimización; recoge solo lo imprescindible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DPIA hecha después de lanzar — Privacy by design exige hacerla antes; incorpórala al diseño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Ignorar los plazos de derechos — GDPR da 1 mes; ten procedimientos listos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❓ Preguntas frecuentes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¿Seguridad y privacidad no son lo mismo?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No. La seguridad protege el dato de accesos no autorizados; la privacidad protege a la persona de usos indebidos, incluso por parte de quien tiene acceso legítimo. Se necesitan ambas.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¿Cuándo necesito un DPO?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Cuando el tratamiento a gran escala de datos sensibles o la monitorización sistemática lo requieran (GDPR Art.37), o si eres autoridad pública. Muchas empresas lo designan por prudencia.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¿La anonimización saca los datos del GDPR?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Sí, si es irreversible de verdad. Pero anonimizar bien es difícil; la seudonimización, en cambio, sigue siendo dato personal regulado.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¿Qué diferencia hay entre ISO 27701 y el NIST Privacy Framework?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🔗 Referencias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GDPR — Reglamento (UE) 2016/679, arts. 5, 25, 32, 35. &lt;https://eur-lex.europa.eu/eli/reg/2016/679/oj&gt;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ISO/IEC 27701:2019 — Privacy Information Management. &lt;https://www.iso.org/standard/71670.html&gt;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NIST Privacy Framework 1.0. &lt;https://www.nist.gov/privacy-framework&gt;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AEPD — Guías y plantillas de DPIA. &lt;https://www.aepd.es/&gt;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(ISC)² CISSP Official Study Guide, dominio 2.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0B3D2E"/>
                </a:solidFill>
              </a:rPr>
              <a:t>Diagrama de la clase</a:t>
            </a:r>
          </a:p>
        </p:txBody>
      </p:sp>
      <p:pic>
        <p:nvPicPr>
          <p:cNvPr id="3" name="Picture 2" descr="0b26f14b6fdf816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479292"/>
            <a:ext cx="8229600" cy="53949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