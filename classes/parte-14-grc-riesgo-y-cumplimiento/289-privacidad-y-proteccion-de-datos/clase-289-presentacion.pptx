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289 — Privacidad y protección de datos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Profundizar en la privacidad como disciplina propia, más allá del cumplimiento legal de la clase 281. Al terminar entenderás los principios de privacy by design, la diferencia entre seguridad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privacidad de seguridad y por qué se necesitan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principios de privacy by design y by default.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DPIA/EIPD de un tratamiento de alto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seudonimización, anonimización y minimización.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Atender los derechos de los interesados y el papel del DPO.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Privacidad vs.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Principios GDPR (Art.5)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Privacy by design &amp; by default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DPIA / EIPD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Minimización, seudonimización, anonimización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Derechos del interesado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El DPO y la rendición de cuentas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 gobierna efectos del tratamiento sobre personas; seguridad protege propiedades de información. El ciclo documenta propósito, base, minimización, acceso, retención, terceros y derechos.…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elimina nombres pero conserva ubicación precisa y horarios. La reidentificación sigue plausible; se reduce granularidad y acceso según propósito.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Minimización — Limitar datos a lo necesario para propósito.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Seudonimización — Separar identificadores sin eliminar toda posibilidad de enlace.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DPIA — Evaluación estructurada de impacto de privacidad según aplicabilidad.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mapea un flujo, justifica propósito y retención y diferencia seguridad, seudonimización y anonimización.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Privacidad: derecho de las personas a controlar sus datos personales. Clave: protege a la persona, no solo al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Privacy by design: incorporar la privacidad desde el diseño del sistema. Clave: proactivo, no reactivo.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Privacy by default: la configuración más protectora es la predeterminada. Clave: el usuario no debe "activar" su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DPIA/EIPD: evaluación del impacto de un tratamiento sobre los derechos y libertades. Clave: obligatoria en tratamientos de alto riesgo (GDPR Art.35).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Seudonimización: sustituir identificadores de forma reversible con clave separada. Clave: sigue siendo dato personal.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Anonimización: hacer imposible la reidentificación. Clave: deja de ser dato personal (fuera de GDPR) si es irreversible.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DPO (Delegado de Protección de Datos): figura independiente que supervisa el cumplimiento. Clave: obligatorio en ciertos casos (Art.37).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del GDPR (arts. 5, 25, 32, 35) y guías de la AEPD/EDPB sobre DPIA.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de marcos: ISO/IEC 27701 (PIMS) y NIST Privacy Framework 1.0.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DPIA (la AEPD y el ICO publican plantillas gratuitas).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laboratorio técnico: un pequeño dataset de ejemplo y Python con pandas para practicar seudonimización/anonimización.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DPIA de un nuevo tratamiento en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la empresa quiere implantar recomendaciones personalizadas basadas en el historial de compras y la ubicación.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Descripción del tratamiento: documenta finalidad, categorías de datos, base de licitud, destinatarios y plazos de conservación.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Necesidad y proporcionalidad: justifica si el tratamiento es necesario y proporcionado, o si podrías lograr el fin con menos datos (minimización).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Identificación de riesgos: lista 4 riesgos para los derechos de las personas (perfilado invasivo, reidentificación, brecha, uso secundario) con probabilidad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Medidas: define controles para cada riesgo (consentimiento granular, seudonimización, retención limitada, opción de exclusión).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Conclusión: decide si el riesgo residual es aceptable o si debes consultar a la autoridad de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seguridad y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¿Cuándo es obligatoria una DPIA? Da dos criterios del Art.35.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seudonimización de anonimización y su efecto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configuración "by default" de una app de mensajería respetando la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un hash sin sal no anonimiza un email? Propón la mejora.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derechos del interesado y el plazo para atenderlos.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DPIA completa del tratamiento de recomendaciones personalizadas, con descripción, análisis de necesidad/proporcionalidad, identificación y evaluación de al menos 4 riesgos, medidas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DPIA justifica la minimización de datos, cada riesgo tiene una medida asociada, la conclusión indica si el riesgo residual es aceptable, y la demo distingue correctamente…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seguridad con privacidad — Cifrar no basta; hay que limitar finalidad y minimizar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"Anonimizar" con un simple hash — Es seudonimización reversible; usa sal, k-anonimato o supresión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Recoger "por si acaso" más datos de los necesarios — Viola minimización; recoge solo lo imprescindible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DPIA hecha después de lanzar — Privacy by design exige hacerla antes; incorpórala al diseño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plazos de derechos — GDPR da 1 mes; ten procedimientos listos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¿Seguridad y privacidad no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seguridad protege el dato de accesos no autorizados; la privacidad protege a la persona de usos indebidos, incluso por parte de quien tiene acceso legítimo. Se necesitan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necesito un DPO?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el tratamiento a gran escala de datos sensibles o la monitorización sistemática lo requieran (GDPR Art.37), o si eres autoridad pública. Muchas empresas lo designan por prudencia.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anonimización saca los datos del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 es irreversible de verdad. Pero anonimizar bien es difícil; la seudonimización, en cambio, sigue siendo dato personal regulado.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ISO 27701 y el NIST Privacy Framework?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 — Reglamento (UE) 2016/679, arts. 5, 25, 32, 35. &lt;https://eur-lex.europa.eu/eli/reg/2016/679/oj&gt;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27701:2019 — Privacy Information Management. &lt;https://www.iso.org/standard/71670.html&gt;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Privacy Framework 1.0. &lt;https://www.nist.gov/privacy-framework&gt;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AEPD — Guías y plantillas de DPIA. &lt;https://www.aepd.es/&gt;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b26f14b6fdf8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9292"/>
            <a:ext cx="8229600" cy="539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