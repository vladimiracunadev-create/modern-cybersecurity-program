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179 — Reporte y métricas de Red Team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ciclo de una operación con el entregable que le da valor: un informe claro, honesto y accionable, respaldado por métricas defensivas. El alumno aprenderá a estructurar un informe de Red…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de Red Team (executive +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Narrar la attack path de forma comprensible y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hallazgos a ATT&amp;CK y a recomendaciones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métricas de efectividad (TTD, TTR, cobertura, dwell time).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recomendaciones por impacto y esfuerzo.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Narrativa de attack path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Evidencias y reproducibilidad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Mapeo 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(TTD/TTR/cobertura)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Recomendaciones priorizadas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reporte no es el diario cronológico del operador. Selecciona evidencia suficiente para explicar qué objetivo se alcanzó, qué condición lo permitió, qué impacto sería razonable y qué cambio reduce…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ejecutivo evita nombres de herramientas salvo que sean relevantes para la decisión. Describe escenario, activos o procesos afectados, controles que funcionaron, exposición residual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narrativa une cada salto con una evidencia y explica por qué habilitó el siguiente. No basta con enumerar comandos. También se registran controles que detuvieron o detectaron actividad y las…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aporta un lenguaje común, no una puntuación de riesgo. Un mapeo debe llegar al nivel de técnica o subtécnica sustentada por el procedimiento observado. Asignar muchas técnicas no vuelve 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 to Detect carece de significado si no se declara desde qué instante se mide: inicio de la acción, primer evento disponible o final de ejecución. Time to Respond puede significar tiempo hasta…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Promedios aislados esconden distribución y criticidad. Se reportan muestra, mediana o percentiles cuando haya suficientes observaciones, y se separan técnicas, turnos y severidades. Una única…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«Mejorar monitoreo» no es accionable. Una buena recomendación identifica la condición raíz, control propuesto, responsable probable, prioridad, dependencia y prueba de verificación. Se distingue…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síntesis no técnica del riesgo y el impacto. Característica: sin jerga, orientada a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 path narrative: relato paso a paso de cómo se llegó al objetivo. Característica: reproducible y con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TTD (Time To Detect): tiempo desde una acción hasta su detección. Característica: mide la visibilidad del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TTR (Time To Respond): tiempo desde la detección hasta la respuesta. Característica: mide la reacción.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time: tiempo que el atacante permanece sin ser detectado. Característica: métrica clave de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qué técnicas fueron detectadas. Característica: se visualiza en Navigator y guía la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Audiencia: grupo que usa el informe para tomar un tipo concreto de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síntesis del escenario, impacto y prioridades sin detalle operativo innecesario.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Hallazgo: condición demostrada con evidencia, impacto, causa y recomendación.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 path narrative: explicación causal de los pasos que conectaron acceso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reproducible: dato suficiente para verificar el hecho sin repetir daño innecesario.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TTD: intervalo definido entre un hito de actividad y el hito acordado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TTR: intervalo entre detección y un hito explícito de respuesta.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cuaderno de operación (Clase 176) con timestamps y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la capa de cobertura del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(executive summary + narrativa + hallazgos + recomendaciones + apéndice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detección del ciclo purple (Clase 178) para las métricas.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Reúne el material. Toma el cuaderno de la operación en tu AD lab (foothold → AD → DA) con timestamps y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resumen ejecutivo. Media página: objetivo, si se alcanzó, riesgo de negocio y 3 recomendaciones clave, sin jerga.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narrativa. Cuenta el attack path en orden, cada paso con: acción, evidencia, ID ATT&amp;CK y si fue detectado.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tabla de hallazgos. Cada hallazgo con severidad, impacto, técnica ATT&amp;CK y recomendación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métricas. Para cada fase, deriva TTD y TTR a partir de los timestamps del cuaderno y los datos del SOC; estima el dwell time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la capa de cobertura. En Navigator, marca en verde/rojo las técnicas detectadas/no detectadas y expórtala como anexo.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recomendaciones. Ordénalas en una matriz impacto/esfuerzo para que el cliente sepa por dónde empezar.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media página para una operación ficticia.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narrativa de 3 pasos de un attack path con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de 5 hallazgos con severidad y recomendación.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TTD y TTR de dos fases a partir de timestamps dados.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capa de cobertura ATT&amp;CK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6 recomendaciones en una matriz impacto/esfuerzo.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informe de Red Team completo de tu ejercicio en el AD lab: resumen ejecutivo, narrativa del attack path con mapeo ATT&amp;CK, tabla de hallazgos, métricas (TTD/TTR/dwell/cobertura)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permite a un ejecutivo entender el riesgo en la primera página y a un ingeniero reproducir y remediar cada hallazgo desde el detalle técnico; las métricas están…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lleno de jerga — La dirección no lo entiende; reescribe en lenguaje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no reproducibles — Faltan evidencias/pasos; usa el cuaderno con timestamps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métricas — El ejercicio no se puede valorar; calcula TTD/TTR/dwell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genéricas — No accionables; concreta acción, responsable y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filtrable — Sensible sin protección; cífralo y controla el acceso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informe de Red Team es como uno de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Comparten estructura, pero el de Red Team enfatiza la narrativa del attack path y las métricas de detección/respuesta, no solo un catálogo de vulnerabilidades.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listar TODO lo que hice?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relevante para reproducir y remediar, sí. El detalle exhaustivo va al apéndice técnico; el cuerpo cuenta la historia y prioriza.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métrica valora más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dwell time y el TTD/TTR: indican cuánto tiempo estuvo "dentro" el atacante y cómo respondió la organización, que es lo que el Red Team evalúa.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— Technical Guide to Information Security Testing and Assessment, SP 800-115. &lt;https://doi.org/10.6028/NIST.SP.800-115&gt; — fuente principal para análisis, causa raíz, mitigación y reporte…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 — Red Team Development and Operations. &lt;https://redteam.guide/&gt; — estructura operativa y comunicación de ejercicios red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Navigator. &lt;https://github.com/mitre-attack/attack-navigator&gt; — referencia oficial de capas para visualizar mapeos y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Get Started: Defenders. &lt;https://attack.mitre.org/resources/get-started/&gt; — guía para usar ATT&amp;CK como conocimiento y no como puntuación automática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— Incident Response Recommendations and Considerations for Cybersecurity Risk Management, SP 800-61 Rev. 3. &lt;https://doi.org/10.6028/NIST.SP.800-61r3&gt; — guía vigente para integrar detección…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9ad13c392b59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40964"/>
            <a:ext cx="8229600" cy="1216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