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175 — Persistencia en Active Directory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Estudiar las técnicas para mantener el acceso a un dominio comprometido a lo largo del tiempo, sobreviviendo a reinicios y remediaciones parciales: DCShadow, AdminSDHolder, delegación abusiva, ACLs…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Instalar persistencia basada en ACLs (AdminSDHolder, DCSync rights)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DCShadow y por qué es difícil de detectar.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Abusar de delegación (constrained/unconstrained) como persistencia.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técnicas por sigilo y durabilidad.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plan de erradicación tras un compromiso.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AdminSDHolder / SDProp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ACLs persistentes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DCShadow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Delegación abusiva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Diamond/Golden Ticket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Cuentas y credenciales ocultas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Erradicación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persistencia de dominio no se limita a crear una cuenta. Puede esconderse en permisos, delegaciones, políticas, cuentas de equipo, claves de servicio o configuraciones que sobreviven al cierre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cambio tiene tres dimensiones: objeto modificado, autoridad necesaria y proceso que vuelve efectivo el cambio. Documentarlas permite detectar y revertir sin depender del nombre de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describe AdminSDHolder como el objeto cuya ACL sirve de plantilla para cuentas y grupos protegidos. SDProp, ejecutado por defecto cada 60 minutos en el DC con rol de emulador PDC, compara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Esto explica además un problema legítimo: al retirar una cuenta de un grupo protegido, adminCount y la herencia pueden no volver automáticamente al estado esperado. La respuesta no borra permisos 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RBCD, el recurso destino define qué principal puede actuar en nombre de usuarios frente a él mediante un atributo de la cuenta de equipo. El riesgo no es que la característica sea maliciosa, sino…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DCShadow pertenece a otra categoría: introducir cambios mediante el flujo de replicación. La detección mira registro de controladores, topología y origen de replicación, no solo modificaciones LDAP.…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parte de una instantánea de objetos privilegiados, ACL, propietarios, delegaciones, GPO, cuentas de equipo y derechos de replicación. Después se revoca la relación persistente, se rotan secretos…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AdminSDHolder: objeto cuya ACL se propaga a cuentas protegidas cada ~60 min (SDProp). Característica: modificarla reinyecta permisos aunque los borren.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DCShadow: registrar temporalmente un DC ilegítimo para inyectar cambios replicados. Característica: evita muchos logs de modificación.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RBCD (Resource-Based Constrained Delegation): delegación configurable por el objeto destino. Característica: abusable como puerta trasera de acceso.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DSRM: cuenta local de recuperación del DC. Característica: su posibilidad de inicio de sesión y uso remoto depende de configuración y debe restringirse y auditarse.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Diamond Ticket: TGT legítimamente emitido cuyo contenido se modifica usando material de krbtgt. Característica: cambia algunos artefactos frente a un Golden Ticket, pero no garantiza menor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Shadow admin: cuenta sin membresía obvia pero con permisos equivalentes vía ACLs. Característica: invisible a auditorías superficiales.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Persistencia: capacidad de conservar acceso tras perder el vector inicial.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Shadow admin: principal con capacidad administrativa indirecta sin membresía privilegiada evidente.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AdminSDHolder: objeto que contiene la plantilla de permisos para objetos protegidos.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SDProp: proceso que compara y propaga descriptores de seguridad a objetos protegidos.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adminCount: atributo asociado a protección administrativa que debe interpretarse con herencia y membresías.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RBCD: delegación Kerberos donde el recurso destino especifica principales autorizados.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de equipo: principal de seguridad que representa un sistema unido al dominio.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 lab / GOAD con acceso previo de alto privilegio (de la Clase 174).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Mimikatz (DCShadow, DSRM), PowerView/Set-DomainObjectOwner, Impacket, Rubeus para tickets.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+ auditoría de cambios en AD (Parte 8) para la fase de detección.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ACL DCSync persistente. Concede a un usuario de bajo privilegio los derechos de replicación: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que ahora puede hacer DCSync.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AdminSDHolder. Añade una ACE a CN=AdminSDHolder,CN=System,... para tu usuario y espera al ciclo SDProp; comprueba que recupera permisos sobre cuentas protegidas.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DCShadow (estudio). Con Mimikatz, comprende cómo lsadump::dcshadow registra un DC falso para escribir un atributo (ej. SID History) evitando logs habituales.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RBCD como backdoor. Configura delegación basada en recursos sobre una máquina para poder impersonar administradores hacia ella.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DSRM. Estudia cómo habilitar el logon de red con la cuenta DSRM del DC y por qué es persistencia sigilosa.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Detección. Audita cambios de ACL (evento 5136), la cuenta AdminSDHolder y objetos con delegación inusual.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persistencia por ACL DCSync y demuéstrala.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AdminSDHolder es tan resistente a la limpieza.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el flujo de DCShadow y qué lo hace sigiloso.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RBCD y úsalo para impersonar a un admin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Golden vs Diamond Ticket en detectabilidad.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checklist de erradicación de persistencia en 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dos técnicas de persistencia distintas en tu AD lab, luego cambia de rol y detéctalas y erradícalas documentando cómo lo harías como Blue Team.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demuestras que ambas persistencias otorgan acceso tras un "reinicio" o cambio de contraseña de la cuenta original, y luego presentas los eventos/consultas que las detectan y…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persistencia por ACL se borra — No usaste AdminSDHolder; SDProp la reinyecta si la pones ahí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DCShadow falla — Requiere privilegios altos y condiciones específicas; revisa requisitos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RBCD no impersona — msDS-AllowedToActOnBehalfOfOtherIdentity mal configurado; corrige el descriptor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Erradicación incompleta — Olvidaste resetear krbtgt (x2) o revisar delegaciones; usa el checklist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 detectada al instante — Cambios de ACL auditados (5136); es telemetría esperable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basta un reset simple de contraseñas para NO limpiar el dominio?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la persistencia moderna vive en ACLs, delegaciones y krbtgt, no en contraseñas de usuario. La erradicación exige revisar el directorio, no solo credenciales.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¿DCShadow deja rastro?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Menos que una modificación normal, pero el registro efímero del DC falso y ciertos eventos de replicación pueden delatarlo con la auditoría adecuada.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¿Cuándo se retira la persistencia en un engagement real?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Siempre al cierre, con inventario completo de lo instalado. Dejar persistencia es una falta grave: se documenta y se elimina.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Protected Accounts and Groups in Active Directory. &lt;https://learn.microsoft.com/en-us/previous-versions/windows/it-pro/windows-server-2012-r2-and-2012/dn535499%28v%3Dws.11%29&gt; — fuente…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Accounts security posture assessments. &lt;https://learn.microsoft.com/en-us/defender-for-identity/security-posture-assessments/accounts&gt; — referencia defensiva para permisos sospechosos…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Domain or Tenant Policy Modification (T1484). &lt;https://attack.mitre.org/techniques/T1484/&gt; — clasificación de cambios de GPO, delegación, confianzas y controladores no autorizados.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Account Manipulation (T1098). &lt;https://attack.mitre.org/techniques/T1098/&gt; — base para persistencia mediante cuentas y material de autenticación.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Best Practices for Securing Active Directory. &lt;https://learn.microsoft.com/en-us/windows-server/identity/ad-ds/plan/security-best-practices/best-practices-for-securing-active-directory&gt; —…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a8ee0ef61e2a58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48" y="1097280"/>
            <a:ext cx="7673903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