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172 — Active Directory: Pass-the-Hash y Pass-the-Ticket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movimiento lateral en Active Directory mediante reutilización de credenciales sin conocer la contraseña en claro: Pass-the-Hash (PtH), Pass-the-Ticket (PtT) y Overpass-the-Hash. El alumno…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NTLM permite Pass-the-Hash.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PtH para autenticarse con un hash NTLM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Pass-the-Ticket con un TGT/TGS robado.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Overpass-the-Hash para obtener un TGT desde un 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las defensas (Credential Guard, LSA protection, tiering).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NTLM y el 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Extracción de credenciales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Pass-the-Hash (T1550.002)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Pass-the-Ticket (T1550.003)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Overpass-the-Hash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Movimiento lateral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 puede representar la capacidad de autenticarse mediante distintos materiales: una contraseña, claves derivadas, un hash NT empleado en intercambios NTLM o un ticket Kerberos vigente.…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NTLM, el cliente demuestra conocimiento de un secreto respondiendo a un desafío. Si alguien obtiene el hash NT adecuado, puede producir esa respuesta sin conocer la contraseña en claro.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el protocolo acepte el material confirma una identidad o sesión. El recurso todavía aplica permisos, grupos, políticas de inicio de sesión y segmentación. Un hash de una cuenta sin derechos…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llamado overpass-the-hash usa material de clave para obtener credenciales Kerberos en vez de continuar mediante NTLM. Lo relevante no es memorizar nombres de herramientas, sino reconocer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LSASS participa en autenticación y mantiene material necesario para sesiones; su contenido y aislamiento varían por versión, configuración y tipo de inicio de sesión. Credential Guard usa seguridad…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pregunta defensiva decisiva es dónde una identidad privilegiada deja material reutilizable. Si un administrador inicia sesión en un equipo de menor confianza, ese equipo puede convertirse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eventos se correlacionan entre equipo origen, destino y controlador de dominio. Un inicio de sesión de red no demuestra PtH por sí solo. Se buscan combinaciones: protocolo inesperado, cuenta…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NT: valor derivado de la contraseña que participa en autenticación NTLM. Característica: su exposición puede permitir producir respuestas válidas sin recuperar la contraseña legible.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Pass-the-Hash (PtH): autenticarse presentando el hash NTLM. Característica: funciona porque NTLM no exige la contraseña en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Pass-the-Ticket (PtT): inyectar un TGT/TGS robado en la sesión. Característica: reutiliza autenticación Kerberos válida.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Overpass-the-Hash: usar el hash para pedir un TGT (Kerberos) y así moverse. Característica: combina lo mejor de PtH con Kerberos.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LSASS: proceso que guarda credenciales en memoria. Característica: fuente principal de extracción.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Credential Guard: aísla determinados secretos mediante seguridad basada en virtualización. Característica: reduce rutas de extracción, pero no reemplaza separación administrativa ni reducción de NTLM.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Material de autenticación: secreto, clave o ticket que permite demostrar una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NT: valor derivado de la contraseña usado en mecanismos Windows heredados.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NTLM: familia de protocolos basada en desafío-respuesta.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PtH: reutilización de un hash NT para autenticarse mediante NTLM.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PtT: reutilización de un ticket Kerberos obtenido de otra sesión o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Overpass-the-Hash: uso de material de clave para solicitar tickets Kerberos.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LSASS: proceso de autoridad de seguridad local que participa en autenticación.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 lab / GOAD con varias máquinas y una cuenta local admin reutilizada (escenario clásico).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Mimikatz / pypykatz para extracción; Impacket (psexec.py, wmiexec.py, secretsdump.py); NetExec (nxc); Rubeus para tickets.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Privilegios de administrador local en la máquina de origen (para leer LSASS).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hashes (con admin local). En la máquina de origen del lab: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pypykatz lsa minidump lsass.dmp sobre un volcado.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Pass-the-Hash con nxc: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Autentícate sin conocer la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Ejecución remota por PtH: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Overpass-the-Hash con Rubeus: Rubeus.exe asktgt /user:svc /rc4:&lt;HASH&gt; /ptt para obtener e inyectar un TGT.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Pass-the-Ticket: exporta un TGT (Rubeus dump / mimikatz sekurlsa::tickets /export) e inyéctalo con Rubeus.exe ptt /ticket:ticket.kirbi.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NTLM permite Pass-the-Hash y Kerberos no directamente.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PtH para acceder a una segunda máquina del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Overpass-the-Hash y confirma el TGT con klist.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Roba e inyecta un TGT para moverte a una tercera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Credential Guard rompe la extracción de LSASS.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modelo de tiering de Microsoft y cómo limita el movimiento lateral.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Partiendo de admin local en una máquina del lab, muévete lateralmente a otras dos máquinas usando Pass-the-Hash y Pass-the-Ticket (una técnica cada una), sin conocer contraseñas en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obtienes ejecución de comandos en dos máquinas destino distintas, una vía PtH y otra vía PtT, mostrando los comandos empleados y el material (hash/ticket) reutilizado. Todo en…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PtH rechazado (STATUSLOGONFAILURE) — Hash o usuario incorrecto, o cuenta de dominio (usa --local-auth para local)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puedo leer LSASS — Falta admin local o Credential Guard activo; consíguelo o cambia de técnica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PtT no autentica — Ticket expirado o para otro servicio; verifica caducidad y SPN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Overpass falla — Etype/hash equivocado; usa el hash NTLM correcto con /rc4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Detectado al dumpear — Acceso a LSASS muy vigilado; asume telemetría (Sysmon EID 10)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¿PtH sigue funcionando en Windows moderno?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mientras se use NTLM. Credential Guard, LSA protection y el modelo de tiering lo dificultan, pero muchos entornos siguen siendo vulnerables.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¿Diferencia entre PtH y PtT?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PtH reutiliza el hash NTLM (autenticación NTLM); PtT reutiliza un ticket Kerberos ya emitido. Overpass-the-Hash es el puente: del hash a un TGT.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se defiende una organización?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Credential Guard, deshabilitar NTLM donde se pueda, tiering administrativo, LAPS para contraseñas locales únicas y monitorización de accesos a LSASS.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Windows Authentication Architecture. &lt;https://learn.microsoft.com/en-us/windows-server/security/windows-authentication/windows-authentication-architecture&gt; — base para separar…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Passwords technical overview. &lt;https://learn.microsoft.com/en-us/windows-server/security/kerberos/passwords-technical-overview&gt; — sustenta el papel del hash NT y cuándo Windows usa NTLM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Pass the Hash (T1550.002). &lt;https://attack.mitre.org/techniques/T1550/002/&gt; — definición, mitigaciones y detección específicas de PtH.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Pass the Ticket (T1550.003). &lt;https://attack.mitre.org/techniques/T1550/003/&gt; — definición y fuentes de telemetría específicas de PtT.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Implementing Least-Privilege Administrative Models.…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Impacket. &lt;https://github.com/fortra/impacket&gt; y Rubeus. &lt;https://github.com/GhostPack/Rubeus&gt; — referencias de herramientas usadas en el laboratorio controlado.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5e46885392141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2926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