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178 — Purple teaming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 el conocimiento ofensivo en mejora defensiva mediante el purple teaming: la colaboración estructurada entre Red y Blue para probar, medir y afinar detecciones técnica por técnica. El alumno…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diferencia entre red, blue y purple team.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ciclo purple sobre una técnica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la cobertura de detección con ATT&amp;CK Navigator.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Escribir/afinar una detección basada en la observación de un TTP.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hallazgos accionables para el SOC.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Red vs Blue vs Purple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Ciclo purple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Selección de TTPs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Instrumentación defensiva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Detection engineering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Métricas de cobertura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Documentación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Purple teaming describe colaboración estructurada entre quienes emulan comportamiento adversario y quienes operan la defensa. Puede realizarse con personas que conservan roles separados; no exige…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técnica ATT&amp;CK es un identificador útil, pero todavía no es un caso de prueba. Hay que definir procedimiento, activo, identidad, resultado esperado, fuentes de datos y condición de limpieza. Dos…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Sysmon o el EDR registre un evento demuestra visibilidad, no detección. Una regla que coincide demuestra analítica, pero todavía debe generar una alerta enrutable, con contexto suficiente y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También se registra prevención por separado. Si un control bloquea la prueba, se valida el evento de bloqueo y se decide si aún debe existir una detección. La defensa robusta no depende de una sola…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Colorear una técnica completa como «detectada» puede sobrestimar madurez. La cobertura pertenece a una combinación de procedimiento, plataforma, fuente, versión y analítica. Conviene usar estados…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prueba conserva versión, entradas, hashes o identificadores, hora y limpieza. Tras cambiar un sensor o regla se ejecuta exactamente la misma variante, y luego una variante vecina para evitar…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Purple team: colaboración Red+Blue en tiempo real para mejorar detección. Característica: objetivo compartido, no adversarial.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Ciclo purple: iterar ejecución de un TTP y ajuste de la detección hasta cubrirlo. Característica: iterativo y medible.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Detection engineering: disciplina de crear y afinar reglas de detección. Característica: nace de observar TTPs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ATT&amp;CK: estado documentado de procedimientos relevantes por plataforma, fuente y analítica. Característica: Navigator ayuda a visualizarla, pero no existe un porcentaje universal sin…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True/false positive: alerta correcta vs falsa. Característica: el ciclo purple busca maximizar TP y reducir FP.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vs prevención: alertar sobre vs bloquear. Característica: el purple team mide ambas.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Purple teaming: colaboración iterativa para validar y mejorar controles con comportamiento adversario controlado.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Hipótesis de detección: afirmación comprobable sobre datos, analítica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Procedimiento: implementación concreta de una técnica en un contexto definido.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 de datos: sistema o componente que produce observaciones relevantes.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Telemetría: eventos y medidas recogidos antes de aplicar una decisión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Analítica: lógica que transforma datos en una señal con significado.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True positive: alerta que corresponde correctamente al comportamiento probado.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AD lab con instrumentación defensiva: Sysmon (config SwiftOnSecurity), un SIEM (Elastic/Wazuh/Splunk free) y/o EDR.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(Clase 180) para ejecutar TTPs atómicos reproducibles.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 para la matriz de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técnicas ofensivas de las clases anteriores como insumos a detectar.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la instrumentación. Instala Sysmon con una config robusta y envía eventos a tu SIEM; verifica que llegan.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TTP. Toma Kerberoasting (T1558.003) de la Clase 171.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y observa (ronda 1). Lanza el ataque y busca en el SIEM el evento 4769 con etype RC4; comprueba si existe una regla que alerte.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Ajusta la detección. Escribe/afina una regla que alerte ante múltiples 4769 RC4 en poco tiempo desde un mismo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Reejecuta (ronda 2). Vuelve a lanzar Kerberoasting y confirma que ahora sí dispara la alerta; reduce falsos positivos si aparecen.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cobertura. En Navigator, marca el TTP como "detectado" (verde) y repite el ciclo con 2–3 técnicas más (PtH, DCSync).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Documenta. Registra por técnica: qué se ejecutó, qué se observó, la regla creada y el estado de cobertura.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ciclo purple con un diagrama.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ciclo purple completo sobre Pass-the-Hash.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de detección para DCSync (evento 4662).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capa de cobertura en Navigator con 5 técnicas.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Reduce un falso positivo de una de tus reglas y documenta cómo.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hallazgo accionable para el SOC a partir de una técnica no detectada.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ciclo purple completo sobre al menos 3 técnicas de esta parte: demuestra que inicialmente no se detectaban (o se detectaban mal) y que tras afinar reglas quedan cubiertas, reflejándolo 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para cada técnica presentas la ejecución, la observación en el SIEM, la regla creada/afinada y la reejecución que confirma la detección; el layer de Navigator muestra las 3…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llegan eventos al SIEM — Sysmon/forwarder mal configurado; valida el pipeline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regla no dispara — Campo/etype equivocado; inspecciona el evento crudo antes de escribir la regla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Muchos falsos positivos — Regla demasiado amplia; añade umbrales y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inflada — Marcaste "detectado" sin verificar; exige reejecución que confirme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 y Blue no coordinan — Falta agenda del ciclo; define quién ejecuta y quién observa cada TTP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¿Purple team es un equipo o una actividad?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todo una actividad/función: Red y Blue colaborando. Algunas organizaciones tienen un rol dedicado, pero el valor está en el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¿En qué se diferencia de un Red Team normal?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Red Team clásico prueba la detección sin avisar; el purple team colabora abiertamente para mejorarla técnica por técnica. Son complementarios.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Atomic Red Team?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Ayuda mucho porque da TTPs atómicos reproducibles (Clase 180), pero puedes ejecutar las técnicas manualmente de las clases anteriores.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Data Sources. &lt;https://attack.mitre.org/datasources/&gt; — vocabulario para relacionar comportamiento con componentes de telemetría.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Detection Strategies. &lt;https://attack.mitre.org/detectionstrategies/&gt; — referencia para separar estrategia, analíticas y fuentes requeridas.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— documentación oficial. &lt;https://www.atomicredteam.io/docs/atomic-red-team&gt; — sustenta pruebas pequeñas, prerrequisitos, autorización y limpieza.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Navigator. &lt;https://github.com/mitre-attack/attack-navigator&gt; — herramienta usada para comunicar capas de cobertura sin reemplazar la evidencia de prueba.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configuration. &lt;https://github.com/SwiftOnSecurity/sysmon-config&gt; — configuración comunitaria de laboratorio; debe adaptarse al entorno y no se presenta como estándar universal.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bcdbfea6054e1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19856"/>
            <a:ext cx="8229600" cy="658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