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177 — Red teaming físico</a:t>
            </a:r>
          </a:p>
          <a:p>
            <a:r>
              <a:rPr sz="1600">
                <a:solidFill>
                  <a:srgbClr val="2E8B57"/>
                </a:solidFill>
              </a:rPr>
              <a:t>parte 7 red team y operaciones ofensivas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la dimensión física del Red Team: cómo un atacante entra a un edificio, elude controles de acceso, clona credenciales, coloca dispositivos y usa ingeniería social presencial para lograr un…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Planificar un ejercicio físico con reconocimiento y pretexto.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técnicas de bypass de accesos (tailgating, clonado RFID, LPE física).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dispositivos de implante (dropbox, keyloggers, HID injection).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"get-out-of-jail-free letter" y las RoE físicas.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el acceso físico con la operación de 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Reconocimiento físico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Pretexto presencial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Bypass de accesos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Clonado de credenciales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Dispositivos de implante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Marco legal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Puente físico→red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evaluación física no se autoriza solo con una dirección. Las reglas deben identificar edificios y zonas excluidas, horarios, técnicas permitidas, personas que no pueden ser involucradas…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reconocimiento se limita a información necesaria para probar controles. Registrar matrículas, rostros o rutinas puede crear datos personales que la organización no necesita. La evidencia debe…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tarjeta no es todo el sistema de acceso. Importan enrolamiento, tecnología, lector, controlador, puerta, anti-passback, vigilancia y conducta del personal. La posibilidad de leer o copiar un…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Igualmente, un dispositivo USB que declara ser teclado no obtiene privilegios automáticamente. Intervienen bloqueo de pantalla, control de dispositivos, privilegios de la sesión, allowlisting y EDR.…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objetivo se valida con marcadores inocuos: alcanzar una zona acordada, presentar una tarjeta de prueba, conectar a una VLAN preparada o fotografiar un token puesto por la white cell. No se fuerza…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terminar se contabilizan dispositivos, se retiran implantes de prueba, se revocan credenciales temporales y se informa cualquier debilidad que pueda causar un riesgo inmediato. El hallazgo explica…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Tailgating / piggybacking: entrar detrás de un empleado autorizado. Característica: explota la cortesía humana, no un fallo técnico.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Clonado RFID: reproducción de datos de credenciales compatibles y débiles. Característica: no toda tarjeta de 125 kHz o 13,56 MHz es clonable; protocolo, claves y backend determinan el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Dropbox: dispositivo (ej. una mini-PC) dejado en la red interna con conectividad C2. Característica: convierte el acceso físico en foothold remoto.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HID injection: dispositivo que se hace pasar por teclado (Rubber Ducky) para ejecutar comandos. Característica: rápido y difícil de bloquear por USB storage policies.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Carta de autorización de emergencia: documento firmado y verificable que acredita alcance y contactos si el operador es interceptado. Característica: no otorga inmunidad ni sustituye el cumplimiento…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RoE físicas: reglas de qué edificios, horarios y métodos están permitidos. Característica: delimitan el ejercicio físico.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Alcance físico: espacios, horarios, personas y métodos incluidos expresamente.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Zona restringida: área con controles adicionales por sensibilidad o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Tailgating: entrada no autorizada aprovechando la apertura de una persona autorizada.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Piggybacking: acceso con conocimiento o cooperación de quien habilita el paso; el uso varía entre organizaciones.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Badge: credencial física o móvil presentada a un sistema de control de acceso.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RFID/NFC: familias de tecnologías de radio; frecuencia por sí sola no determina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HID: clase de dispositivo de interfaz humana, como teclado o ratón.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Herramientas de estudio: Proxmark3/Flipper Zero (RFID), Rubber Ducky/O.MG cable (HID), lockpicks (donde sea legal), una mini-PC como dropbox.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Cámara y libreta para el reconocimiento; ropa/props para el pretexto.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carta de autorización firmada y las RoE físicas del engagement.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Conectividad C2 preparada para el dropbox (Clases 164–165).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(entorno propio)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Reconocimiento simulado. Sobre un edificio ficticio, documenta accesos, horarios, tipos de badge y puntos ciegos que observarías (ejercicio en papel/mapa).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el pretexto. Elige uno (técnico de mantenimiento, repartidor) y prepara props y una historia coherente.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Clonado RFID (tu propia tarjeta). Con un lector, lee y clona una tarjeta que te pertenezca para entender el proceso; nunca la de un tercero.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HID injection (tu equipo). Programa un Rubber Ducky para abrir una shell C2 en tu máquina de laboratorio y mide cuánto tarda.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 un dropbox. Configura una mini-PC/VM que, al conectarse a la red del lab, establezca C2 saliente por el redirector.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la carta de autorización. Redacta una plantilla de get-out-of-jail letter con los campos esenciales.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Puente a la red. Explica cómo el dropbox o el HID te dan el foothold que continuaría en las técnicas de AD ya vistas.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plan de reconocimiento físico para un edificio ficticio.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dos pretextos presenciales y evalúa sus riesgos.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el clonado RFID y sus límites según la frecuencia.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Programa un payload HID que lance una shell en tu lab.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un dropbox que llame a casa por C2.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plantilla de carta de autorización con 8 campos.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 un kit de operación física (teórico + práctico en tu entorno): plan de recon, pretexto, un HID que lanza C2 en tu equipo, un dropbox que establece C2 en tu lab y una carta de autorización.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demuestras el HID abriendo una sesión C2 en tu propia máquina y el dropbox estableciendo C2 en tu lab; entregas el plan de recon, el pretexto y la carta de autorización…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Sin carta de autorización — Riesgo legal enorme; nunca operes sin ella firmada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clonado RFID no lee — Frecuencia equivocada (125 kHz vs 13.56 MHz); identifica el tipo de tarjeta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HID no ejecuta — Layout de teclado distinto; ajusta el mapeo de teclas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Dropbox no llama a casa — Egress filtrado; usa un canal permitido (HTTPS por proxy)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Pretexto poco creíble — Falta recon; adapta props y discurso al entorno real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red teaming físico es legal?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con autorización escrita del propietario y dentro de RoE claras. Sin eso, es allanamiento. La carta de autorización es innegociable.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combinar físico y red?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un atacante real no respeta la frontera: un dropbox o un badge clonado puede saltarse todo el perímetro de red. El ejercicio evalúa esa realidad.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practicar lockpicking?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en cerraduras propias y donde sea legal poseer las herramientas. Varían las leyes por país; infórmate antes.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— Technical Guide to Information Security Testing and Assessment, SP 800-115. &lt;https://doi.org/10.6028/NIST.SP.800-115&gt; — base para autorización, planificación segura, evidencia y reglas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— Security and Privacy Controls for Information Systems and Organizations, SP 800-53 Rev. 5, familia PE. &lt;https://doi.org/10.6028/NIST.SP.800-53r5&gt; — sustenta defensa física en profundidad…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Hardware Additions (T1200). &lt;https://attack.mitre.org/techniques/T1200/&gt; — clasificación del riesgo de añadir dispositivos y sus mitigaciones.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TOOOL — recursos educativos y código ético. &lt;https://toool.us/&gt; — referencia de seguridad y práctica responsable de cerraduras.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Proxmark3. &lt;https://github.com/RfidResearchGroup/proxmark3&gt; y Hak5 USB Rubber Ducky. &lt;https://docs.hak5.org/hak5-usb-rubber-ducky/&gt; — documentación de los dispositivos del laboratorio, sin asumir que…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096dfbf77107f1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826" y="1097280"/>
            <a:ext cx="6398348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