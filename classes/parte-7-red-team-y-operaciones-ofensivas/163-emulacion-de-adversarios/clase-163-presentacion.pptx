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163 — Emulación de adversarios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transformar threat intelligence sobre un actor real en un plan de emulación ejecutable: qué técnicas usa, en qué orden, con qué herramientas, y cómo reproducir su comportamiento de forma…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emulación, simulación y ataque oportunista.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TTPs de un informe de CTI y estructurarlos en fases.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plan de emulación con la MITRE Emulation Library como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herramientas que reproduzcan cada TTP fielmente.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los criterios de "detectado/no detectado" por cada fase.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Emulación vs simulación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Threat intelligence como insumo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Emulation Library de MITRE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Fases y encadenamiento de 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Selección de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Micro-emulaciones (CTID)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Criterios de detección por fase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diferencia entre "hacer hacking" y emular a un adversario es la diferencia entre improvisar y seguir un guion basado en inteligencia. La emulación de adversarios toma lo que sabemos de un actor…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Tres cosas que se confunden y no son lo mismo: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— En qué se basa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— TTPs de un actor específico (CTI)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Simulación — Comportamientos adversariales genéricos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oportunista — Lo que el operador sepa hacer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emulación es la más realista y la más cara de preparar, porque exige inteligencia sólida. La simulación (por ejemplo con Atomic Red Team) es un buen primer paso cuando el cliente aún no tiene un…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emulation: reproducción fiel del comportamiento de un actor específico basada en CTI. Característica: imita TTPs, no solo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simulation: uso de comportamientos adversariales genéricos sin atarse a un actor. Característica: menos específica, más rápida.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(Tactics, Techniques, Procedures): la firma comportamental de un actor. Característica: más difícil de cambiar que un IOC.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Emulation Plan: documento paso a paso que reproduce a un actor. Característica: encadena TTPs con herramientas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CTI (Cyber Threat Intelligence): información sobre actores, campañas y TTPs. Característica: es la materia prima del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Micro-emulation: emulación de un comportamiento pequeño y aislado (CTID). Característica: modular y componible.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emulation — Reproducción fiel del comportamiento de un actor real, basada en CTI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simulation — Uso de comportamientos adversariales genéricos, sin atarse a un actor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— Tácticas, técnicas y procedimientos; la firma comportamental de un actor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CTI — Cyber Threat Intelligence: información sobre actores, campañas y TTPs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Emulation Plan — Documento paso a paso que reproduce a un actor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Emulation Library — Colección pública de planes validados por MITRE/CTID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Adversary Emulation Library.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Informes de CTI públicos (Mandiant, CrowdStrike, Microsoft, DFIR Report).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laboratorio de las clases siguientes (C2 + AD lab) para ejecutar el plan más adelante.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reproducción: Sliver/Mythic (C2), Impacket, y Atomic Red Team (Clase 180) para TTPs atómicos.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actor. Toma APT29 (usaremos el plan público de la Emulation Library como referencia).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la CTI base. Revisa 2 informes públicos y anota las técnicas mencionadas con su ID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plan de MITRE. Clona la Emulation Library y abre el plan de APT29; identifica sus fases (Initial Access → Discovery → Credential Access → Lateral Movement → Collection → Exfiltration).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tu plan. Crea una tabla con columnas: Fase | Técnica (ID) | Herramienta | Comando/acción | Detección esperada.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herramientas por TTP. Para "PowerShell download cradle" (T1059.001), decide reproducirlo con un stager de tu C2; para "credential dumping" (T1003.001), con un método equivalente a Mimikatz…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las fases. Ordena los TTPs de forma que cada uno habilite al siguiente (ej. discovery antes que lateral movement).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criterios de éxito y detección. Por cada fila, escribe qué evento debería generar y quién debería verlo.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emulación y simulación.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8 TTPs de un informe público de CTI y mapéalos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esos 8 TTPs en fases coherentes de un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una herramienta para reproducir cada uno de 5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criterio de detección para tres fases.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dos planes de la Emulation Library y señala una diferencia de estilo entre los dos actores.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emulación de una página para un actor de tu elección (con base en CTI pública), que contenga al menos 10 TTPs organizados en 5 fases, la herramienta de reproducción por TTP y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TTP tiene ID ATT&amp;CK válido, hay continuidad lógica entre fases (cada una habilita la siguiente) y las herramientas elegidas reproducen el comportamiento descrito en la…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 es una lista sin orden — Faltan fases; encadena TTPs por dependencia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copia el malware del actor — No es necesario ni seguro; reproduce el comportamiento, no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TTPs sin fuente — Emulación inventada; ancla cada técnica a un informe de CTI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puede medir — Faltan criterios de detección; añádelos por fase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elige un actor irreal para el entorno — Emular ICS en una red ofimática no aporta; ajusta el actor al objetivo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el malware real del actor?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Emulas el comportamiento (TTPs) con herramientas seguras y controladas. Usar malware real es peligroso e innecesario.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 dónde saco los TTPs de un actor?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su página en ATT&amp;CK (Groups), informes de proveedores de CTI y de la Emulation Library de MITRE.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¿Emulación o simulación para un cliente nuevo?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simulación (comportamientos genéricos) suele ser mejor punto de partida; la emulación de un actor específico aporta más cuando el cliente tiene un modelo de amenaza claro.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CTID — Adversary Emulation Library. &lt;https://github.com/center-for-threat-informed-defense/adversaryemulationlibrary&gt;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— Adversary Emulation Plans. &lt;https://attack.mitre.org/resources/adversary-emulation-plans/&gt;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 — Red Team Development and Operations.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Mandiant / CrowdStrike — informes públicos de threat intelligence.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df61bd7abd043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65576"/>
            <a:ext cx="8229600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