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173 — BloodHound y análisis de rutas de ataque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BloodHound para modelar Active Directory como un grafo y descubrir rutas de ataque hacia el compromiso de dominio que serían invisibles a simple vista. El alumno recolectará datos con…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Recolectar datos de AD con SharpHound o bloodhound-python.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Importar y navegar el grafo en BloodHound (CE/legacy).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las aristas abusables (GenericAll, WriteDACL, AddMember,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Encontrar el camino más corto a Domain Admins.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rutas por sigilo y facilidad de explotación.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grafo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Collectors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Aristas abusables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Consultas predefinidas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Cypher personalizado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Priorización de rutas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Uso defensivo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auditoría puede listar miembros de grupos privilegiados y no detectar que una cuenta ordinaria controla indirectamente a uno de ellos. BloodHound modela identidades, equipos, grupos, sesiones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nodo representa una entidad; una arista expresa una relación con dirección y semántica. MemberOf no significa lo mismo que GenericAll, y HasSession describe estado observado, no un permiso…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camino es una hipótesis: hay que confirmar que los datos siguen vigentes, que la ACE no está condicionada por herencia, que el servidor es alcanzable y que la sesión continúa existiendo.…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recolección combina objetos relativamente estables —grupos o ACL— con estados volátiles —sesiones—. Cada conjunto necesita marca de tiempo, identidad recolectora, métodos habilitados y cobertura.…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cuenta colectora también condiciona visibilidad. Que no aparezca una relación puede significar que no existe, que no fue consultada o que la identidad no pudo verla. Ausencia en el grafo no…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camino con menos aristas ayuda a explorar, pero el control defensivo se elige por alcance y efecto. Quitar una ACE heredada mal concedida puede cortar cientos de rutas; cerrar una sesión corta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Conviene etiquetar activos de alto valor y puntos de entrada realistas, y comparar rutas antes y después de un cambio. Así BloodHound valida delegaciones de helpdesk, separación de niveles, cuentas…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BloodHound: herramienta que modela AD como grafo para hallar rutas de ataque. Característica: convierte relaciones complejas en caminos visibles.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SharpHound: collector que extrae objetos y relaciones del dominio. Característica: genera JSON/zip para importar.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Arista abusable: relación de permiso explotable (ej. GenericAll). Característica: define un "salto" en la ruta.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GenericAll / WriteDACL: control total o sobre la ACL de un objeto. Característica: permiten tomar control de cuentas/grupos.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Cypher: lenguaje de consulta de grafos (Neo4j). Característica: permite preguntas personalizadas.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Attack path: secuencia de aristas de un nodo controlado a uno objetivo. Característica: el "mapa" del ataque.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Grafo dirigido: nodos conectados por relaciones con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Nodo: entidad modelada, como usuario, grupo, equipo o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Arista: relación tipada entre dos nodos.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Semántica de arista: condiciones exactas bajo las que una relación representa capacidad o estado.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Attack path: secuencia potencial desde un punto inicial hasta un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Punto de entrada: identidad o activo considerado inicialmente controlado.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Activo de alto valor: entidad cuya afectación tendría impacto significativo.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BloodHound CE (Docker) o BloodHound legacy + Neo4j.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SharpHound (Windows) o bloodhound-python desde Linux.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AD lab / GOAD con datos de las clases anteriores (recolección de la Clase 170).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Credenciales de bajo privilegio como punto de partida del análisis.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BloodHound CE: curl -L https://ghst.ly/getbhce | docker compose -f - up (o el método del repo) y accede a la consola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 con bloodhound-python: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 SharpHound.exe -c All desde una máquina del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Importa los archivos zip/JSON en BloodHound y confirma que aparecen usuarios, equipos y grupos.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Marca tu punto de partida. Señala tu usuario de bajo privilegio como "Owned".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la consulta clave: "Shortest Path to Domain Admins from Owned Principals" y analiza las aristas del camino.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aristas. Haz clic en una arista GenericAll y lee la ayuda de abuso (cómo explotarla con net, PowerView, Impacket).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Recolecta el lab con dos collectors distintos y compara los resultados.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el camino más corto de tu usuario a Domain Admins.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se abusa de WriteDACL sobre un grupo.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consulta Cypher que liste equipos con Unconstrained Delegation.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 dos rutas por sigilo y justifica tu elección.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BloodHound de forma defensiva: identifica una relación peligrosa que recomendarías eliminar.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BloodHound, identifica y documenta una ruta completa desde un usuario de bajo privilegio hasta Domain Admins en tu AD lab, explicando cómo se abusa de cada arista del camino.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presentas el grafo con la ruta resaltada, listas cada arista en orden con la técnica concreta de abuso, y señalas cuál es el "salto" más ruidoso de la cadena.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caminos a DA — Datos incompletos; recolecta con -c All y marca "Owned"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Importación falla — Versión de collector incompatible con BloodHound CE; usa versiones emparejadas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Grafo vacío — Neo4j no conectado o import erróneo; revisa credenciales de Neo4j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SharpHound detectado — Recolección ruidosa; usa métodos más selectivos y espaciados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Aristas sin sentido — Datos viejos; vuelve a recolectar tras cambios en el lab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¿BloodHound explota por mí?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identifica las rutas y explica cómo abusarlas, pero la explotación la ejecutas tú con otras herramientas (PowerView, Impacket, Rubeus).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¿CE o legacy?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BloodHound CE es la versión actual y recomendada. La legacy sigue documentada, pero CE trae mejor rendimiento y despliegue con Docker.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¿También sirve para defender?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Sí. Los defensores lo usan para encontrar y cortar rutas peligrosas (relaciones ACL excesivas) antes de que un atacante las explote.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SpecterOps — BloodHound: Attack Paths. &lt;https://bloodhound.specterops.io/analyze-data/findings/attack-paths&gt; — fuente principal para nodos iniciales, objetivos, rutas y remediación.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SpecterOps — BloodHound CE documentation. &lt;https://bloodhound.specterops.io/&gt; — referencia oficial para recolección, importación y semántica del modelo.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SpecterOps — repositorio oficial de BloodHound. &lt;https://github.com/SpecterOps/BloodHound&gt; — fuente usada para fijar la versión del software desplegado en el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Best Practices for Securing Active Directory. &lt;https://learn.microsoft.com/en-us/windows-server/identity/ad-ds/plan/security-best-practices/best-practices-for-securing-active-directory&gt;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bloodhound-python. &lt;https://github.com/dirkjanm/BloodHound.py&gt; — documentación del recolector alternativo utilizado en el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Hacker Recipes — DACL abuse. &lt;https://www.thehacker.recipes/ad/movement/dacl/&gt; — apoyo práctico; cada conclusión se valida contra la semántica oficial de la arista.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80fe6787b83f6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08376"/>
            <a:ext cx="8229600" cy="14813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