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170 — Active Directory: enumeración</a:t>
            </a:r>
          </a:p>
          <a:p>
            <a:r>
              <a:rPr sz="1600">
                <a:solidFill>
                  <a:srgbClr val="2E8B57"/>
                </a:solidFill>
              </a:rPr>
              <a:t>parte 7 red team y operaciones ofensivas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a enumerar un dominio de Active Directory desde una posición de foothold: usuarios, grupos, equipos, políticas, confianzas, SPNs y relaciones. La enumeración es el 80% del trabajo en AD…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Montar un laboratorio de Active Directory (o desplegar GOAD).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Enumerar usuarios, grupos, equipos y GPOs con herramientas nativas y de terceros.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SPNs, cuentas privilegiadas y relaciones de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Consultar LDAP de forma eficiente y sigilosa.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Documentar la superficie del dominio para planificar el ataque.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Estructura de 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LDAP y objetos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Enumeración de usuarios/grupos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SPNs y cuentas de servicio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GPOs y ACLs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Confianzas de dominio/forest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Sigilo en la enumeración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 DS no es solamente una lista de usuarios. Es un servicio de directorio distribuido entre controladores de dominio que almacena objetos —cuentas, equipos, grupos, unidades organizativas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enumeración útil reconstruye tres planos: identidad (quién es quién), recursos (qué equipos y servicios existen) y control (quién puede modificar o utilizar qué). Una cuenta aparentemente común…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consulta necesita una base de búsqueda, un alcance, un filtro y los atributos que se desean recuperar. Pedir todo el dominio con todos los atributos es sencillo, pero genera volumen y dificulta…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distinguished name ubica un objeto en el árbol; el sAMAccountName conserva un nombre de inicio de sesión histórico y el SID identifica al principal de seguridad dentro de las relaciones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PowerView, Impacket, NetExec y los colectores de BloodHound son medios de consulta, no conclusiones. Cada resultado importante debe verificarse mediante otra vista o consulta y conservar su…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BloodHound representa relaciones como nodos y aristas para ayudar a razonar sobre caminos. Eso no convierte cada camino calculado en uno ejecutable: pueden intervenir segmentación, sesiones…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Las lecturas legítimas del directorio son necesarias para la administración, por lo que prevenirlas de forma absoluta no suele ser viable. La defensa busca secuencias, volumen, origen e identidad: un…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Active Directory: servicio de directorio de Microsoft para gestionar identidades y recursos. Característica: LDAP + Kerberos como columna vertebral.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LDAP: protocolo de consulta del directorio. Característica: permite enumerar casi todo con una cuenta de dominio válida.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SPN (Service Principal Name): identificador de un servicio ligado a una cuenta. Característica: habilita Kerberoasting.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GPO (Group Policy Object): política aplicada a OUs/equipos. Característica: mal configurada, ofrece escalado.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ACL / ACE: permisos sobre objetos de AD. Característica: relaciones abusables (GenericAll, WriteDACL).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Trust (confianza): relación entre dominios/forests. Característica: puede permitir saltar de un dominio a otro.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 DS: servicio de directorio de dominio de Microsoft implementado por controladores de dominio.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Objeto: entrada del directorio que representa una identidad, recurso, contenedor u otra entidad.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Atributo: propiedad almacenada en un objeto, como nombre, SID o SPN.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LDAP: protocolo estándar para consultar y actualizar servicios de directorio.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Base DN: punto del árbol desde el cual comienza una búsqueda LDAP.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Distinguished name (DN): nombre jerárquico único que ubica un objeto en el directorio.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SID: identificador de un principal de seguridad utilizado en autorización.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 lab: un DC Windows Server + 1–2 workstations, o desplegar GOAD.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PowerView (PowerShell), NetExec (nxc), ldapsearch, BloodHound collectors (Clase 173).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Impacket (GetADUsers.py, GetUserSPNs.py) desde Linux.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cuenta de dominio de bajo privilegio para partir del foothold.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Despliega el lab. Levanta GOAD o tu DC + workstations. Verifica resolución DNS al dominio (ej. lab.local).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con nxc: nxc smb 10.10.10.10 -u user -p 'pass' --users --groups para listar usuarios y grupos.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PowerView desde Windows. Importa el módulo y ejecuta Get-DomainUser, Get-DomainGroupMember "Domain Admins", Get-DomainComputer.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Busca SPNs: con Impacket GetUserSPNs.py lab.local/user:pass -dc-ip 10.10.10.10 para localizar cuentas de servicio (insumo de la próxima clase).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Consulta LDAP directa: ldapsearch -x -H ldap://10.10.10.10 -D 'user@lab.local' -w pass -b 'DC=lab,DC=local' '(objectClass=user)'.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confianzas: Get-DomainTrust y anota relaciones entre dominios del forest.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Recoge para BloodHound. Ejecuta el collector (SharpHound/bloodhound-python) para el análisis de rutas de la Clase 173, y documenta cuentas privilegiadas y ACLs interesantes.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Lista todos los miembros de "Domain Admins" del lab con dos herramientas distintas.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Encuentra 3 cuentas con SPN y explica por qué son interesantes.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Consulta por LDAP los usuarios con PASSWDNOTREQD o DONTREQUIREPREAUTH.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las GPOs del dominio y a qué OUs aplican.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las confianzas del forest y dibújalas.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el ruido (telemetría) de PowerView vs consultas LDAP puntuales.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Produce un mapa del dominio de tu AD lab: usuarios privilegiados, cuentas con SPN, GPOs relevantes, confianzas y al menos una relación ACL potencialmente abusable, recogido además con un collector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entregas un documento/diagrama con esos cinco elementos, cada dato verificable en el lab, y un archivo de recolección listo para importar en BloodHound.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LDAP no responde — DNS mal configurado o credenciales inválidas; verifica dominio y cuenta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PowerView bloqueado por AMSI — Import detectado; aplica lo visto en la Clase 169 en el lab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aparecen SPNs — No hay cuentas de servicio con SPN registrado; revisa el diseño del lab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Enumeración muy ruidosa — Consultas masivas; usa peticiones dirigidas y espaciadas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collector falla — Falta conectividad al DC o permisos; ejecuta con la cuenta correcta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¿Necesito ser admin para enumerar AD?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necesariamente. Por defecto, una identidad autenticada puede leer muchos objetos y atributos necesarios para operar AD DS, pero ACL, endurecimiento y tipo de objeto pueden limitar la vista. La…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¿PowerView o BloodHound?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Ambos: PowerView para consultas puntuales interactivas; BloodHound para visualizar relaciones y rutas de ataque (Clase 173).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GOAD?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Game of Active Directory: un laboratorio vulnerable y reproducible pensado para practicar ataques a AD de forma legal en tu propia máquina.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Microsoft — Active Directory Protocols Overview. &lt;https://learn.microsoft.com/en-us/openspecs/windowsprotocols/ms-adod/9003d65b-05eb-4ba1-a006-dd617476319d&gt; — fuente principal para distinguir AD DS…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Microsoft — Active Directory Data Model and glossary. &lt;https://learn.microsoft.com/en-us/openspecs/windowsprotocols/ms-addm/bf6e41b7-bae0-4a47-affd-6f18218a537c&gt; — sustenta los conceptos de objeto…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Permission Groups Discovery (T1069). &lt;https://attack.mitre.org/techniques/T1069/&gt; — referencia para explicar el valor ofensivo y la detección de enumeración de grupos.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SpecterOps — BloodHound: Attack Paths. &lt;https://bloodhound.specterops.io/analyze-data/findings/attack-paths&gt; — base del razonamiento como grafo y de la necesidad de validar los caminos calculados.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GOAD. &lt;https://github.com/Orange-Cyberdefense/GOAD&gt; — laboratorio vulnerable reproducible utilizado en los ejercicios.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PowerSploit/PowerView. &lt;https://github.com/PowerShellMafia/PowerSploit&gt; e Impacket. &lt;https://github.com/fortra/impacket&gt; — documentación de las herramientas concretas del laboratorio.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7c7daba76b9dbc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17713"/>
            <a:ext cx="8229600" cy="506265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