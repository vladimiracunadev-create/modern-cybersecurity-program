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174 — Compromiso total de dominio: DCSync y Golden Ticket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las técnicas que representan el "game over" de un dominio: DCSync (replicar el directorio para robar todos los hashes, incluido el de krbtgt) y Golden Ticket (forjar un TGT válido para…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Demostrar en un dominio desechable cómo una identidad con derechos de replicación puede solicitar material de krbtgt, limitando y registrando el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Forjar un Golden Ticket y usarlo para acceso arbitrario.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krbtgt es la clave maestra del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Golden Ticket de Silver Ticket.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DCSync y tickets forjados con la telemetría adecuada.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Derechos de replicación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DCSync (T1003.006)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El hash de krbtgt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Golden Ticket (T1558.001)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Silver Ticket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Persistencia y peligro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Detección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controladores de dominio replican cambios para mantener copias coherentes del directorio. DCSync imita solicitudes de replicación con una identidad que posee derechos suficientes, como…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consecuencia es grave porque puede exponer material de credenciales sin una extracción convencional dentro de LSASS del DC. Pero decir que «parece totalmente legítimo» es excesivo. La defensa…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define T1558.001 como la forja de un TGT mediante material de krbtgt. También se necesita contexto correcto del dominio. El ticket permite representar identidades y solicitar tickets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Silver Ticket usa la clave de una cuenta de servicio para forjar un ticket destinado a ese servicio. Su alcance es menor y la ruta puede evitar parte de la interacción normal con el KDC, lo cual…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indica que, durante la recuperación de un bosque, la contraseña de krbtgt debe restablecerse dos veces y entre ambos cambios se debe esperar más que la vida máxima configurada de los…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cambio de krbtgt tampoco limpia cuentas persistentes, ACL maliciosas, claves de servicio ni endpoints comprometidos. La respuesta revisa derechos de replicación, administradores, confianzas, GPO…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resultado debe probar la cadena causal: derecho de replicación observado, solicitud desde origen no esperado, material afectado, consecuencia sobre tickets y señales disponibles. La restauración…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DCSync: abusar de derechos de replicación para solicitar datos sensibles al DC. Característica: usa operaciones de replicación, pero el origen no-DC y las delegaciones anómalas pueden detectarse.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krbtgt: cuenta cuyo hash cifra todos los TGT del dominio. Característica: quien lo tiene, forja identidad de cualquiera.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Golden Ticket: TGT forjado con material de clave de krbtgt. Característica: permite representar identidades; el acceso real depende de servicio, conectividad y controles.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Silver Ticket: TGS forjado con material de clave de una cuenta de servicio. Característica: alcance limitado al servicio y una secuencia de telemetría distinta, no invisibilidad garantizada.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Derechos de replicación: permisos que normalmente tienen los DCs (y DA). Característica: si un usuario los obtiene, puede DCSync.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KRBTGT reset: rotación coordinada de las claves de krbtgt según la guía de recuperación. Característica: dos cambios separados por la vida configurada de tickets retiran claves anteriores, pero no…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Replicación de directorio: intercambio de cambios entre controladores para mantener AD DS coherente.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DRS: protocolos y operaciones empleados en la replicación de Active Directory.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Derecho extendido: permiso específico que autoriza operaciones más allá de lectura o escritura genérica.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DCSync: solicitud de datos de replicación abusando de derechos equivalentes a los necesarios para replicar.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krbtgt: cuenta especial cuyas claves usa el KDC para proteger TGT.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Golden Ticket: TGT forjado con material de krbtgt.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Silver Ticket: ticket de servicio forjado con la clave de una cuenta de servicio.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 lab / GOAD con una cuenta que tenga (o a la que hayas concedido, vía una ruta de BloodHound) derechos de replicación.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Impacket secretsdump.py para DCSync; Mimikatz para DCSync y forja de tickets; Rubeus como alternativa.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previo con privilegios altos (DA o equivalente) obtenido en las clases anteriores.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los derechos. Confirma que tu cuenta (o una ruta de BloodHound) tiene DS-Replication-Get-Changes-All.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DCSync con Impacket: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hash NTLM de krbtgt (y de cuentas objetivo).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Anota el SID del dominio: Get-DomainSID o con lookupsid.py.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Forja el Golden Ticket (Mimikatz):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el ticket. Con el TGT forjado inyectado, accede al DC: dir \\dc01.lab.local\C$ o psexec.py sin credenciales adicionales.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Silver Ticket (comparación). En el dominio desechable, compara un TGS de prueba para un servicio concreto con el flujo normal. Observa qué solicitud al KDC falta y qué telemetría permanece en…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hash de krbtgt permite forjar identidad de cualquier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DCSync y extrae el hash de krbtgt del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Forja un Golden Ticket y accede al DC.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Forja un Silver Ticket y compáralo con el Golden en sigilo.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hay que resetear krbtgt dos veces.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lógica de detección basada en el evento 4662.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en un dominio desechable la cadena DCSync → compromiso de krbtgt → ticket forjado contra un recurso marcador preparado por la white cell, y restaura después el snapshot.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documentas el derecho que habilitó la replicación, la identidad y origen de la solicitud, el ticket observado con klist, las señales defensivas y un plan de recuperación que…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DCSync access denied — Falta el derecho de replicación; usa una cuenta/ruta que lo tenga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Golden Ticket no funciona — SID o hash de krbtgt incorrectos; verifica ambos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ticket expira raro — Vida por defecto muy larga delata; ajusta tiempos realistas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Silver no accede — Hash o SPN equivocado; usa el hash de la cuenta correcta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Detectado por 4662 — DCSync desde un host no-DC es anómalo; asúmelo como telemetría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DCSync no "toca" el DC como un dump?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usa el protocolo de replicación legítimo (MS-DRSR): pide los datos como lo haría otro DC. Por eso es sigiloso, aunque el evento 4662 lo revela.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¿Cambiar la contraseña de Administrator invalida el Golden Ticket?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Solo resetear krbtgt (dos veces) invalida los golden tickets. Por eso es la peor persistencia posible.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¿Golden o Silver Ticket?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Golden afecta la confianza de emisión de TGT del dominio; Silver se limita a la clave y servicio asociados. Su detectabilidad depende de la telemetría y del procedimiento: que una ruta no solicite un…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DCSync (T1003.006). &lt;https://attack.mitre.org/techniques/T1003/006/&gt; — requisitos de replicación, mitigaciones y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Golden Ticket (T1558.001). &lt;https://attack.mitre.org/techniques/T1558/001/&gt; — relación entre clave de krbtgt, TGT forjado y solicitudes TGS.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AD Forest Recovery: Reset the krbtgt password. &lt;https://learn.microsoft.com/en-us/windows-server/identity/ad-ds/manage/forest-recovery-guide/ad-forest-recovery-reset-the-krbtgt-password&gt;…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Best Practices for Securing Active Directory. &lt;https://learn.microsoft.com/en-us/windows-server/identity/ad-ds/plan/security-best-practices/best-practices-for-securing-active-directory&gt;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Impacket. &lt;https://github.com/fortra/impacket&gt; — documentación de secretsdump utilizada solo para la demostración controlada.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10d28d2c031ef1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64408"/>
            <a:ext cx="8229600" cy="9692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