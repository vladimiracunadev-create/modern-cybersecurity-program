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164 — Diseño de infraestructura de comando y control (C2)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infraestructura de C2 resiliente y sigilosa: la red de servidores, redirectores, dominios y canales que un operador usa para controlar sus implantes sin exponer el servidor de comando ni…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arquitectura por capas de una operación (team server, redirectores, dominios).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redirector HTTP/HTTPS que oculte el team server.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y categorizar dominios para mimetizar tráfico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Separar la infraestructura de staging, C2 de largo plazo y exfiltración.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resiliencia ante bloqueos (rotación, canales alternativos).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Team server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Redirectores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Categorización de dominios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Canales (HTTPS, DNS, SMB)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Domain fronting / CDN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Separación por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Resiliencia y rotación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servidor desde el que un operador controla sus implantes es, a la vez, lo más valioso y lo más frágil de una operación. Si el defensor lo localiza, cae toda la campaña: identifica los implantes…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de oro es separar lo valioso (el team server, el cerebro) de lo desechable (los redirectores, los dominios). El objetivo solo habla con piezas sacrificables; cuando una se quema,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redirector es un proxy (socat, Nginx con proxypass, Apache modrewrite) que se sitúa entre el implante y el team server. Hace dos cosas: reenvía el tráfico C2 válido al team server y descarta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sigilo no es solo ocultar dónde está el servidor, sino hacer que el tráfico parezca rutinario. Tres palancas: categorizar dominios (un dominio clasificado como "business" o "health" por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todos los implantes usan el mismo canal. El short-haul (HTTPS con check-ins frecuentes) da trabajo interactivo y ágil, pero genera más tráfico. El long-haul (DNS o check-ins muy espaciados)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lección operativa final es compartimentar: infraestructura distinta para staging (entrega del payload), C2 de largo plazo y exfiltración. Así, quemar el dominio de staging no revela el canal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Team server: servidor central que gestiona implantes y operadores. Característica: se protege tras redirectores, nunca recibe tráfico del objetivo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Redirector: proxy (socat, Apache modrewrite, Nginx) que reenvía tráfico válido al team server y descarta el resto. Característica: es sacrificable.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Long-haul vs short-haul C2: canales lentos y sigilosos (persistencia) vs rápidos (trabajo interactivo). Característica: se combinan para equilibrar sigilo y agilidad.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Domain fronting: usar el SNI/host de un CDN legítimo para ocultar el destino real. Característica: cada vez más limitado por los proveedores.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Malleable profile: configuración que define cómo se ve el tráfico C2 (headers, URIs, jitter). Característica: mimetiza aplicaciones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Categorización de dominio: clasificar un dominio como "business/health" ante proxies web. Característica: evita bloqueos por reputación.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Team server — Servidor central que gestiona implantes y operadores; nunca se expone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 — Proxy sacrificable que reenvía tráfico válido y descarta el resto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Staging — Infraestructura dedicada a la entrega inicial del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Long-haul C2 — Canal lento y sigiloso para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Short-haul C2 — Canal rápido para trabajo interactivo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Domain fronting — Ocultar el destino real tras el SNI de un CDN legítimo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VPS de laboratorio (o VMs locales) para team server y redirectores.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socat, nginx/apache2 para redirectores; certbot para TLS 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dominio de práctica (o /etc/hosts en el lab para simular resolución).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Frameworks C2 que veremos en la Clase 165 (Sliver/Mythic) como consumidores de esta infraestructura.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Terraform/Ansible (opcional) para automatizar el despliegue reproducible.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team server en una VM aislada (lo poblaremos con Sliver en la próxima clase). Anota su IP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redirector HTTPS con socat: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donde 10.10.0.5 es el team server. El objetivo solo verá el redirector.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 filtrante con Nginx. Configura proxypass solo para las URIs de tu perfil C2 y devuelve un 302 a un sitio legítimo para todo lo demás: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Emite TLS válido con certbot para el dominio del redirector; evita certificados autofirmados que delatan la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funciones. Define un redirector para staging (entrega inicial) y otro para C2 de largo plazo, de modo que quemar uno no exponga el otro.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resiliencia. Apaga el redirector primario y verifica que el implante rota al secundario (lo configuraremos con el perfil del C2 en la Clase 165).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la arquitectura de una operación con 2 redirectores y separación staging/C2.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regla de Nginx que reenvía solo /jquery-3.6.0.min.js al team server.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certificado autofirmado es un mal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canales HTTPS, DNS y SMB en fiabilidad y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rotación de dominios ante un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estado actual del domain fronting en un CDN popular y resume por qué está limitado.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en tu lab una cadena objetivo → redirector (TLS válido) → team server donde el redirector solo reenvíe las URIs de tu perfil y redirija el resto a un sitio benigno.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desde una máquina "víctima" del lab, una petición a la URI válida llega al team server, pero navegar a la raíz del redirector devuelve el sitio benigno; el team server nunca…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defensor bloquea todo de golpe — Sin separación por función; segmenta staging/C2/exfil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inválido en el navegador — Autofirmado; usa Let's Encrypt para TLS confiable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Team server aparece en logs del objetivo — No hay redirector o filtra mal; asegúrate de que solo el redirector es visible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 C2 evidente en el proxy web — Perfil por defecto; personaliza el malleable profile (Clase 165)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 reenvía escaneos de bots — Falta filtrado por URI/User-Agent; añade reglas de descarte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conectar el implante directo al team server?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cuando el defensor descubre la IP, la bloquea y pierdes todos los implantes. Los redirectores son sacrificables y protegen el activo central.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domain fronting sigue siendo viable?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Muy limitado: la mayoría de CDNs lo han restringido. Hoy se prefieren dominios categorizados y perfiles maleables realistas.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¿DNS C2 es mejor que HTTPS?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es sigiloso y sobrevive a muchos filtros, pero es lento y ruidoso en volumen. Se usa como long-haul/backup, no como canal principal interactivo.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 (capítulo de infraestructura). &lt;https://redteam.guide/&gt;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Bishop Fox — Red Team infrastructure wiki. &lt;https://github.com/bluscreenofjeff/Red-Team-Infrastructure-Wiki&gt;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Command and Control (TA0011). &lt;https://attack.mitre.org/tactics/TA0011/&gt;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Nginx / socat documentación oficial.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8c1c313f14ec5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0400"/>
            <a:ext cx="8229600" cy="4077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