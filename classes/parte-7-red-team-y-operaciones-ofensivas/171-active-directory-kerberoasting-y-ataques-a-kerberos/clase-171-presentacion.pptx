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171 — Active Directory: Kerberoasting y ataques a Kerberos</a:t>
            </a:r>
          </a:p>
          <a:p>
            <a:r>
              <a:rPr sz="1600">
                <a:solidFill>
                  <a:srgbClr val="2E8B57"/>
                </a:solidFill>
              </a:rPr>
              <a:t>parte 7 red team y operaciones ofensivas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el protocolo Kerberos lo suficiente para atacar sus puntos débiles: Kerberoasting (robo y crackeo offline de tickets de servicio), AS-REP Roasting (usuarios sin preautenticación) y las bases…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el flujo Kerberos (AS-REQ/REP, TGS-REQ/REP) y dónde falla.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Kerberoasting y crackear el hash offline en el lab.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Realizar AS-REP Roasting contra cuentas sin preautenticación.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Relacionar cada ataque con su ID ATT&amp;CK y su detección.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Recomendar mitigaciones (contraseñas fuertes de servicio, gMSA, monitoreo).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Flujo Kerberos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TGT vs TGS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Kerberoasting (T1558.003)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AS-REP Roasting (T1558.004)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Tipos de cifrado (RC4 vs AES)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Crackeo offline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Detección y mitigación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un dominio, el Key Distribution Center (KDC) se ejecuta en los controladores de dominio y ofrece dos funciones lógicas: el Authentication Service y el Ticket Granting Service. Tras una…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ticket contiene información para el cliente y una parte protegida con una clave que el servicio correspondiente puede validar. El TGT está protegido con claves de krbtgt; el ticket de servicio…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Solicitar tickets para servicios es una operación normal. El riesgo aparece cuando el SPN está ligado a una cuenta con contraseña débil, reutilizada o muy antigua. ATT&amp;CK clasifica esta actividad…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tipo de cifrado afecta al coste, pero no es una garantía aislada. RC4 utiliza material derivado del hash NT y facilita cracking muy optimizado; AES incorpora claves derivadas con sal. Aun así, una…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preautenticación obliga al cliente a demostrar conocimiento de su clave antes de que el KDC entregue una respuesta aprovechable. Si una cuenta tiene deshabilitado ese requisito, puede solicitarse…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evento 4768 registra solicitudes de TGT y el 4769 solicitudes de tickets de servicio cuando la auditoría correspondiente está habilitada. Un único 4769 no prueba abuso: es parte normal de…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TGT (Ticket Granting Ticket): ticket inicial que prueba la identidad. Característica: cifrado con la clave de krbtgt.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TGS (ticket de servicio): ticket para un servicio concreto. Característica: una parte se protege con una clave de la cuenta de servicio; su derivación depende del tipo de cifrado.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Kerberoasting: pedir TGS de cuentas con SPN y crackear offline su contraseña. Característica: no requiere privilegios, solo una cuenta de dominio.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AS-REP Roasting: para usuarios con "no preauth", el AS-REP contiene material crackeable. Característica: ni siquiera hace falta conocer una contraseña.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Preautenticación: paso que evita ataques al AS-REQ. Característica: deshabilitarla abre AS-REP Roasting.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RC4 (etype 23): cifrado débil aún soportado. Característica: acelera enormemente el crackeo frente a AES.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KDC: servicio de distribución de claves que emite tickets Kerberos en el dominio.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Authentication Service: función del KDC que procesa la autenticación inicial y emite el TGT.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Ticket Granting Service: función del KDC que emite tickets para servicios concretos.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TGT: ticket reutilizable para solicitar otros tickets durante su vigencia.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Ticket de servicio: credencial Kerberos presentada a una instancia identificada por un SPN.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SPN: nombre que vincula una instancia de servicio con su cuenta de inicio de sesión.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Preautenticación: prueba previa de posesión de clave incluida en el intercambio inicial.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AD lab / GOAD de la clase anterior, con al menos una cuenta de servicio con SPN y contraseña débil.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Impacket: GetUserSPNs.py, GetNPUsers.py.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Rubeus (desde Windows) como alternativa nativa.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Hashcat con diccionarios (rockyou) para el crackeo offline.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Repaso del flujo. Dibuja AS-REQ → AS-REP (TGT) → TGS-REQ → TGS-REP y marca dónde entra material crackeable.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Kerberoasting con Impacket: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Crackea offline: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Recupera la contraseña de la cuenta de servicio.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AS-REP Roasting: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Rubeus (Windows): Rubeus.exe kerberoast /outfile:roast.txt y compara el flujo con Impacket.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Fuerza RC4 y compara. Solicita el TGS con etype RC4 y observa cuánto más rápido cracker frente a AES.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Describe el flujo Kerberos y explica por qué el TGS es crackeable.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Kerberoasting y crackea al menos una cuenta del lab.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Encuentra una cuenta sin preautenticación y haz AS-REP Roasting.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tiempos de crackeo RC4 vs AES para el mismo hash.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cómo gMSA mitiga el Kerberoasting.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la regla de detección basada en el evento 4769 con RC4.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Compromete la contraseña de una cuenta de servicio de tu AD lab mediante Kerberoasting y crackeo offline, y documenta el evento que el DC generó.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obtienes en claro la contraseña de una cuenta con SPN, muestras el comando de solicitud y el de crackeo, e identificas el evento 4769 con etype RC4 correspondiente en el…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devuelve hashes — No hay cuentas con SPN o credenciales inválidas; revisa enumeración (Clase 170)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Hashcat no cracker — Contraseña fuerte o modo incorrecto; verifica -m 13100/18200 y el diccionario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AS-REP Roasting vacío — Ninguna cuenta con "no preauth"; configúrala en el lab para practicar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Solo hashes AES — Servicio con AES; el crackeo es más lento, usa mejor diccionario/reglas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Detectado al instante — Muchas solicitudes RC4; el SOC alerta por eventos 4769 anómalos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¿Kerberoasting necesita privilegios?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Cualquier cuenta de dominio puede solicitar TGS de servicios con SPN. Por eso es tan popular: bajo requisito, alto impacto si hay contraseñas débiles.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importa retirar RC4?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material RC4 permite comprobaciones de candidatos mucho más económicas que los tipos AES habituales. Su retirada debe planificarse con inventario de compatibilidad, y siempre se combina con claves…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se previene?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Contraseñas largas y aleatorias para cuentas de servicio, uso de gMSA/dMSA, deshabilitar RC4 y monitorizar solicitudes de TGS anómalas.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Microsoft — Kerberos authentication overview. &lt;https://learn.microsoft.com/en-us/windows-server/security/kerberos/kerberos-authentication-overview&gt; — fuente principal para el papel del KDC, TGT…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Microsoft — Mutual Authentication Using Kerberos. &lt;https://learn.microsoft.com/en-us/windows/win32/ad/mutual-authentication-using-kerberos&gt; — sustenta la relación entre SPN, cuenta de servicio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Kerberoasting (T1558.003). &lt;https://attack.mitre.org/techniques/T1558/003/&gt; — condiciones, fuentes de detección y mitigaciones de la técnica.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AS-REP Roasting (T1558.004). &lt;https://attack.mitre.org/techniques/T1558/004/&gt; — referencia para no confundir la ausencia de preautenticación con Kerberoasting.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Rubeus. &lt;https://github.com/GhostPack/Rubeus&gt; y Hashcat — example hashes. &lt;https://hashcat.net/wiki/doku.php?id=examplehashes&gt; — documentación de las herramientas del laboratorio; no sustituyen la…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188285b9411ca0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52244"/>
            <a:ext cx="8229600" cy="35935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