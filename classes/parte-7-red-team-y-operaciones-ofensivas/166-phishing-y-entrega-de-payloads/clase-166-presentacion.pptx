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166 — Phishing y entrega de payloads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y ejecutar campañas de phishing controladas como vector de acceso inicial: pretextos creíbles, infraestructura de correo con buena reputación, y payloads que superen los filtros sin quemar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pretexto de phishing y su narrativa coherente.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infraestructura de correo (SPF/DKIM/DMARC, dominio calentado)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el formato de entrega adecuado según el defensor (LNK, ISO, HTML smuggling, macro).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GoPhish para ejecutar y medir una campaña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consideraciones éticas y de mínimo daño en el objetivo humano.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Spear phishing vs masivo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Pretexto y OSINT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Reputación de correo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Formatos de entrega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Landing pages y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GoPhish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Ética y salud del objetivo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phishing sigue encabezando los informes de acceso inicial año tras año no porque sea sofisticado, sino porque ataca la capa que ningún parche cubre del todo: la decisión humana. Entender por qué…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que ningún fichero, lo que se "programa" es una historia. Un pretexto creíble se apoya en tres palancas psicológicas —autoridad ("es de IT"), urgencia ("caduca hoy") y familiaridad ("el portal…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correo no se juzga solo por su texto; el receptor evalúa quién lo envía. Los tres registros DNS de autenticación deciden esa confianza: SPF declara qué servidores pueden enviar en nombre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Windows descarga un fichero de internet le adhiere una marca, el Mark-of-the-Web (MOTW), que activa advertencias y bloquea macros. Toda la evolución de los formatos de entrega es, en el fondo…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entregable de una campaña no son "víctimas", son métricas: tasa de apertura, de clic y de entrega de credenciales. Herramientas como GoPhish las capturan de forma controlada. Pero la medición…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Spear phishing (T1566.001): correo dirigido con adjunto/enlace a personas concretas. Característica: alta tasa de éxito por personalización.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Pretexto: historia que motiva la acción (factura, RRHH, IT). Característica: debe ser coherente con OSINT del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Mark-of-the-Web (MOTW): marca que Windows pone a archivos de internet. Característica: dispara advertencias; los contenedores (ISO) la evaden.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HTML smuggling: reconstruir el payload en el navegador vía JS/Blob para evadir proxies. Característica: el binario no viaja por la red como 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SPF/DKIM/DMARC: mecanismos de autenticación de correo. Característica: bien configurados mejoran la entregabilidad del phishing legítimo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Landing page: página que captura credenciales o entrega el payload. Característica: clona un servicio conocido de forma controlada.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Phishing (T1566) — Envío de mensajes engañosos para inducir una acción (clic, credenciales, ejecución)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Spear phishing — Phishing dirigido y personalizado contra personas u organizaciones concretas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 — Historia que motiva la acción del objetivo; el verdadero "exploit" de la campaña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— Recogida de información de fuentes públicas para dar verosimilitud al pretexto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SPF — Registro DNS que declara qué servidores pueden enviar correo en nombre del dominio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DKIM — Firma criptográfica del correo que prueba que no se alteró en tránsito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 para gestionar la campaña y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dominio de práctica con registros SPF/DKIM/DMARC configurados (en tu lab o dominio propio).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C2 de las clases anteriores para el payload de la landing.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generación de contenedores/LNK en un entorno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Buzones de "víctima" de laboratorio (cuentas de prueba que tú controlas).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del objetivo ficticio. Reúne (de fuentes públicas del lab) nombres, roles y el estilo de correo de "ACME Corp".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GoPhish. Descarga y ejecuta el binario; crea un Sending Profile con tu servidor SMTP de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reputación. Añade SPF, DKIM y DMARC al dominio de práctica y verifica con dig TXT que resuelven.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pretexto. Un correo de "actualización de portal de RRHH" con enlace a tu landing; cuida gramática, firma y coherencia.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la landing page. Clona (en tu lab) la pantalla de login del "portal" y captura credenciales o entrega el payload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la entrega. Compara enviar un .lnk dentro de un .iso (evade MOTW) frente a HTML smuggling; documenta pros/cons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y mide. Envía a los buzones de laboratorio; en GoPhish observa tasas de apertura, clic y envío de credenciales. Limpia al terminar.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dos pretextos distintos y evalúa cuál es más creíble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SPF/DKIM/DMARC en un dominio de prueba y valídalos.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contenedor ISO evade el Mark-of-the-Web.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de HTML smuggling paso 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campaña en GoPhish y explica cada métrica que reporta.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3 reglas éticas propias para campañas contra personas reales.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campaña de phishing completa en tu laboratorio con GoPhish: pretexto, correo autenticado (SPF/DKIM), landing page y método de entrega que evada MOTW, midiendo apertura y clic.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GoPhish reporta al menos un clic desde un buzón de lab, el correo pasa autenticación (no cae en spam por SPF/DKIM), y documentas por qué el método de entrega elegido evade una…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correo cae en spam — SPF/DKIM/DMARC mal configurados o dominio sin calentar; corrige registros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advierte "archivo de internet" — MOTW en el adjunto; usa contenedor ISO/VHD o smuggling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pretexto no genera clics — Poco creíble o mal segmentado; mejora OSINT y narrativa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proxy bloquea la descarga — Payload visible en la red; usa HTML smuggling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Daño real a una persona — Pretexto abusivo; revisa la ética y coordina con la white cell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phishing sigue siendo el vector #1?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Sí; sigue siendo de los accesos iniciales más efectivos y baratos, por eso es central en la emulación de casi cualquier 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macros de Office todavía funcionan?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vez menos: Microsoft bloquea macros de internet por defecto. Hoy dominan LNK en contenedores, HTML smuggling y abuso de instaladores.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dañar a las personas?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Pretextos neutros, coordinación con la white cell, no explotar emociones sensibles y una fase de concienciación posterior en lugar de señalar culpables.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GoPhish. &lt;https://getgophish.com/&gt; · &lt;https://docs.getgophish.com/&gt;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Outflank / research sobre HTML smuggling y contenedores.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e738545710f7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334" y="1097280"/>
            <a:ext cx="366933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