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165 — Frameworks C2: Cobalt Strike, Sliver y Mythic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y operar los principales frameworks de C2. El alumno montará Sliver y Mythic en su laboratorio, generará implantes, entenderá el modelo de listeners/perfiles y comparará estas plataformas…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y operar Sliver: generar implantes, listeners y sesiones.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Mythic y entender su modelo de agentes y C2 profiles.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Cobalt Strike, Sliver y Mythic (licencia, features, detección).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perfil de tráfico (malleable-like) para mimetizar aplicaciones.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IOCs que cada framework deja para la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listener/implante/sesión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Sliver (Go, open source)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Mythic (modular, Docker)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Cobalt Strike (comercial)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Beacons vs stagers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Perfiles de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Telemetría e IOCs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framework de C2 es el sistema operativo del Red Team: genera los implantes, gestiona las sesiones y da al operador la consola desde la que trabaja. Aunque hay muchos, todos comparten el mismo…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Tres piezas explican cualquier C2. El listener es el servicio que espera conexiones (HTTP/HTTPS/DNS/mTLS): define el canal de entrada. El implante (agente o beacon) es el código que corre en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stager es un payload minúsculo cuya única misión es descargar el implante completo; es pequeño (cabe en una macro o un one-liner) pero hace una petición extra observable —justo el momento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Cobalt Strike es el estándar comercial: su implante Beacon y los Malleable C2 profiles definieron el género. Precisamente por ubicuo, es el más perfilado por los EDR —y su uso pirata es ilegal, por…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(BishopFox, escrito en Go) es open source, multiplataforma y moderno: mTLS por defecto, implantes stageless robustos y una consola cómoda. Es el caballo de batalla gratuito del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 es un framework modular sobre Docker: separa el servidor de los agentes (Apollo, Medusa…) y los C2 profiles, de modo que se extiende con perfiles y agentes nuevos sin tocar el núcleo.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Framework — Licencia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Listener: servicio que espera conexiones de implantes (HTTP/HTTPS/DNS/mTLS). Característica: define el canal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Implante / agente / beacon: código que se ejecuta en la víctima y llama a casa. Característica: puede ser interactivo o "beacon" con intervalos.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Stager vs stageless: descarga por fases vs payload completo. Característica: stager es pequeño pero hace una petición extra observable.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(Cobalt Strike): implante de referencia con jitter y sleep configurables. Característica: define el estándar que muchos EDR detectan.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profile: define cómo se ve el tráfico (Sliver/Mythic tienen equivalentes al Malleable de CS). Característica: clave para el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 / sleep: variación aleatoria del intervalo de check-in. Característica: dificulta la detección por periodicidad (beaconing).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framework — Plataforma que genera implantes y gestiona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Listener — Servicio que espera conexiones de implantes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Implante / agente — Código que corre en la víctima y llama a casa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— Implante que hace check-in a intervalos con jitter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— Control interactivo del operador sobre un implante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Stager — Payload pequeño que descarga el implante completo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Sliver: curl https://sliver.sh/install | sudo bash (o binarios del release en GitHub).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Mythic: Docker + git clone https://github.com/its-a-feature/Mythic &amp;&amp; ./mythic-cli start.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Cobalt Strike es comercial y licenciado: aquí solo se estudia conceptualmente; no se distribuye ni se usan versiones pirateadas.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infraestructura de redirectores de la Clase 164 como front-end de los listeners.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VMs Windows/Linux de laboratorio para desplegar implantes.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Sliver y entra en la consola: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implante: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el binario a una VM Windows de tu lab y ejecútalo.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Interactúa con la sesión: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Ajusta sigilo: configura beacon con sleep y jitter: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Mythic con Docker y crea un operador; instala un agente (ej. Apollo o Poseidon) desde mythic-cli install github ....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telemetría. En la VM víctima observa procesos, conexiones (netstat) y, si tienes Sysmon (Parte 8), los eventos que generan Sliver vs Mythic.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sesión interactiva y beacon con un caso de uso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dos implantes Sliver (HTTPS y mTLS) y compara su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un agente en Mythic y lista sus comandos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jitter alto y mide cómo cambia el patrón de check-in.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tabla comparativa Cobalt Strike vs Sliver vs Mythic (licencia, canales, extensibilidad).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5 IOCs por defecto de Sliver que un SOC podría alertar.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en tu laboratorio una sesión C2 con Sliver que atraviese el redirector de la Clase 164, configurada como beacon con jitter, y documenta al menos 4 IOCs que genera.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sesión aparece en sliver &gt; sessions/beacons, el tráfico pasa por el redirector (el team server no es alcanzable directo desde la víctima) y presentas una lista de IOCs…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implante no llama a casa — Listener/redirector mal configurado o firewall; revisa puertos y DNS del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mythic-cli no arranca — Docker no corre o puertos ocupados; revisa docker ps y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EDR mata el implante al instante — Payload por defecto muy conocido; aplica evasión (Clases 168–169)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Beaconing evidente en el SIEM — Jitter=0; añade jitter y perfil realista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se cae al reiniciar la VM — Falta persistencia; se aborda en clases de AD y post-explotación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usamos Cobalt Strike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comercial y su uso requiere licencia legítima. Sliver y Mythic son open source, potentes y suficientes para aprender los conceptos, que son transferibles.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¿Sliver es "menos detectable" que Cobalt Strike?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payloads por defecto de cualquier framework conocido son detectables. Lo que reduce la detección es el perfil de tráfico y la evasión, no la marca del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canal C2 elijo?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HTTPS con perfil realista para trabajo diario; mTLS para robustez interna del lab; DNS como respaldo sigiloso pero lento.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Sliver (BishopFox). &lt;https://github.com/BishopFox/sliver&gt; · &lt;https://sliver.sh/&gt;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Mythic. &lt;https://github.com/its-a-feature/Mythic&gt; · &lt;https://docs.mythic-c2.net/&gt;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Application Layer Protocol (T1071). &lt;https://attack.mitre.org/techniques/T1071/&gt;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18be6355e196a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4834"/>
            <a:ext cx="8229600" cy="17284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