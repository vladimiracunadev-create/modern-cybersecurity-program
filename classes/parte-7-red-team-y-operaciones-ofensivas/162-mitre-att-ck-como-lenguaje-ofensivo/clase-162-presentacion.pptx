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162 — MITRE ATT&amp;CK como lenguaje ofensivo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MITRE ATT&amp;CK como el vocabulario común entre atacantes y defensores. El alumno aprenderá la estructura del framework (tácticas, técnicas, subtécnicas, procedimientos), a mapear acciones…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jerarquía Táctica → Técnica → Subtécnica →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una acción ofensiva concreta a su ID de ATT&amp;CK (ej. T1059.001).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layer en ATT&amp;CK Navigator para planificar una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técnicas con sus fuentes de datos (Data Sources) y detecciones.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las matrices Enterprise, Mobile e 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Tácticas (el "por qué")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Técnicas y subtécnicas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Procedimientos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Grupos (G) y Software (S)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Data Sources y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ATT&amp;CK Navigator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Matrices Enterprise/ICS/Mobile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no es "una lista de ataques": es un vocabulario compartido entre quien ataca y quien defiende. Antes de ATT&amp;CK, un informe decía "el atacante usó técnicas avanzadas de persistencia" y cada…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framework se organiza en cuatro niveles que van de lo abstracto a lo concreto: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Nivel — Responde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 — El por qué (la meta)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— El cómo general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 — El cómo específico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 — La implementación real observada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Táctica: objetivo táctico del adversario (Initial Access, Execution, Persistence...). Característica: responde al "por qué".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Técnica: método para lograr una táctica (ej. T1059 Command and Scripting Interpreter). Característica: responde al "cómo".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Subtécnica: variante específica (ej. T1059.001 PowerShell). Característica: granularidad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implementación concreta observada in-the-wild. Característica: es lo más cercano a IOC/comportamiento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(Gxxxx): actor de amenaza catalogado (ej. G0016 APT29). Característica: agrupa técnicas atribuidas.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Source: telemetría que permite observar una técnica (Process, Command, Network Traffic...). Característica: puente hacia el SIEM.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— Base de conocimiento de tácticas y técnicas adversarias observadas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 — Objetivo del adversario; el "por qué" (14 en Enterprise)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— Método para lograr una táctica; el "cómo" general (Txxxx)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 — Variante específica de una técnica (Txxxx.00x)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 — Implementación concreta de una técnica por un actor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(Gxxxx) — Actor de amenaza catalogado con sus técnicas atribuidas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web para attack.mitre.org y el ATT&amp;CK Navigator (también desplegable en local vía Docker).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mitreattack-python para consultar el conocimiento por API (STIX/TAXII).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desplegar Navigator local: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JSON de la matriz Enterprise (enterprise-attack.json) del repo mitre/cti.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la matriz Enterprise. En attack.mitre.org localiza las 14 tácticas y cuenta cuántas técnicas cuelgan de Credential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una acción. Toma "un atacante ejecuta un script de PowerShell descargado" y asígnale la táctica (Execution) y la técnica/subtécnica (T1059.001).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Ficha un grupo. Abre G0016 (APT29) y anota 5 técnicas que usa; observa el software asociado (ej. S0154 Cobalt Strike).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API: pip install mitreattack-python y lista técnicas de una táctica: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layer en Navigator. Añade manualmente las técnicas de APT29 y coloréalas; exporta el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Data Sources. Para tres técnicas del layer, anota qué Data Source las detecta (ej. T1059.001 → Command Execution / Script Block Logging).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capa de "plan de operación": marca en verde lo que planeas ejecutar en el AD lab de las clases siguientes.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el ID ATT&amp;CK de: Kerberoasting, Pass-the-Hash, LSASS dumping y phishing con adjunto.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técnica y procedimiento con un ejemplo de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layer de Navigator con 10 técnicas y exporta el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5 técnicas, indica su Data Source principal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matriz Enterprise con la de ICS: nombra dos tácticas exclusivas de 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API para contar cuántas subtécnicas tiene T1059.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ATT&amp;CK Navigator layer que represente el plan de emulación de un grupo real (elige entre APT29, FIN7 o Wizard Spider), con al menos 15 técnicas mapeadas y un comentario por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JSON importa sin errores en Navigator y cada técnica marcada existe realmente en el perfil del grupo según su página de ATT&amp;CK.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táctica con técnica — La táctica es el "por qué", la técnica el "cómo"; revisa la jerarquía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 inválido en Navigator — Usaste un ID deprecado; verifica en attack.mitre.org la versión actual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Layer no importa — JSON mal formado o versión de Navigator distinta; ajusta el campo versions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sin detección clara — No revisaste Data Sources; abre la técnica y lee la sección Detection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Mezclar matrices — Aplicaste una técnica ICS a Enterprise; confirma la matriz correcta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¿ATT&amp;CK es solo para defensores?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Para el Red Team es el mapa de planificación y el idioma del informe: mapear tus TTPs permite que la defensa mida su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técnica tiene una única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una técnica puede detectarse por varias Data Sources y una detección puede cubrir varias técnicas. Por eso el mapeo es many-to-many.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con la Cyber Kill Chain?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Kill Chain (Lockheed Martin) es lineal y de alto nivel; ATT&amp;CK es un catálogo detallado y no secuencial de comportamientos observados.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ATT&amp;CK.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Navigator. &lt;https://github.com/mitre-attack/attack-navigator&gt;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mitreattack-python. &lt;https://github.com/mitre-attack/mitreattack-python&gt;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Getting Started with ATT&amp;CK. &lt;https://attack.mitre.org/resources/getting-started/&gt;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3e2ecbb0be259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81" y="1097280"/>
            <a:ext cx="207303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