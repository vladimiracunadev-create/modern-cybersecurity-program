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168 — Evasión de defensas: antivirus y EDR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funcionan los antivirus y EDR modernos para poder evadirlos de forma comprendida (no por copiar-pegar). El alumno estudiará las técnicas de detección (firmas, heurística, hooks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cómo un EDR obtiene telemetría (hooks usermode, ETW, callbacks del kernel).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detección estática, heurística y comportamental.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técnicas de evasión (unhooking, syscalls indirectas, ejecución en memoria)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evasión frente a un EDR real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contramedidas defensivas de cada técnica ofensiva.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Firmas y heurística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Userland hooking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ETW y telemetría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Kernel callbacks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Unhooking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Syscalls directas/indirectas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Ejecución en memoria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error pedagógico frecuente es imaginar el EDR como una función colocada delante de cada API. En realidad, el producto combina sensores, eventos del sistema, contexto histórico y una capa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detección ocurre además en momentos diferentes. Antes de ejecutar puede evaluarse reputación, firma o estructura del archivo. Durante la ejecución se correlacionan relaciones padre-hijo, memoria…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firma puede reconocer una secuencia de bytes, una cadena o una familia conocida con muy poco coste. La heurística busca propiedades sospechosas sin exigir identidad exacta. La analítica…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distinción cambia el laboratorio. No basta con anotar «detectado/no detectado». Debe registrarse qué control produjo el resultado, en qué etapa, con qué evento y si la prevención fue local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hooks en bibliotecas de usuario son una posible fuente de observación, no una propiedad universal que deba asumirse. Restaurar código de una biblioteca o cambiar la ruta de una llamada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pregunta profesional no es «¿cómo hago invisible esta acción?», sino «¿qué fuentes se conservaron y cuáles se degradaron?». Esa pregunta permite al equipo azul diseñar cobertura redundante y 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cambia una sola variable por iteración: misma máquina, identidad, muestra de prueba y ventana temporal. Primero se ejecuta la línea base; después, una variante; por último, se comparan archivos…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por firma: comparación con hashes/patrones conocidos. Característica: rápida pero evadible con cambios mínimos.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heurística/comportamental: analiza acciones (inyección, acceso a LSASS). Característica: más robusta, base de los 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Userland hooking: instrumentación de funciones en modo usuario empleada por algunos productos y versiones. Característica: es una fuente posible, no la arquitectura completa de todo 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ETW (Event Tracing for Windows): infraestructura de trazado con múltiples proveedores y consumidores. Característica: la ubicación y protección de cada proveedor condicionan su resistencia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Kernel callbacks: notificaciones del kernel (process/thread/image load) que el driver del EDR recibe. Característica: difíciles de evadir desde usermode.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Direct/indirect syscalls: rutas alternativas para alcanzar una llamada al sistema y alterar la observación en modo usuario. Característica: no eliminan las señales del kernel, memoria, proceso o…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AV: control antimalware centrado en prevenir o detectar contenido malicioso.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EDR: plataforma que recoge y correlaciona telemetría de endpoints para detectar, investigar y responder.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Sensor: componente que obtiene una señal concreta del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Hook: redirección o instrumentación de una función para observar o alterar su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usuario: espacio donde se ejecutan aplicaciones con acceso restringido al kernel.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kernel: nivel privilegiado que administra procesos, memoria, dispositivos y otros recursos del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ETW: infraestructura de trazado de Windows basada en proveedores y consumidores de eventos.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EDR de laboratorio (versión de evaluación o Microsoft Defender for Endpoint en un tenant de prueba) y Sysmon (Parte 8) para telemetría.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 internals: entender PE, ntdll y syscalls (repaso Partes 5 y 6).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Proyectos de estudio open source (SysWhispers y referencias de unhooking) para comprender la mecánica.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C2 de las clases anteriores como carga a evadir.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Línea base de detección. Ejecuta un implante C2 sin evasión en la VM con EDR y observa la alerta; anota qué evento la disparó.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la instrumentación. Con un depurador, compara una función como NtAllocateVirtualMemory entre una VM base y la VM vigilada. Si observas una redirección, demuestra su procedencia antes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Unhooking conceptual. Estudia cómo recargar una copia limpia de ntdll.dll desde disco (o KnownDlls) para sobrescribir los hooks en memoria; explica por qué restaura las funciones originales.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Syscalls indirectas. Revisa el patrón de SysWhispers: resolver el número de syscall en runtime y saltar a la instrucción syscall dentro de ntdll para no ser hookeado en usermode.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Ejecución en memoria. En una VM desechable, compara una carga reflectiva de prueba con un ejecutable convencional. Registra qué artefactos de archivo disminuyen y qué señales de proceso, memoria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fuentes ETW sin deshabilitarlas. Modela qué observación depende del proceso y cuál se origina en componentes más privilegiados. Usa una prueba inocua para comprobar que degradar…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y documenta. Repite la ejecución con cada técnica y anota si el EDR alerta, degradando el ruido paso a paso, y qué fuente de datos aún lo detecta.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detección por firma y comportamental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un EDR instala un hook en ntdll y cómo el unhooking lo revierte.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syscalls directas e indirectas en términos de sigilo.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ejecución en memoria genera menos telemetría de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ETW-TI y por qué es más difícil de evadir que ETW clásico.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tres técnicas ofensivas, describe su contramedida defensiva.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Partiendo de un implante que el EDR de tu lab detecta, aplica al menos dos técnicas de evasión y documenta el cambio en la telemetría.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(con capturas de la consola del EDR/Sysmon) que la línea base generaba una alerta y que tras las técnicas aplicadas cambia el resultado; además, explicas qué fuente…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Evasión "mágica" que no entiendes — Copiaste código; estudia el mecanismo antes de usarlo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detectando pese a syscalls — El EDR usa kernel callbacks/ETW-TI; usermode no basta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unhooking crashea el proceso — Copia de ntdll mal mapeada; respeta secciones/permisos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 por acceso a LSASS — La técnica es comportamental, no de firma; cambia el comportamiento, no el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hoy, falla mañana — El EDR se actualizó; la evasión es una carrera continua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¿Cambiar el hash evade un EDR?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evade firmas estáticas. Los EDR modernos son comportamentales: detectan lo que el proceso hace, no cómo se llama el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syscalls directas son la solución definitiva?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Evaden hooks usermode, pero el kernel (callbacks, ETW-TI) sigue viendo la actividad. Además, un proceso que llama syscalls "raras" es en sí sospechoso.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no es enseñar a hacer malware?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Enseñamos el mecanismo para defender: sin entender la evasión no se puede escribir una detección robusta. Todo se practica en laboratorio propio.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Defense Evasion (TA0005). &lt;https://attack.mitre.org/tactics/TA0005/&gt; — taxonomía para relacionar técnicas de evasión con mitigaciones y fuentes de detección, sin asumir invisibilidad.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Event Tracing for Windows. &lt;https://learn.microsoft.com/en-us/windows-hardware/drivers/devtest/event-tracing-for-windows--etw-&gt; — base técnica para distinguir proveedores, sesiones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Windows Defender Application Control and AppLocker Overview.…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Security Labs — Kernel ETW is the best ETW. &lt;https://www.elastic.co/security-labs/kernel-etw-best-etw&gt; — investigación del fabricante usada para contrastar hooks en proceso con fuentes ETW…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SysWhispers3. &lt;https://github.com/klezVirus/SysWhispers3&gt; — código de estudio para comprender resolución de llamadas; no se toma como prueba de evasión universal.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Clark, B. — RTFM: Red Team Field Manual v2 — referencia operativa complementaria para el entorno controlado.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441fee42d9d4b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43" y="1097280"/>
            <a:ext cx="7113514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