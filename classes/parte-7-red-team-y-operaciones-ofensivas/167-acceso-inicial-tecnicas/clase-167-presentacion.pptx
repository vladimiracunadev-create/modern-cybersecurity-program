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167 — Acceso inicial: técnicas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Cubrir el abanico de técnicas de acceso inicial más allá del phishing: servicios expuestos, credenciales válidas, abuso de aplicaciones de cara a internet, drive-by y supply chain.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técnicas de la táctica Initial Access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un servicio expuesto de laboratorio para obtener foothold.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credenciales válidas (password spraying)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riesgos y sigilo de cada vector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Establecer un foothold estable con el C2 previamente montado.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External Remote Services (T1133)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Exploit Public-Facing App (T1190)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Valid Accounts (T1078)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Password spraying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Drive-by y supply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Establecer foothold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Sigilo del primer paso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llama Initial Access al conjunto de técnicas empleadas para entrar en una red. La distinción es importante: demostrar que una credencial funciona o que una aplicación responde a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vector tampoco se elige solo por su probabilidad de éxito. Se compara con las reglas de enfrentamiento, el objetivo de la prueba y el posible impacto. Una aplicación pública vulnerable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puertos sin contexto produce una lista, no una decisión. Cada hallazgo debe convertirse en una hipótesis: «el portal VPN acepta identidades del dominio y carece del control acordado» o «la…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T1133, el objeto de estudio es un servicio remoto accesible desde fuera del perímetro. En T1190, la condición inicial es una aplicación expuesta y una debilidad validable. En T1078, 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spraying distribuye una misma contraseña entre varias identidades, a diferencia del ataque que concentra muchas contraseñas sobre una cuenta. Esa distribución puede reducir la probabilidad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Antes de una prueba autorizada se obtienen la política de bloqueo, la ventana de observación, las cuentas excluidas y un contacto de emergencia. El ritmo no se «adivina»: se acuerda. El resultado…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foothold bien documentado responde cuatro preguntas: qué identidad o proceso se controla, en qué activo, con qué privilegios y durante cuánto tiempo. También conserva el instante, origen, técnica…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External Remote Services (T1133): acceso vía servicios remotos expuestos (RDP, VPN, Citrix). Característica: no requiere malware, solo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 Public-Facing Application (T1190): explotar una vulnerabilidad en un servicio accesible. Característica: entrada directa sin interacción del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 Accounts (T1078): usar credenciales legítimas obtenidas. Característica: puede mezclarse con actividad normal, pero el origen, dispositivo, horario y patrón siguen siendo detectables.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spraying: probar un número muy limitado de contraseñas contra varias identidades. Característica: distribuye intentos, pero aún puede bloquear cuentas y ser correlacionado.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Foothold: primer punto de apoyo controlado en la red objetivo. Característica: base para pivotar y escalar.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Drive-by compromise (T1189): comprometer al usuario al visitar un sitio. Característica: indirecto y oportunista.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expuesta: activos y servicios alcanzables desde el punto de partida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Vector de acceso: camino concreto que conecta una condición inicial con la entrada al entorno.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 de acceso: afirmación comprobable que relaciona un activo, una debilidad y un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Foothold: acceso inicial confirmado y suficientemente estable para la siguiente actividad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válida: identidad legítima empleada fuera del uso previsto o sin los controles esperados.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spraying: prueba de una contraseña limitada sobre varias cuentas; no debe confundirse con fuerza bruta por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bloqueo: reglas que determinan umbrales, duración y restablecimiento tras fallos de autenticación.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Máquinas de laboratorio con servicios expuestos deliberadamente (una web vulnerable, RDP, un VPN de 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nmap, ffuf/gobuster para descubrir superficie; herramientas de la Parte 4 (web) y Parte 5 (explotación).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spraying en AD: kerbrute, NetExec (nxc) contra el DC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C2 de las clases anteriores para convertir el acceso en sesión.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superficie. nmap -sV -p- 10.10.10.0/24 en tu lab para localizar servicios expuestos (web, RDP, SMB, VPN).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servicio público. Toma la web vulnerable del lab y consigue ejecución (reutiliza técnicas de la Parte 4/5); confirma un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usuarios para spraying. Contra el DC de laboratorio: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Password spraying controlado. Una sola contraseña por ronda para evitar lockout: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credenciales. Con un par válido, comprueba acceso SMB/WinRM: nxc winrm 10.10.10.20 -u user -p 'Oto2026!'.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Establece el foothold. Entrega un implante C2 (Sliver) a la máquina comprometida y confirma la sesión a través del redirector.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vector elegido, su ID ATT&amp;CK y su nivel de sigilo relativo.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6 técnicas de Initial Access con su ID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Valid Accounts es más sigiloso que explotar un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campaña de password spraying que no bloquee cuentas (calcula el timing según la política de lockout).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riesgo de detección de T1190 frente a T1078.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un foothold en el lab por dos vectores distintos y compáralos.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un caso real de acceso inicial por supply chain y resúmelo.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un foothold con sesión C2 en una máquina de tu laboratorio a través de un vector de Initial Access que no sea phishing, documentando la técnica ATT&amp;CK usada.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existe una sesión C2 activa originada por el vector elegido (servicio expuesto o credenciales válidas), presentas el ID ATT&amp;CK correspondiente y explicas cómo evitaste…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Cuentas bloqueadas masivamente — Spraying demasiado agresivo; una contraseña por ventana de lockout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exploit no funciona — Versión distinta o WAF; confirma versión y ajusta 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Login válido pero sin acceso remoto — El usuario no tiene WinRM/RDP; prueba otro protocolo o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Foothold se pierde al cerrar sesión — Falta persistencia; se añade en post-explotación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inmediata — Vector ruidoso; elige credenciales válidas cuando el sigilo importa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vector más común hoy?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existe un ranking universal: cambia según sector, periodo, fuente de incidentes y taxonomía. La evaluación debe usar inteligencia reciente y relevante para la organización, no asumir que el vector…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password spraying es 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genera muchos logins fallidos distribuidos; por eso se hace lento y con pocas contraseñas. Aún así, un SOC atento lo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preferir credenciales válidas?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evita explotar software y puede parecerse al uso esperado. Aun así, genera telemetría de identidad y puede ser muy anómalo por origen, dispositivo, horario, MFA o secuencia de accesos.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Initial Access (TA0001). &lt;https://attack.mitre.org/tactics/TA0001/&gt; — taxonomía utilizada para distinguir T1133, T1190, T1078 y los demás caminos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— Technical Guide to Information Security Testing and Assessment, SP 800-115. &lt;https://doi.org/10.6028/NIST.SP.800-115&gt; — sustenta la planificación, las reglas de enfrentamiento, el manejo…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NetExec. &lt;https://github.com/Pennyw0rth/NetExec&gt; — documentación de la herramienta empleada únicamente en el laboratorio de 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Kerbrute. &lt;https://github.com/ropnop/kerbrute&gt; — referencia del comportamiento y opciones de la herramienta de enumeración del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B. — RTFM: Red Team Field Manual v2 — consulta operativa complementaria; la clasificación conceptual se toma de ATT&amp;CK y NIST.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2df8a24226d2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4972"/>
            <a:ext cx="8229600" cy="1088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