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180 — Adversary emulation con Atomic Red Team y Caldera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la emulación de adversarios con dos herramientas complementarias: Atomic Red Team (tests atómicos por técnica ATT&amp;CK) y Apache Caldera (framework de emulación con agentes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tests atómicos de Atomic Red Team mapeados a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Caldera y lanzar una operación con agentes.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Encadenar técnicas en un adversary profile de Caldera.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la detección de cada TTP en el SIEM/EDR.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un ciclo repetible de emulación + validación.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Atomic Red Team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Invoke-AtomicRedTeam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Caldera: server y agentes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Abilities y adversary profiles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Planners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Validación de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Automatización repetible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ofrece pruebas pequeñas, enfocadas y descritas en archivos estructurados. Son útiles para preguntar si un comportamiento concreto genera el dato o control esperado. Una emulación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selección comienza por una amenaza y un activo relevantes, no por ejecutar todo el catálogo. Cada prueba se revisa como código: comandos, entradas, prerrequisitos, privilegios, descargas, cambios…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definición identifica técnica, plataformas, entradas, ejecutor, comando, dependencias y, cuando corresponde, limpieza. -CheckPrereqs permite inspeccionar requisitos; obtenerlos automáticamente…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identificador del test, versión del repositorio y valores de entrada forman parte de la evidencia. Sin ellos, dos ejecuciones con el mismo ID ATT&amp;CK pueden no ser comparables.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CALDERA, un agent representa el endpoint que ejecuta tareas; una ability define una capacidad ejecutable y su mapeo; un adversary profile agrupa abilities; y un planner decide orden o elegibilidad…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Autonomía no significa ausencia de supervisión. Se limitan agentes, objetivos, abilities, duración y condiciones de parada. Primero se ejecuta en modo controlado y se revisa cada comando.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cada paso se registra: ¿se ejecutó?, ¿qué dato apareció?, ¿hubo prevención?, ¿se generó alerta?, ¿llegó al analista?, ¿la respuesta fue correcta? Un fallo de ejecución no equivale a una…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Team: biblioteca de pruebas pequeñas y aisladas, una por técnica ATT&amp;CK. Característica: reproducibles y fáciles de auditar.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test: comando/acción concreto que ejercita una técnica. Característica: granular, ideal para validar una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Apache Caldera (Incubating): plataforma abierta de emulación originada en MITRE y transferida a Apache Software Foundation en 2026. Característica: combina agentes, abilities, perfiles y planners.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Ability: unidad ejecutable en Caldera ligada a una técnica ATT&amp;CK. Característica: componible en perfiles.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Adversary profile: conjunto ordenado de abilities que emula a un actor. Característica: reutilizable y automatizable.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Planner: lógica que decide qué ability ejecutar a continuación. Característica: da autonomía a la operación.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atómica: acción pequeña y enfocada que ejercita un procedimiento determinado.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Execution framework: herramienta que interpreta y ejecuta definiciones de pruebas.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Prerrequisito: estado, software, archivo o privilegio necesario antes de ejecutar.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Cleanup: comandos destinados a revertir artefactos conocidos; no sustituye un snapshot.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Emulación de adversario: representación controlada de comportamientos encadenados y orientados a objetivos.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Agent: componente CALDERA que recibe y ejecuta tareas en un endpoint autorizado.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Ability: capacidad ejecutable con plataforma, comando y metadatos.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+ Invoke-AtomicRedTeam (módulo PowerShell) en una VM Windows del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Apache Caldera (Incubating) en un servidor aislado: fija una versión del repositorio &lt;https://github.com/apache/caldera&gt;, clónala con submódulos y sigue sus requisitos vigentes. No expongas su…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Instrumentación defensiva (Sysmon + SIEM/EDR) de la Clase 178 para validar detecciones.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 para reflejar la cobertura resultante.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Atomic Red Team: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test atómico. Lanza un test de una técnica de esta parte, p. ej. Kerberoasting o T1059.001: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Luego limpia con -Cleanup.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la detección. Busca en tu SIEM/EDR el evento asociado y confirma si hubo alerta.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Apache Caldera. Usa una versión fijada del repositorio actual, crea un entorno virtual y sigue la guía de esa versión. Arranca el servidor solo dentro de la red aislada; abre la consola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una operación. Usa un adversary profile existente (p. ej. "Discovery") o crea uno encadenando abilities de discovery → credential access.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la cadena. Sigue en Caldera qué abilities ejecuta el planner y correlaciona cada una con la telemetría en el SIEM.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3 tests atómicos de técnicas distintas y limpia tras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cada test, verifica si tu SIEM lo detecta y anótalo.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un agente Caldera y confírmalo en la consola.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adversary profile con 4 abilities encadenadas.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la operación y documenta la secuencia del planner.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una capa de cobertura en Navigator con lo emulado.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una campaña de emulación automatizada en tu lab combinando ambas herramientas: al menos 5 tests atómicos y una operación de Caldera con un perfil de 4+ abilities, validando la detección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presentas la salida de los 5 tests atómicos (con su limpieza), la operación de Caldera con su secuencia de abilities, y una capa de Navigator que marca cada técnica emulada…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Install-AtomicRedTeam falla — ExecutionPolicy o TLS; ajusta la policy en la VM de lab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test deja residuos — No corriste -Cleanup; usa snapshots y limpia siempre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Agente Caldera no aparece — Egress/firewall bloquea; revisa la URL del server y conectividad del lab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planner no avanza — Faltan facts/requisitos de las abilities; revisa dependencias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incoherente — SIEM sin la fuente de datos; instrumenta antes de emular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¿Atomic Red Team o Caldera?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Complementarios: Atomic para validar detecciones técnica por técnica; Caldera para emular cadenas de ataque autónomas de un actor. Juntos cubren el espectro.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seguro correr Atomic en cualquier máquina?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Ejecuta acciones ofensivas reales; úsalo solo en labs con snapshots y tras leer qué hace cada test. Nunca en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¿Esto reemplaza al Red Team humano?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Automatiza la emulación repetible y la validación de detecciones, pero la creatividad, el OPSEC y la adaptación al entorno siguen siendo humanas.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— documentación oficial. &lt;https://www.atomicredteam.io/docs/atomic-red-team&gt; — fuente para estructura, autorización, entorno de prueba, dependencias y limpieza.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Invoke-AtomicRedTeam — Check Prerequisites y Cleanup. &lt;https://www.atomicredteam.io/docs/invoke-atomicredteam/check-prereqs&gt; — sustenta la preparación y reversión explícita de cada test.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Invoke-AtomicRedTeam — repositorio oficial. &lt;https://github.com/redcanaryco/invoke-atomicredteam&gt; — fuente utilizada para fijar la versión del runner en el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Apache Caldera (Incubating). &lt;https://caldera.apache.org/&gt; — portal vigente de la plataforma y referencia de su finalidad y componentes.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Apache Caldera. &lt;https://github.com/apache/caldera&gt; — repositorio vigente usado para fijar versión, revisar requisitos y desplegar el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— MITRE Contributes Caldera to the Apache Incubator. &lt;https://www.mitre.org/news-insights/news-release/mitre-contributes-caldera-apache-incubator-expand-open-cybersecurity&gt; — fuente primaria…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ATT&amp;CK. &lt;https://attack.mitre.org/&gt; — vocabulario para mapear comportamiento; el resultado se conserva por prueba concreta.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18068b7922fafc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871" y="1097280"/>
            <a:ext cx="3086258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