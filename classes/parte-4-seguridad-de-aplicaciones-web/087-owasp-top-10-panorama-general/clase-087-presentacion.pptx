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087 — OWASP Top 10: panorama general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OWASP Top 10 (2021) como marco de referencia y taxonomía: qué representa cada categoría, cómo se relacionan entre sí y cómo usarlo para estructurar una auditoría web. Es el mapa que da…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10 categorías del OWASP Top 10 2021 y su significado.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una vulnerabilidad concreta a su categoría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cambios respecto a la versión 2017 y por qué ocurrieron.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usando el enfoque de riesgo de OWASP.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Top 10 de estándares más exhaustivos como ASVS y WSTG.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A01 Broken Access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A02 Cryptographic Failures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A03 Injection (incluye XSS)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A04 Insecure Design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A05 Security Misconfiguration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A06–A10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Metodología de riesgo OWASP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OWASP Top 10 es el documento de referencia de la seguridad web: un consenso 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industria, revisado cada pocos años (la edición vigente es la de 2021), sobre las diez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categorías de riesgo más críticas en aplicaciones web. Es importante entender qué 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no es. No es una lista de vulnerabilidades concretas ni un estándar de cumplimiento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exhaustivo; es un instrumento de concienciación y priorización que agrupa fallos por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naturaleza. Su valor para esta parte es doble: ordena las 30 clases dándoles un marco común,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es el vocabulario con el que un informe de pentest web se comunica con desarrolladores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10: documento de concienciación con las 10 categorías de riesgo web más críticas. Característica: es un punto de partida, no una checklist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 de riesgo: agrupación de vulnerabilidades por causa raíz común. Característica: una CWE puede caer en varias categorías.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Broken Access Control (A01): usuarios acceden a datos/funciones fuera de sus permisos. Característica: subió al puesto 1 en 2021.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Insecure Design (A04): fallo por diseño, no por implementación. Característica: no se corrige con un parche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(A10): el servidor hace peticiones a destinos controlados por el atacante. Característica: entró como categoría propia por su relevancia en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= probabilidad × impacto: fórmula que OWASP usa para ordenar. Característica: guía la priorización, no la sustituye por criterio.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— Consenso de las diez categorías de riesgo web más críticas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Categoría de riesgo — Agrupación de fallos por naturaleza, no un bug concreto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Prevalencia — Con qué frecuencia aparece un fallo en aplicaciones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A01 Broken Access Control — Acceder a lo que no corresponde; el nº1 de 2021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A02 Cryptographic Failures — Datos sensibles mal protegidos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A03 Injection — Datos interpretados como código; incluye XSS desde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OWASP Top 10 2021 (online, gratuito).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Juice Shop (cada reto está etiquetado con su categoría).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plantilla para mapear hallazgos → categoría → severidad.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el sitio oficial del Top 10 2021 y lee la ficha de cada categoría (A01–A10).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con columnas: categoría, ejemplo real, CWE asociada, control preventivo.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Juice Shop, abre el Score Board (/#/score-board) y filtra retos por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5 retos de categorías distintas y anota a qué A0X pertenecen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uno, redacta en una frase el impacto de negocio si se explotara.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tus 5 hallazgos hipotéticos por riesgo (probabilidad × impacto)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tu orden con la severidad que sugiere el propio reto.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Asocia cada una de estas CWE a su categoría: CWE-89, CWE-79, CWE-352, CWE-918, CWE-611.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"Injection" absorbió a XSS en 2021.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propio de Insecure Design que no sea un bug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A05 (misconfiguration) de A06 (componentes vulnerables) con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Broken Access Control encabeza la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 control preventivo para cada categoría del Top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Top 10 con las 10 categorías, un ejemplo concreto por cada una, su CWE principal y un control de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10 categorías están cubiertas, los ejemplos son distintos y realistas, y cada control mitiga la causa raíz (no solo el síntoma).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el Top 10 como checklist completa — Es concienciación; usa ASVS/WSTG para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categoría con vulnerabilidad — Una categoría agrupa muchas CWE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A04 por ser "abstracta" — El diseño inseguro es causa de muchos bugs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solo por moda — Prioriza por riesgo en tu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la versión 2017 — Cambió el orden y las categorías; usa 2021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Top 10 basta para certificar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concienciación. Para verificación usa OWASP ASVS y para testing la WSTG.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cambia?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3–4 años aproximadamente, según datos de la industria y encuestas.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encaja XSS ahora?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Dentro de A03 Injection desde 2021, porque comparte causa raíz: datos no confiables interpretados como código.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2021: &lt;https://owasp.org/Top10/&gt;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ASVS: &lt;https://owasp.org/www-project-application-security-verification-standard/&gt;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CWE: &lt;https://cwe.mitre.org/&gt;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Risk Rating Methodology: &lt;https://owasp.org/www-community/OWASPRiskRatingMethodology&gt;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e8a21aa63ec88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18" y="1097280"/>
            <a:ext cx="499656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