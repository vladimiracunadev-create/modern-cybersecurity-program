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194560"/>
            <a:ext cx="8046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0B3D2E"/>
                </a:solidFill>
              </a:rPr>
              <a:t>Clase 108 — Vulnerabilidades en carga de archivos</a:t>
            </a:r>
          </a:p>
          <a:p>
            <a:r>
              <a:rPr sz="1600">
                <a:solidFill>
                  <a:srgbClr val="2E8B57"/>
                </a:solidFill>
              </a:rPr>
              <a:t>parte 4 seguridad de aplicaciones web</a:t>
            </a:r>
          </a:p>
          <a:p>
            <a:r>
              <a:rPr sz="1200">
                <a:solidFill>
                  <a:srgbClr val="22282E"/>
                </a:solidFill>
              </a:rPr>
              <a:t>Programa de Ciberseguridad Moderna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🎯 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fallos en la carga de archivos (file upload): subir contenido malicioso que la aplicación acepta y ejecuta o sirve de forma peligrosa. Un upload mal validado puede convertirse en web shell…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📚 Resultados de aprendizaje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 finalizar, el alumno podrá: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Identificar qué validaciones aplica un formulario de subida.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Evadir filtros por extensión, Content-Type y magic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Conseguir ejecución subiendo una web shell en un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Explotar upload para XSS almacenado, path traversal y SSRF.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Recomendar validación robusta y almacenamiento seguro.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🗺️ Temas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1 — Validaciones de upload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2 — Bypass por extensión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3 — Bypass por Content-Type y magic bytes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4 — Web shell y RCE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5 — Upload → XSS/SVG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6 — Path traversal en el nombre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7 — Defensa: allowlist, renombrar, aislar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🧠 Explicación en profundidad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La carga de archivos es una funcionalidad omnipresente —foto de perfil, adjuntos, documentos— y una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fuente frecuente de compromisos graves, porque un fichero subido no es solo datos: según dónde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guarde y cómo se sirva, puede convertirse en código que el servidor ejecuta. El escenario más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crítico es el web shell: si el atacante consigue subir un fichero con extensión ejecutable (.php,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.jsp, .aspx) a una carpeta desde la que el servidor ejecuta scripts, y luego lo visita, el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servidor ejecuta ese código y el atacante obtiene RCE. Por eso la carga de archivos es un punto que se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audita siempre y con cuidado.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📖 Definiciones y características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File upload inseguro: aceptar archivos sin validar tipo, contenido o ubicación. Característica: puede llevar a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shell: archivo (p. ej. .php) que ejecuta comandos al accederse. Característica: da control del servidor.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bytes: firma binaria inicial que identifica el tipo real. Característica: se puede falsificar para engañar validaciones.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Blocklist de extensiones: prohibir ciertas extensiones. Característica: frágil; se evade con variantes (.phtml, .php5).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Allowlist: permitir solo extensiones/tipos seguros. Característica: defensa robusta.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Almacenamiento fuera de webroot: guardar uploads donde no se ejecuten. Característica: evita ejecución del contenido subido.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📔 Glosario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Término — Definición concisa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Carga de archivos — Funcionalidad de subir ficheros; superficie de ataque frecuente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Web shell — Fichero ejecutable subido que da RCE al visitarlo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Validación por extensión — Comprobar el sufijo; evadible con blocklist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Doble extensión — archivo.php.jpg en servidores mal configurados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Byte nulo — shell.php%00.jpg; truco histórico de bypass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Content-Type — Cabecera puesta por el cliente; se falsea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🧰 Herramientas y preparación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DVWA (File Upload) y PortSwigger labs de file upload.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Burp para modificar el nombre, extensión y Content-Type en la petición.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Una web shell mínima de laboratorio (p. ej. PHP que ejecute $GET['cmd']).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🧪 Laboratorio guiado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 DVWA → File Upload, sube una imagen normal y observa dónde se guarda y cómo se sirve.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una web shell PHP simple; si se bloquea por extensión, prueba variantes: .phtml, .php5, .pHp.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validación por Content-Type: cambia el header a image/png en Burp manteniendo el contenido 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validación por magic bytes: antepone GIF89a; al código 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Accede a la URL del archivo subido y ejecuta un comando (?cmd=id) en el lab.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Prueba vectores alternativos: sube un SVG con XSS, o un nombre con ../ para path traversal.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Documenta la validación evadida, el payload y el impacto.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✍️ Ejercicios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Enumera 5 extensiones alternativas que pueden ejecutar código PHP.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Evade una validación por Content-Type y otra por magic bytes.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Sube un SVG que ejecute JavaScript (XSS almacenado).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Usa ../ en el nombre para intentar sobrescribir un archivo.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Explica por qué guardar fuera del webroot mitiga el RCE.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Diseña una validación de upload robusta (allowlist + renombrado + escaneo).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📝 Reto verificable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Consigue RCE subiendo una web shell en un lab (DVWA Medium o PortSwigger) evadiendo al menos una validación, y ejecuta un comando.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Criterio de aceptación: entregas el archivo subido, la validación evadida, la evidencia de ejecución de comando y la corrección (allowlist, renombrado, almacenamiento fuera del webroot).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⚠️ Errores comunes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Extensión rechazada — Blocklist; prueba variantes o doble extensión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Se sube pero no ejecuta — Fuera del webroot o sin handler PHP; busca ubicación ejecutable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Content-Type validado — Falsifícalo en Burp manteniendo el contenido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Magic bytes comprobados — Antepón la firma del tipo permitido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Nombre saneado — Path traversal bloqueado; prueba encoding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❓ Preguntas frecuentes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¿Basta validar la extensión?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No. Hay que validar tipo real, renombrar, y sobre todo almacenar donde no se ejecute el contenido.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¿Por qué un SVG es peligroso?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Porque es XML y puede contener JavaScript; servido inline, ejecuta XSS en el contexto de la app.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❓ ¿Dónde guardo los uploads?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Fuera del directorio web servible, con nombres generados, y sírvelos con Content-Type y Content-Disposition seguros.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600" b="1">
                <a:solidFill>
                  <a:srgbClr val="0B3D2E"/>
                </a:solidFill>
              </a:rPr>
              <a:t>🔗 Referencias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82296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Stuttard &amp; Pinto, The Web Application Hacker's Handbook.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OWASP File Upload Cheat Sheet.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PortSwigger File upload vulnerabilities: &lt;https://portswigger.net/web-security/file-upload&gt;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22282E"/>
                </a:solidFill>
              </a:rPr>
              <a:t>•  Li, Bug Bounty Bootcamp.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200" b="1">
                <a:solidFill>
                  <a:srgbClr val="0B3D2E"/>
                </a:solidFill>
              </a:rPr>
              <a:t>Diagrama de la clase</a:t>
            </a:r>
          </a:p>
        </p:txBody>
      </p:sp>
      <p:pic>
        <p:nvPicPr>
          <p:cNvPr id="3" name="Picture 2" descr="99efd771ef1caf9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9991" y="1097280"/>
            <a:ext cx="3964017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