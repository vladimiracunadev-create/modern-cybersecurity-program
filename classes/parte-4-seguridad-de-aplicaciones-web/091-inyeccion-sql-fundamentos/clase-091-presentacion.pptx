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091 — Inyección SQL: fundamentos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a fondo la inyección SQL (SQLi): por qué ocurre, cómo detectarla y cómo explotarla en su forma clásica (in-band). Es la vulnerabilidad emblema de la categoría A03 Injection y una de las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la concatenación de entradas produce SQLi.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puntos inyectables con pruebas de error y booleanas.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SQLi con UNION SELECT para extraer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esquema, tablas y columnas de la base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la corrección: consultas parametrizadas.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Cómo se construye una query vulnerable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Detección: comillas, errores, lógica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UNION-based injection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Enumeración del esquema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Bypass de autenticación con SQLi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Comentarios y sintaxis por motor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Remediación: prepared statements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inyección SQL nace de un error conceptual que, entendido una vez, explica todas sus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variantes: construir una consulta concatenando la entrada del usuario con el texto de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consulta. Cuando el código hace algo como "SELECT  FROM users WHERE name = '" + entrada +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"'", la base de datos recibe una única cadena en la que no distingue qué parte era código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escribió el programador y qué parte era dato que puso el usuario. Si el usuario introduce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' OR '1'='1, la cadena resultante cambia la lógica de la consulta, porque sus comillas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cierran el literal y su OR altera la condición. Toda la inyección —SQL, comandos, LDAP, 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SQL: inserción de sintaxis SQL en una entrada que se concatena a una consulta. Característica: rompe la separación entre datos y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In-band SQLi: los resultados vuelven por el mismo canal (la respuesta). Característica: la variante más fácil de explotar.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UNION-based: usa UNION SELECT para añadir filas controladas. Característica: requiere igualar número y tipo de columnas.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Error-based: fuerza mensajes de error que filtran datos. Característica: depende de que la app muestre errores.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Prepared statement: consulta con parámetros ligados. Característica: separa código de datos y elimina la SQLi.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Comentario SQL (--, #, / /): trunca el resto de la query. Característica: clave para bypass de login.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SQL (SQLi) — Datos del usuario interpretados como parte de una consulta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Concatenación — Construir la consulta pegando entrada con texto; la causa raíz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parametrizada — Marcadores + datos aparte; la BD no interpreta el dato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Prepared statement — Nombre técnico de la consulta parametrizada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Blocklist — Filtrar caracteres prohibidos; siempre evadible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Sonda con comilla — ' para provocar un error o cambio y detectar SQLi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DVWA (nivel Low y Medium) o Juice Shop.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Suite para interceptar y editar parámetros.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Cliente SQL para inspeccionar la base de datos y comprobar tu progreso.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DVWA → SQL Injection, introduce 1 y observa la consulta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1' y busca un error SQL: confirma que el input llega crudo a la query.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 el número de columnas con 1' ORDER BY 1-- -, ORDER BY 2-- -, hasta que falle.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datos con UNION: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el esquema con informationschema: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un bypass de login en el formulario de autenticación: admin'-- -.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cada payload, la respuesta y el dato exfiltrado.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 el motor de base de datos por su sintaxis de comentarios y errores.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hash de la contraseña de admin y crackéalo (offline, con hashcat) en tu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Consigue el nombre de la base de datos actual con database().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ORDER BY ayuda a contar columnas.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versión parametrizada (segura) de la query vulnerable en PHP y en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UNION-based de error-based con un ejemplo propio.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todos los usuarios y hashes de la tabla users de DVWA vía UNION SQLi y luego reescribe la consulta backend de forma segura.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el listado exfiltrado (evidencia), el payload UNION usado y el código corregido con prepared statements que impide la inyección.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"The used SELECT statements have a different number of columns" — Cuenta mal de columnas; ajusta el UNION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error visible — Errores desactivados; pasa a blind (próxima clase)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Comilla escapada — Nivel Medium filtra '; prueba numérico o encoding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UNION devuelve tipos incompatibles — Usa NULL en columnas para igualar tipos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Bypass de login no funciona — Sintaxis de comentario incorrecta para el motor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ORM me protegen?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gran medida, si usas sus métodos parametrizados. Pero el SQL crudo dentro de un ORM vuelve a ser vulnerable.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¿Escapar comillas es suficiente?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 forma fiable. La defensa correcta son las consultas parametrizadas; el escaping manual es propenso a errores.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informationschema es tan útil?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el catálogo estándar que describe tablas y columnas; permite mapear la base de datos sin conocerla de antemano.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9 (Injecting into the DB).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SQL Injection: &lt;https://owasp.org/www-community/attacks/SQLInjection&gt;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SQL injection: &lt;https://portswigger.net/web-security/sql-injection&gt;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SQLi Prevention Cheat Sheet.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560c7b1e343e6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24912"/>
            <a:ext cx="8229600" cy="20482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