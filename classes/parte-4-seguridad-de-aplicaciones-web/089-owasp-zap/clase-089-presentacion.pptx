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089 — OWASP ZAP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OWASP ZAP (Zed Attack Proxy), la alternativa libre y de código abierto a Burp, con foco en su capacidad de automatización (spider, active scan, ZAP en CI/CD). Complementa a Burp: ZAP brilla…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ZAP como proxy y capturar tráfico HTTPS.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spider tradicional y un AJAX spider sobre una SPA.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un active scan y leer sus alertas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ZAP desde línea de comandos (baseline scan) para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ZAP y Burp para elegir la herramienta según 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Proxy y certificado ZAP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Spider tradicional vs. AJAX spider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Passive vs.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Alertas y niveles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Automation Framework y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Contextos y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ZAP vs. Burp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(Zed Attack Proxy) es el equivalente libre y gratuito de Burp, mantenido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comunidad OWASP. Comparte el concepto central —un proxy de interceptación que ve y modifica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tráfico— y por eso mucho de la clase 088 se traslada directamente: también genera una 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hay que instalar para HTTPS, también tiene target, sitemap e interceptación manual.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razón de estudiarlo no es solo tener una opción sin coste, sino que ZAP brilla donde Burp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Community flaquea: en automatización. Su escaneo activo es completo y sin las limitaciones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velocidad de la edición gratuita de Burp, y su Automation Framework lo hace idóneo para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ZAP: proxy de seguridad web libre mantenido por OWASP. Característica: gratuito, scriptable y apto para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Spider: rastreador que descubre URLs siguiendo enlaces. Característica: no ejecuta JavaScript.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AJAX Spider: rastreador que usa un navegador real para SPAs. Característica: descubre rutas generadas por JS.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Passive scan: análisis no intrusivo del tráfico observado. Característica: seguro, no envía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scan: envía payloads para confirmar vulnerabilidades. Característica: intrusivo, solo con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scan: escaneo rápido y no intrusivo pensado para CI. Característica: falla el build si hay alertas nuevas.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— Proxy de pentesting web libre y gratuito de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de ZAP — Certificado propio para interceptar 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 tradicional — Descubre páginas siguiendo enlaces del HTML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AJAX Spider — Ejecuta JS con un navegador real para descubrir rutas de SPA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pasivo — Solo observa el tráfico; no envía nada;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activo — Envía payloads de prueba; intrusivo; solo dentro del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(descarga oficial) o su imagen Docker zaproxy/zap-stable.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Juice Shop en http://localhost:3000.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ZAP y arranca en modo Standard. Configura el proxy local (por defecto 8080 o 8090).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certificado raíz de ZAP en el navegador (Options → Network → Server Certificates).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Juice Shop manualmente pasando por ZAP para poblar el árbol de sitios.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el Spider sobre el host y luego el AJAX Spider para capturar rutas de la SPA.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las alertas del passive scan que ya se generaron.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 Active Scan sobre un endpoint concreto y observa las alertas por color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baseline scan con Docker y revisa el reporte de warnings.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número de URLs descubiertas por spider tradicional vs. AJAX spider.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Context con credenciales para un escaneo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las alertas por riesgo Alto y explica una de ellas.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el baseline scan e interpreta los códigos WARN/FAIL.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de ZAP que marque como fuera de scope las URLs de logout.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mentalmente el baseline scan en un pipeline: ¿cuándo debe fallar el build?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reporte de ZAP de Juice Shop que incluya al menos 3 alertas de riesgo medio/alto verificadas manualmente (sin falsos positivos).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alerta del reporte se confirma reproduciéndola manualmente en el navegador o en Burp, y se descarta al menos un falso positivo justificando por qué.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 sin resultados en SPA — Faltó el AJAX spider previo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Verifica manualmente antes de reportar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HTTPS con errores de certificado — CA de ZAP no instalado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bloqueado por WAF/rate limit — Baja el número de hilos del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 siempre en verde — El scope o el target están mal definidos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¿ZAP puede sustituir a Burp?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automatización y CI/CD, sí, e incluso mejor. Para pentesting manual fino, muchos prefieren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active scan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payloads reales; puede alterar datos. Úsalo solo en entornos autorizados y con backups.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integro ZAP en CI/CD?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zap-baseline.py o zap-full-scan.py en un contenedor, haciendo que el pipeline falle según las alertas.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ZAP: &lt;https://www.zaproxy.org/&gt;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Automation Framework: &lt;https://www.zaproxy.org/docs/automate/&gt;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WSTG: &lt;https://owasp.org/www-project-web-security-testing-guide/&gt;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ac108c6d9650b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5900"/>
            <a:ext cx="822960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