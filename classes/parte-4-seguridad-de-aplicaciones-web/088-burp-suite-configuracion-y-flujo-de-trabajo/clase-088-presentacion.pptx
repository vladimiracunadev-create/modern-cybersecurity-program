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088 — Burp Suite: configuración y flujo de trabajo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Instalar, configurar y dominar el flujo de trabajo de Burp Suite, la navaja suiza del pentesting web. Al terminar sabrás interceptar, modificar, repetir y automatizar peticiones HTTP con soltura,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el proxy de Burp y el certificado CA en el navegador.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y modificar peticiones y respuestas en tiempo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Repeater para iterar sobre una petición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payloads con Intruder y ataques de tipo sniper/cluster bomb.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scope y organizar el trabajo con el HTTP history y el sitemap.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Proxy e interceptación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Certificado CA y 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Target, scope y sitemap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Repeater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Intruder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Decoder y Comparer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Extensiones (BApp Store)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herramienta central del pentesting web es un proxy de interceptación, y Burp Suite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estándar de la industria. La idea es sencilla y poderosa: Burp se coloca entre tu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y el servidor, de modo que cada petición y cada respuesta pasa por él y se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ver, pausar, modificar y reenviar. Eso derriba de un golpe la principal barrera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web —que la lógica del cliente parece intocable—: con Burp, todo lo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envía es material moldeable antes de llegar al servidor, así que cualquier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hecha en el JavaScript se salta editando la petición directamente.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interceptor: intermediario que captura el tráfico entre navegador y servidor. Característica: permite pausar y editar cada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Repeater: herramienta para reenviar una petición modificada N veces. Característica: ideal para afinar un payload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Intruder: motor de automatización con posiciones de payload. Característica: modos sniper, battering ram, pitchfork y cluster bomb.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definición de qué hosts están dentro del test. Característica: evita tocar sistemas no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Match/Replace: reglas que reescriben peticiones/respuestas automáticamente. Característica: útil para persistir cabeceras o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Collaborator: servidor externo de Burp para detectar interacciones out-of-band. Característica: revela SSRF/blind ciegos (solo en Pro).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Proxy de interceptación — Se sitúa entre navegador y servidor para ver y editar 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— Proxy de pentesting web estándar de la industria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de Burp — Certificado propio que hay que instalar para interceptar HTTPS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— Pausar una petición para modificarla antes de enviarla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Target scope — Dominios autorizados; limita las herramientas automáticas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Sitemap — Árbol del contenido descubierto del objetivo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Community (gratuita) o Professional.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dedicado al testing (perfil separado) o el navegador embebido de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local: Juice Shop o DVWA.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Burp y configura el listener en 127.0.0.1:8080 (Proxy → Options).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Apunta el navegador a ese proxy o usa el navegador embebido de Burp (más simple).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e instala el certificado CA para ver HTTPS sin advertencias.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 Juice Shop; observa el tráfico en Proxy → HTTP history.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scope: Target → Site map → clic derecho en el host → Add to scope. Activa "show only in-scope".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 un login (Proxy → Intercept ON), modifica un campo y reenvíalo.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esa petición a Repeater (Ctrl+R) y prueba variaciones del parámetro.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Match/Replace para añadir una cabecera personalizada a toda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Intruder en modo cluster bomb sobre dos parámetros a 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el HTTP history para ver solo respuestas con código 500.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un item de historia y anótalo en la pestaña de Comentarios.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una extensión del BApp Store (p. ej. "JSON Web Tokens").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sniper y pitchfork con un ejemplo.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Intruder un ataque de fuerza bruta al login de DVWA con una lista de 50 contraseñas y detecta la válida por diferencia en la longitud/código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la credencial correcta a partir de la anomalía en la respuesta y documentas la posición de payload y el filtro usado.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"Your connection is not private" — CA de Burp no instalado en el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tráfico — Proxy no configurado o listener apagado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Intruder muy lento (Community) — Community limita la velocidad; usa listas pequeñas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testea fuera de scope — Define y activa el scope antes de escanear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Repeater no refleja cambios — Olvidaste pulsar "Send" tras editar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¿Community o Professional?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Community basta para aprender. Professional añade scanner activo, Intruder sin throttling y Collaborator.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¿Burp o ZAP?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Ambas valen. Burp domina en la industria; ZAP es libre y automatizable. Verás ZAP en la próxima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tocar sistemas ajenos?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siempre el scope y activa "show only in-scope" y "drop out-of-scope requests".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20 (herramientas).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oficial de Burp: &lt;https://portswigger.net/burp/documentation&gt;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Academy: &lt;https://portswigger.net/web-security&gt;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e8cdd49d8497c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33" y="1097280"/>
            <a:ext cx="803473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