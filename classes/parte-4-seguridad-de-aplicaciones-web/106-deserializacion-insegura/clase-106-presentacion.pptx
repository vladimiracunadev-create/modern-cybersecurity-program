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106 — Deserialización insegura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explotar la deserialización insegura: cuando una aplicación reconstruye objetos a partir de datos controlados por el atacante, permitiendo desde manipulación de estado hasta ejecución…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serializar/deserializar y por qué es riesgoso con datos no confiables.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Manipular objetos serializados para alterar el estado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formatos serializados (PHP, Java, Python pickle, .NET).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cadenas de gadgets (ysoserial) para lograr RCE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evitar deserializar datos no confiables.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Serialización: concepto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Formatos por lenguaje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Manipulación de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Gadget chains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ysoserial y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Pickle en Python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no deserializar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Serializar es convertir un objeto en memoria a una secuencia de bytes para guardarlo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transmitirlo; deserializar es lo contrario, reconstruir el objeto a partir de esos bytes. Suena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inocuo, pero la deserialización insegura (A08 de OWASP) es de las vulnerabilidades más graves porque,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muchos lenguajes, reconstruir un objeto ejecuta código —constructores, métodos especiales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invocan durante la reconstrucción—. Si la aplicación deserializa datos que vienen del usuario,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atacante controla qué objetos se crean y, con ellos, qué código se ejecuta. La causa raíz es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confianza: se asume que el flujo serializado es "de la aplicación", cuando en realidad puede venir 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Serialización: convertir un objeto en bytes/texto para almacenarlo o transmitirlo. Característica: reversible mediante deserialización.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Deserialización insegura: reconstruir objetos desde datos del atacante. Característica: puede ejecutar código durante el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Gadget: clase presente en la app cuyo comportamiento se abusa en la deserialización. Característica: se encadenan para lograr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 chain: secuencia de gadgets que culmina en una acción peligrosa. Característica: ysoserial las genera para Java.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Pickle: formato de serialización de Python. Característica: ejecuta reduce, peligroso con datos externos.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methods: métodos que se invocan automáticamente (wakeup, readObject). Característica: puntos de entrada del ataque.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Serialización — Convertir un objeto en bytes para guardar o transmitir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Deserialización — Reconstruir el objeto a partir de los bytes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Deserialización insegura — Reconstruir datos del usuario que ejecutan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 — Método que se ejecuta al deserializar y es útil al atacante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 chain — Encadenar gadgets ya presentes para lograr 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Métodos mágicos — wakeup, readObject, reduce invocados al deserializar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insecure deserialization.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ysoserial (Java) y ysoserial.net (.NET).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manipular los objetos serializados en cookies/parámetros.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datos serializados (cookies con Base64 que decodifican a objetos, campos O:8:... en PHP).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lab PHP, decodifica el objeto serializado y manipula un atributo (p. ej. admin=true), reserializa y reenvía.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cambio de estado/privilegio.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lab Java, detecta el objeto serializado y usa ysoserial para generar una gadget chain que ejecute un comando.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la ejecución con una interacción OOB hacia Collaborator.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Python, analiza un endpoint que deserializa pickle y demuestra el riesgo con un payload controlado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formato, la manipulación y el impacto.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y modifica un objeto PHP serializado para escalar privilegios.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es una gadget chain y por qué depende de las librerías presentes.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payload con ysoserial y explica qué gadget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por qué pickle.loads sobre datos externos es peligroso.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magic methods relevantes en PHP, Java y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alternativas seguras (JSON con validación de esquema, firmas).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deserialización de PortSwigger: primero uno de manipulación de atributos y, si llegas, uno de RCE con gadget chain.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al menos el lab de manipulación queda resuelto con evidencia del cambio de privilegio; documentas el formato serializado y por qué deserializar input no confiable es la causa…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objeto no se acepta — Longitud/formato mal recalculados; ajusta el serializado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ysoserial no funciona — Gadget no presente en el classpath; prueba otra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señal de RCE — Deserialización ciega; usa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HMAC en el objeto — Está firmado; necesitas la clave (otro vector)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Pickle sin efecto — El endpoint valida tipo; documenta la defensa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 tan difícil de explotar?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Requiere conocer las librerías presentes para encadenar gadgets. La manipulación de estado, en cambio, es sencilla.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¿JSON es seguro?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JSON no instancia objetos arbitrarios, así que evita el vector clásico, pero sigue necesitando validación de esquema y de tipos.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lo defiendo?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deserialices datos no confiables. Si es inevitable, usa formatos de datos (no de objetos), firma e integridad, y allowlists de clases.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Deserialization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ysoserial: &lt;https://github.com/frohoff/ysoserial&gt;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Insecure deserialization: &lt;https://portswigger.net/web-security/deserialization&gt;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efb05fa46368e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26664"/>
            <a:ext cx="8229600" cy="1444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