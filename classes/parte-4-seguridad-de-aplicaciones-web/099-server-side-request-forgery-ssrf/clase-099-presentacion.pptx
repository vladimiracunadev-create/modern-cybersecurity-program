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099 — Server-Side Request Forgery (SSRF)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el SSRF (falsificación de petición del lado servidor): hacer que el servidor realice peticiones a destinos que el atacante controla, incluyendo servicios internos y endpoints de metadata…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funciones que hacen que el servidor pida URLs (webhooks, importadores, previews).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SSRF para alcanzar localhost y la red interna.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credenciales del endpoint de metadata cloud.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SSRF ciega con detección out-of-band.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Evadir filtros de URL débiles y recomendar defensas robustas.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SSRF y su superficie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SSRF a servicios internos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Metadata cloud (169.254.169.254)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SSRF ciega y OOB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Bypass de filtros de URL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Esquemas alternativos (file://, gopher://)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allowlist, sin redirecciones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Server-Side Request Forgery ocurre cuando una aplicación toma una URL controlada por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usuario y hace una petición a ella desde el servidor. La aplicación tiene funciones legítimas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hacen esto —cargar una imagen desde una URL, un webhook, importar datos de un enlace,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generador de miniaturas—, y el abuso consiste en darle una URL que apunte no a Internet, sino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sitios que el atacante no puede alcanzar directamente pero el servidor sí. El servidor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convierte, en efecto, en un proxy hacia la red interna. Su gravedad hizo que OWASP lo añadiera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como categoría propia (A10) en 2021.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SSRF: el servidor hace una petición a una URL controlada por el atacante. Característica: usa la posición de red del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Metadata endpoint: servicio cloud interno que entrega credenciales temporales (AWS/GCP/Azure). Característica: solo accesible desde la instancia, ideal objetivo de SSRF.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SSRF ciega: no se ve la respuesta; se confirma por interacción OOB. Característica: requiere Collaborator/servidor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Bypass de filtro: técnicas para saltar allow/blocklists (IP decimal, DNS rebinding, redirecciones). Característica: los filtros por string son frágiles.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Esquema de URL: http, file, gopher, dict. Característica: esquemas exóticos amplían lo que se puede hacer.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 rebinding: cambiar la resolución DNS tras la validación. Característica: evade filtros basados en resolver una vez.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SSRF — La aplicación hace una petición a una URL que controla el atacante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Proxy hacia dentro — El servidor alcanza lo que el atacante no puede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Servicio de metadatos — 169.254.169.254; devuelve credenciales de la instancia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Capital One — Brecha de 2019 causada por SSRF al metadata de AWS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 interna — Servicios que confían en el tráfico de dentro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interno — Sondear puertos internos por tiempos o errores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de SSRF y Juice Shop.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Collaborator o servidor propio para OOB.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Conocer los endpoints de metadata de cada nube (documentación oficial).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una función que reciba una URL (importar imagen, webhook, comprobar stock).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Cambia la URL a http://localhost/admin y observa si el servidor la alcanza.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puertos internos cambiando el puerto en la URL y midiendo respuestas/tiempos.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el lab cloud de PortSwigger, apunta al endpoint de metadata: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el rol y luego las credenciales temporales de ese rol.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SSRF ciega, apunta la URL a tu Collaborator y confirma la interacción DNS/HTTP.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Evade un filtro que bloquea localhost usando 127.1, [::1] o IP en formato decimal.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5 features típicas que introducen SSRF.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endpoint de metadata es tan crítico.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Evade un blocklist de 127.0.0.1 de tres formas distintas.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una redirección abierta para saltar un allowlist de dominios.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SSRF de CSRF con claridad.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defensa: allowlist de destinos + bloqueo de IPs privadas + no seguir redirecciones.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lab de SSRF de PortSwigger que exija acceder al endpoint de metadata y usa las credenciales obtenidas para completar el objetivo del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lab queda resuelto, entregas la URL de SSRF, las credenciales/dato extraído y explicas la defensa (allowlist, bloqueo de rangos internos) que lo evitaría.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servidor no sigue la URL — La feature valida el destino; busca otra función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Bloqueado localhost — Usa 127.1, [::1], decimal o DNS que resuelva a interno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respuesta visible — SSRF ciega; confirma con OOB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Redirección no ayuda — La app no sigue redirecciones; prueba otro vector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Metadata devuelve 401 — IMDSv2 requiere token; ajusta la técnica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SSRF es tan grave en cloud?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el endpoint de metadata entrega credenciales de la instancia; con ellas, el atacante puede pivotar a toda la cuenta cloud.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¿IMDSv2 resuelve el SSRF?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mitiga exigiendo un token PUT previo, más difícil de lograr vía SSRF simple, pero no elimina todos los vectores.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¿Basta con un blocklist de IPs?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Los blocklists se evaden fácil. Usa allowlists de destinos y bloquea rangos privados a nivel de 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Yaworski, Real-World Bug Hunting, cap. de SSRF.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SSRF: &lt;https://owasp.org/www-community/attacks/ServerSideRequestForgery&gt;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SSRF Prevention Cheat Sheet.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SSRF: &lt;https://portswigger.net/web-security/ssrf&gt;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01d43cec21bf7c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06624"/>
            <a:ext cx="8229600" cy="20848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