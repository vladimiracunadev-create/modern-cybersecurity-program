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107 — Server-Side Template Injection (SSTI)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la inyección de plantillas del lado servidor (SSTI): cuando el input del usuario se evalúa como parte de una plantilla (Jinja2, Twig, Freemarker, etc.), permitiendo desde filtración de datos…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SSTI con payloads de prueba matemáticos.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el motor de plantillas por su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Escalar de evaluación de expresiones a lectura de archivos y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payloads específicos por motor (Jinja2, Twig, Freemarker).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sandboxing y separación de datos y plantilla.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Motores de plantillas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Detección ({{77}})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Fingerprinting del motor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 expresión a RCE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Jinja2 / Twig / Freemarker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SSTI vs. XSS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sandbox, logic-less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motores de plantillas (Jinja2, Twig, Freemarker, Handlebars) generan HTML combinando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fija con datos: Hola {{ nombre }} produce "Hola Ana". El Server-Side Template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Injection ocurre cuando la aplicacion construye la plantilla misma con entrada del usuario,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lugar de pasar esa entrada como un dato a una plantilla fija. La diferencia es sutil pero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decisiva: si el usuario controla el texto de la plantilla, controla un lenguaje de expresiones que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 en el servidor, y eso escala con frecuencia a ejecucion remota de codigo. La causa raiz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 patron concreto y evitable: concatenar entrada dentro de la cadena de la plantilla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SSTI: el input se interpreta dentro de una plantilla del servidor. Característica: puede ejecutar código del lado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Motor de plantillas: sistema que renderiza plantillas con datos (Jinja2, Twig...). Característica: cada uno tiene su sintaxis y capacidades.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de detección: expresión simple ({{77}}) que revela evaluación. Característica: si devuelve 49, hay SSTI.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Fingerprinting: identificar el motor por respuestas a payloads. Característica: guía el exploit específico.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Sandbox: entorno restringido de ejecución de plantillas. Característica: mitiga (aunque a veces se evade) la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Logic-less templates: motores sin ejecución de código (Mustache). Característica: reducen el riesgo por diseño.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Termino — Definicion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Motor de plantillas — Genera HTML combinando plantilla y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SSTI — Inyeccion en la plantilla, evaluada en el servidor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como dato vs. como codigo — El fallo es construir la plantilla con entrada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Sonda 77 — Deteccion; si la expresion se evalua, hay SSTI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Fingerprinting del motor — Identificar el motor por que sintaxis evalua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Jinja2 / Twig — Motores con sintaxis de dobles llaves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SSTI.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tplmap (automatización, con criterio).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probar payloads.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Introduce {{77}} y ${77} en campos que se reflejan (nombre, plantilla de email).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obtienes 49, confirma SSTI e identifica el motor con payloads diferenciadores.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Jinja2 (Python), escala a lectura de configuración y luego a ejecución: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subclass que permita ejecutar comandos y ejecútalo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Twig/Freemarker, usa los payloads específicos del motor para leer archivos o ejecutar.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la RCE con una interacción OOB.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motor, la cadena de escalada y el impacto.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la respuesta de {{77}} en SSTI de un simple reflejo de 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Haz fingerprinting distinguiendo Jinja2 de Twig con payloads.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cadena class → mro → subclasses en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SSTI de XSS: mismo {{77}}, distinto sink.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tplmap y luego reproduce manualmente su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arquitectura con plantillas logic-less para el caso de uso.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SSTI de PortSwigger que exija fingerprint + RCE y ejecuta un comando (p. ej. leer un archivo del sistema).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documentas el motor identificado, la cadena de payloads y la defensa (sandbox, separar datos de plantilla, motor logic-less).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{{77}} sale literal — No hay SSTI ahí; puede ser XSS o texto plano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49 pero sin RCE — Motor con sandbox; busca bypass conocido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de otro motor falla — Fingerprint incorrecto; ajusta el motor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tplmap no detecta — Contexto peculiar; prueba manual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RCE ciega — Usa OOB para confirmar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¿SSTI siempre es RCE?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siempre; depende del motor y su sandbox. A veces solo permite leer datos, pero muchos motores llegan a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distingo SSTI de XSS?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{{77}} que devuelve 49 indica evaluación en servidor (SSTI); si aparece literal y ejecuta JS, es XSS en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sandbox me protege?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Ayuda, pero muchos sandboxes de plantillas han sido evadidos. La defensa robusta es no meter input del usuario en la plantilla.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Hunting, cap. de template injection.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SSTI research y labs: &lt;https://portswigger.net/web-security/server-side-template-injection&gt;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Testing for SSTI (WSTG).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319a9ad01c66c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669" y="1097280"/>
            <a:ext cx="2964661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