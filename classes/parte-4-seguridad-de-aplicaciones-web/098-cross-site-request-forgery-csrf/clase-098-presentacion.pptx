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098 — Cross-Site Request Forgery (CSRF)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CSRF (falsificación de petición entre sitios): forzar al navegador de una víctima autenticada a ejecutar acciones no deseadas. Aprenderás a construir PoCs, evaluar cuándo una defensa 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condiciones necesarias para un CSRF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PoC HTML (GET y POST) que dispare la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defensas: tokens anti-CSRF, SameSite, verificación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protecciones débiles (token no validado, método relajado).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la defensa correcta según el contexto.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Cómo funciona el 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Condiciones necesarias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PoC con formularios auto-enviados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Tokens anti-CSRF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Cookies SameSite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Bypass de defensas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CSRF en APIs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Cross-Site Request Forgery explota una decisión de diseño del navegador: cuando una página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—cualquiera— hace una petición a un sitio, el navegador adjunta automáticamente las cookies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ese sitio. Eso significa que si estás autenticado en banco.com y visitas una página maliciosa,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esa página puede hacer que tu navegador envíe una petición a banco.com con tu cookie de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incluida, y el banco la procesará como si la hubieras hecho tú. El atacante no roba tu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—como en el XSS— sino que la usa a ciegas: consigue que realices una acción que cambia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(transferir dinero, cambiar tu correo, borrar algo) sin tu intención y sin ver el resultado.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CSRF: forzar una acción autenticada usando la sesión de la víctima desde otro sitio. Característica: explota que el navegador envía cookies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anti-CSRF: valor impredecible ligado a la sesión que debe acompañar cada acción. Característica: el atacante no puede adivinarlo.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SameSite: atributo de cookie que limita su envío entre sitios. Característica: Lax/Strict mitigan gran parte del CSRF.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de Origin/Referer: comprobar el origen de la petición. Característica: defensa complementaria.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(Proof of Concept): página que dispara la acción automáticamente. Característica: prueba el impacto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Double-submit cookie: patrón donde el token va en cookie y en cuerpo. Característica: alternativa sin estado en servidor.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CSRF — Forzar al navegador de la víctima a hacer una acción autenticada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Envío automático de cookies — El navegador adjunta la cookie sin importar el origen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que cambia estado — Requisito: transferir, cambiar correo, borrar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Autenticación por cookie — Requisito: la sesión depende solo de la cookie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Parámetros predecibles — Requisito: sin un secreto que el atacante no pueda poner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Formulario auto-enviado — PoC clásica alojada en la página del atacante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CSRF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(Community incluye un generador de PoC de CSRF).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local simple para alojar el PoC en tu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CSRF, identifica la petición que cambia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si requiere token anti-CSRF. Si no,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PoC con Burp (clic derecho en la request → Engagement tools → Generate CSRF PoC).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Aloja el PoC en tu servidor de lab y ábrelo con una sesión de víctima activa: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la contraseña cambió sin la interacción consciente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lab con token, intenta el bypass: quitar el token, reutilizar uno viejo, cambiar método.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efecto de la cookie SameSite=Lax en el ataque.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PoC GET y otro POST para la misma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SameSite=Strict puede romper flujos legítimos.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token que se valida solo por presencia (no por valor).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si un endpoint JSON con Content-Type: application/json es CSRF-eable.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defensa: token sincronizado + SameSite + verificación de 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CSRF de SSRF (nombres parecidos, ataques opuestos).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CSRF de PortSwigger que tenga una defensa parcial (token mal validado) y demuestra el cambio de email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PoC funcional y explicas exactamente qué debilidad del token permitió el bypass y cómo se corrige.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PoC no dispara la acción — Falta el token válido; el endpoint sí lo valida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SameSite bloquea el ataque — Cookie Lax/Strict; el CSRF clásico ya no aplica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 JSON no explotable — El navegador no envía JSON cross-site sin CORS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estático reutilizable — Debilidad real; repórtalo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Referer/Origin bloquean — La app valida origen; busca otro vector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¿SameSite mató el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redujo mucho, pero no del todo: hay SameSite=None, flujos GET sensibles y navegadores/configuraciones variados. Mantén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APIs REST necesitan protección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autentican por cookie, sí. Si usan tokens en cabecera (Bearer), el CSRF clásico no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token en URL sirve?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riesgoso: se filtra por Referer, logs e historial. Mejor en cuerpo o cabecera.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CSRF: &lt;https://owasp.org/www-community/attacks/csrf&gt;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CSRF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CSRF: &lt;https://portswigger.net/web-security/csrf&gt;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dede44fa82a31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6576"/>
            <a:ext cx="8229600" cy="4224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