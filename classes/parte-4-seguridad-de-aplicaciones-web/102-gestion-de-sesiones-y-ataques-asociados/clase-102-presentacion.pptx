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102 — Gestión de sesiones y ataques asociados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cómo las aplicaciones mantienen el estado de sesión tras el login y los ataques que lo comprometen: predicción y fijación de sesión, gestión insegura de cookies y fallos de logout. Una…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la entropía y predictibilidad de los identificadores de sesión.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fijación de sesión (session fixation).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los atributos de cookie (HttpOnly, Secure, SameSite).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fallos de expiración y logout incompleto.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una gestión de sesión robusta.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sesión y cookies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Entropía del session 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Session fixation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Atributos de cookie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Expiración e invalidación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Session hijacking vía XSS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rotación y flags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 es sin estado: cada petición es independiente y el servidor no recuerda que 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autenticaste hace un momento. La sesión es el mecanismo que resuelve eso: tras el login,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servidor genera un identificador de sesión (session ID) y se lo da al navegador —normalmente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cookie—, y el navegador lo reenvía en cada petición, de modo que el servidor sabe quién eres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pedirte la contraseña otra vez. La consecuencia de seguridad es enorme y hay que interiorizarla: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ese identificador es, funcionalmente, tu contraseña durante toda la sesión. Quien lo obtenga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tú, sin saber tu clave. Por eso todo el tema gira en torno a proteger ese valor.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Session ID: identificador que liga peticiones a una sesión autenticada. Característica: debe ser largo, aleatorio e impredecible.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Session fixation: forzar a la víctima a usar un ID que el atacante conoce. Característica: se evita rotando el ID tras el login.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HttpOnly: impide el acceso a la cookie desde JS. Característica: mitiga el robo vía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Secure: la cookie solo viaja por HTTPS. Característica: evita interceptación en claro.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SameSite: limita el envío entre sitios. Característica: mitiga CSRF.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Invalidez en logout: el servidor descarta la sesión al cerrar. Característica: si falta, el token sigue válido.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Sesión — Mecanismo que da estado a HTTP tras el login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Session ID — Identificador que equivale a la contraseña durante la sesión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Cookie — Portador habitual del session 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Entropía del ID — Longitud y aleatoriedad; impide adivinarlo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CSPRNG — Generador seguro con el que debe crearse el 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HttpOnly — Flag que oculta la cookie a JavaScript; mitiga el robo por XSS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(Sequencer para analizar aleatoriedad de tokens).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y DVWA.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DevTools para inspeccionar cookies y atributos.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Inicia sesión y captura el session ID; inspecciona sus atributos en DevTools.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 muchos tokens y analiza su aleatoriedad con Burp Sequencer.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Comprueba si el ID rota tras el login (defensa contra fixation). Si no, es explotable.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session fixation: fija un ID antes del login de la víctima y verifica si se mantiene.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flags: ¿HttpOnly?, ¿Secure?, ¿SameSite? Documenta los que falten.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el logout: tras cerrar sesión, reutiliza el token antiguo; ¿sigue válido?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 con XSS (clase 097): roba la cookie si no es HttpOnly.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la entropía de un token con Sequencer y explica el resultado.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una session fixation en un lab que no rote el 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los atributos de cookie y qué protege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Comprueba si la sesión expira por inactividad y por tiempo absoluto.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logout debe invalidar en servidor, no solo borrar la cookie.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configuración de cookie ideal para una app bancaria.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un fallo de gestión de sesión en un lab: session fixation o token válido tras logout, y propón la corrección.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reproduces el fallo con evidencia (mismo token antes/después o reuso tras logout) y describes la defensa concreta (rotación en login, invalidación en servidor).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cambia tras login — Rotación correcta; no hay fixation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Sequencer dice "buena" entropía — Token robusto; busca otro vector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Cookie sin HttpOnly — Riesgo de robo vía XSS; repórtalo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Logout no invalida — El token sigue vivo; fallo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SameSite ausente — Riesgo de CSRF; combínalo con la clase 098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¿JWT elimina estos problemas?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introduce otros (revocación, expiración) que veremos en la clase 103. Los stateless tienen sus propios 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con HttpOnly para proteger la sesión?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Ayuda contra el robo vía XSS, pero necesitas Secure, SameSite, rotación y expiración correcta.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rotar el ID tras el login?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invalidar cualquier ID que el atacante pudiera haber fijado antes de la autenticación.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Session Management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 — Session Management Testing.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PortSwigger: &lt;https://portswigger.net/web-security/authentication&gt;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39994a8a6fdae1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469" y="1097280"/>
            <a:ext cx="6215062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