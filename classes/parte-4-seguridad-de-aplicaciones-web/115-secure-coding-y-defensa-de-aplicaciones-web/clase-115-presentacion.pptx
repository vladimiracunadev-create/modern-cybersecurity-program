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115 — Secure coding y defensa de aplicaciones web</a:t>
            </a:r>
          </a:p>
          <a:p>
            <a:r>
              <a:rPr sz="1600">
                <a:solidFill>
                  <a:srgbClr val="2E8B57"/>
                </a:solidFill>
              </a:rPr>
              <a:t>parte 4 seguridad de aplicaciones web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Cerrar la parte pasando del ataque a la defensa: cómo escribir código seguro y arquitecturas resistentes que eliminen de raíz las vulnerabilidades vistas. Aprenderás los principios de secure coding…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Aplicar principios de diseño seguro (defensa en profundidad, mínimo privilegio).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Implementar las defensas correctas por categoría (inyección, XSS, authz).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Usar cabeceras de seguridad (CSP, HSTS, cookies seguras) con criterio.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Integrar SAST/DAST/SCA y OWASP ASVS en el SDLC.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Evaluar una aplicación contra un checklist de secure coding.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Principios de diseño seguro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Defensas por categoría OWASP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Validación y codificación de salida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Cabeceras de seguridad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Gestión segura de secretos y dependencias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SAST/DAST/SCA en CI/CD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OWASP ASVS como checklist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Las 29 clases anteriores enseñaron a atacar; esta las invierte para enseñar a construir seguro,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y su tesis es que la seguridad es más barata y más efectiva diseñada desde el principio que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parcheada al final. No es una lista de trucos, sino un conjunto de principios que, aplicados,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eliminan clases enteras de vulnerabilidad en lugar de instancias sueltas. El hilo que conecta casi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todo lo visto es uno solo: no confiar en la entrada y no mezclar datos con código. Quien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interioriza eso ya tiene el 80% del secure coding.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Cada categoría de riesgo tiene su defensa raíz, y ordenarlas es el resumen de la parte. Contra la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Secure coding: prácticas de programación que previenen vulnerabilidades. Característica: es más barato prevenir que parchear.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Defensa en profundidad: múltiples capas de control. Característica: si una falla, otra contiene el daño.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Mínimo privilegio: cada componente solo con los permisos necesarios. Característica: limita el impacto de un compromiso.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CSP (Content Security Policy): cabecera que restringe recursos ejecutables. Característica: mitiga XSS aunque exista el bug.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ASVS: estándar de verificación de OWASP con requisitos por nivel. Característica: convierte "ser seguro" en una checklist auditable.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SAST/DAST/SCA: análisis estático, dinámico y de composición. Característica: automatizan la detección en el pipeline.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 concisa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Secure coding — Construir software seguro por diseño, no por parche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Diseño seguro — Modelar amenazas antes de programar (A04)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Separar código y datos — Parametrizar, no invocar shell, no deserializar input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Validación de entrada — Rechazar lo que no encaja, con allowlists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Codificación de salida — Codificar el dato según su contexto; defensa primaria del XSS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Autorización en servidor — Por objeto y denegando por defecto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 ASVS y OWASP Cheat Sheet Series.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Semgrep (SAST), OWASP ZAP (DAST), Dependabot/Trivy/OWASP Dependency-Check (SCA).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securityheaders.com y CSP Evaluator para revisar cabeceras.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Toma un endpoint vulnerable a SQLi de clases previas y reescríbelo con consultas parametrizadas.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Corrige un XSS aplicando codificación de salida por contexto y añade una CSP restrictiva.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Endurece las cookies: HttpOnly, Secure, SameSite, y verifica con DevTools.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Añade cabeceras de seguridad (HSTS, X-Content-Type-Options, CSP) y valida en securityheaders.com.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 Semgrep sobre un proyecto y corrige un hallazgo real.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Integra un DAST baseline (ZAP) y un SCA en un pipeline de ejemplo.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Audita la app contra un subconjunto de OWASP ASVS nivel 1 y documenta gaps.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Reescribe de forma segura una query vulnerable en dos lenguajes.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una CSP para una SPA que solo cargue scripts propios.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Configura las cookies de sesión ideales y justifícalo.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Corrige un IDOR añadiendo autorización a nivel de objeto.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Añade validación de entrada con allowlist en un endpoint.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Mapea 10 controles de secure coding a las categorías del OWASP Top 10.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Toma una aplicación vulnerable (Juice Shop/DVWA o un proyecto propio) y corrige al menos 3 vulnerabilidades de categorías distintas, verificando que el ataque original ya no funciona.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entregas el diff/código corregido de 3 fallos (p. ej. SQLi, XSS, IDOR), demuestras que el exploit previo falla tras el cambio, y mapeas cada corrección a su categoría OWASP y…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Escapar en vez de parametrizar — Frágil; usa prepared statements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CSP con unsafe-inline — Anula la protección; elimina inline y usa nonces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Validación solo en cliente — Inútil como control; valida en servidor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Blocklists en vez de allowlists — Se evaden; prefiere allowlists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Secretos en el repositorio — Fuga; usa gestores de secretos y rota lo expuesto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dónde empiezo a asegurar una app?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 las categorías de mayor impacto en tu contexto (a menudo access control e inyección) y por un baseline de cabeceras y gestión de sesión.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¿SAST o DAST?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Ambos: SAST encuentra fallos en el código, DAST en la app corriendo. Complétalos con SCA para dependencias.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¿Qué nivel de ASVS busco?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Nivel 1 como mínimo para cualquier app; niveles 2–3 para aplicaciones sensibles o reguladas.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 ASVS: &lt;https://owasp.org/www-project-application-security-verification-standard/&gt;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 Cheat Sheet Series: &lt;https://cheatsheetseries.owasp.org/&gt;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 Proactive Controls: &lt;https://owasp.org/www-project-proactive-controls/&gt;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 Top 10 2021: &lt;https://owasp.org/Top10/&gt;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f0ee1ac41bc0f4c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295144"/>
            <a:ext cx="8229600" cy="290779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