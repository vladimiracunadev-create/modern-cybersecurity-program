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097 — XSS almacenado y basado en DOM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las dos variantes de XSS más peligrosas: el almacenado (stored), que persiste y afecta a todos los usuarios, y el basado en DOM, que ocurre íntegramente en el navegador. Aprenderás a rastrear…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XSS almacenado y evaluar su alcance (todos los usuarios).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Rastrear flujos source→sink en JavaScript para DOM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sinks peligrosos (innerHTML, eval, document.write).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exploit que realice acciones en nombre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sanitización DOM (DOMPurify), APIs 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Stored XSS: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DOM XSS: sources y sinks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Sinks peligrosos en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XSS en frameworks (React/Angular)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Exploits accionables (CSRF vía XSS)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Sanitización con DOMPurify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Trusted Types y CSP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XSS almacenado (stored) es la variante más peligrosa porque el payload se guarda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—en un comentario, un nombre de perfil, un mensaje, una reseña— y se ejecuta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de cada usuario que ve ese contenido, sin necesidad de engañar a nadie con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enlace. A diferencia del reflejado (clase 096), no hace falta phishing: la víctima solo tiene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visitar una página legítima del sitio. Un payload almacenado en un foro popular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comprometer a miles de usuarios, e incluso propagarse como un gusano si el script publica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 contenido malicioso en nombre de cada víctima que lo ejecuta —así funcionó el histórico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Stored XSS: el payload se guarda en el servidor y se sirve a otros. Característica: no requiere enlace; se dispara solo al ver 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XSS: el flujo peligroso ocurre en el JavaScript del cliente. Característica: el servidor puede no ver nunca 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Source: entrada controlable en el DOM (location.hash, document.referrer). Característica: origen del dato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Sink: función que ejecuta/inserta datos (innerHTML, eval). Característica: punto donde detona el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DOMPurify: librería que sanitiza HTML en el cliente. Característica: defensa fiable frente a DOM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Trusted Types: API del navegador que restringe asignaciones peligrosas. Característica: previene sinks inseguros por diseño.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XSS almacenado (stored) — El payload se guarda y se ejecuta para cada visitante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— El payload vive en el servidor sin necesidad de engaño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Gusano XSS — Payload que se propaga publicándose a sí mismo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 — Vulnerabilidad enteramente en el JavaScript del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 — Dato controlable por el atacante (location.hash, referrer)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Sink — Función que interpreta el dato como código o 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Juice Shop (varios retos de stored/DOM XSS) y PortSwigger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y DevTools (breakpoints en sinks).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Extensión mental de "seguir el dato": de dónde viene y dónde acaba.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Stored: en Juice Shop, busca un campo persistente (comentario, nombre de usuario) y guarda &lt;img src=x onerror=alert(1)&gt;.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el payload se ejecuta al recargar la página desde otra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XSS: localiza en el JS un sink como element.innerHTML = location.hash.slice(1).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URL con el payload en el #hash y confirma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DevTools para poner un breakpoint en el sink y observar el flujo del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 el impacto: en lugar de alert, haz que el script realice una acción autenticada (cambiar email)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source, sink, payload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sinks peligrosos en JavaScript y por qué lo 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stored XSS es más grave que el reflejado.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DOM XSS donde el servidor nunca vea el payload y explícalo.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Sanitiza un campo con DOMPurify y demuestra que bloquea tu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React mitiga XSS por defecto y cuándo dangerouslySetInnerHTML lo reintroduce.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CSP con Trusted Types para el lab.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Logra un XSS almacenado en Juice Shop que ejecute una acción en nombre de otro usuario (no solo alert), y luego propón la corrección con sanitización.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el payload persistente disparándose en una segunda sesión y realizando una acción, e identificas el source, el sink y la defensa concreta.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se guarda pero no ejecuta — Se codifica al renderizar; busca otro campo/sink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 no reproduce — El source no es controlable en ese flujo; revisa el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React "no permite" XSS — dangerouslySetInnerHTML o refs manuales lo reintroducen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 no bloquea — Config permisiva; revisa allowlist de tags/atributos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 salta solo para ti — Contexto de sesión; prueba en pestaña anónima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frameworks modernos eliminan el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Reducen mucho el riesgo por escapado automático, pero APIs de escape manual y DOM XSS siguen siendo posibles.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encuentro DOM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 sources y sinks en el JavaScript. Herramientas como DOM Invader (de Burp) ayudan a automatizarlo.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¿Sanitizar en cliente o servidor?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según el caso. Para HTML enriquecido en el cliente, DOMPurify; en el servidor, codificación de salida por contexto.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DOM XSS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DOMPurify: &lt;https://github.com/cure53/DOMPurify&gt;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DOM-based XSS: &lt;https://portswigger.net/web-security/cross-site-scripting/dom-based&gt;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d85f4d1f6bc2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51276"/>
            <a:ext cx="8229600" cy="795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