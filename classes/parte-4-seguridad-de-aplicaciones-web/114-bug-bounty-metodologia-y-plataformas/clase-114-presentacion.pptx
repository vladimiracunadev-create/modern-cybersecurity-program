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114 — Bug bounty: metodología y plataformas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lo aprendido en una metodología de bug bounty profesional: elegir programas, respetar el scope, hacer reconocimiento eficiente, priorizar vectores por retorno, y —lo más importante—…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scope y las reglas de un programa antes de probar.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flujo de reconocimiento y testing eficiente.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vulnerabilidades por probabilidad e impacto (retorno).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reporte reproducible con PoC, impacto y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severidad con CVSS y gestionar la divulgación responsable.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Plataformas (HackerOne, Bugcrowd, Intigriti)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Scope y reglas del programa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Reconocimiento eficiente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Priorización por retorno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Redacción de reportes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CVSS y severidad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Divulgación responsable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bug bounty es un modelo en el que las organizaciones invitan a investigadores externos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encontrar vulnerabilidades a cambio de una recompensa por cada una válida. Plataformas como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HackerOne, Bugcrowd e Intigriti intermedian: alojan los programas (el conjunto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de cada organización), gestionan los reportes y los pagos. Es una vía real de aprendizaje y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ingresos, pero su premisa fundamental es la misma que la del pentest (clase 067): solo estás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autorizado a probar lo que el programa incluye en su alcance, con las técnicas que permite. Salirse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 scope en bug bounty no es una infracción menor: es acceso no autorizado, con las mismas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Bug bounty: programa que recompensa el reporte de vulnerabilidades bajo reglas definidas. Característica: hacking autorizado y con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Scope: activos y pruebas permitidas. Característica: salir de él anula la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(Proof of Concept): pasos/artefacto que reproducen el bug. Característica: sin reproducibilidad no hay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CVSS: sistema estándar para puntuar severidad. Característica: da un lenguaje común, pero no sustituye el impacto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Duplicado: bug ya reportado por otro. Característica: no se recompensa; premia la velocidad y la originalidad.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Divulgación responsable: reportar en privado y esperar la corrección. Característica: protege a usuarios y a tu reputación.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Bug bounty — Recompensa por vulnerabilidades reportadas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HackerOne / Bugcrowd / Intigriti — Plataformas que alojan programas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 — Reglas y alcance de una organización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 — Activos autorizados; fuera de él es acceso no autorizado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Exclusiones — Dominios o técnicas explícitamente prohibidos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prohibida — DoS, ingeniería social, escaneo agresivo (habitual)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en HackerOne, Bugcrowd o Intigriti (lee sus políticas).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de reconocimiento: subfinder/amass, httpx, nuclei, ffuf,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reporte propia (título, resumen, pasos, impacto, remediación, referencias).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programa y lee su política: scope, exclusiones, pruebas prohibidas, safe harbor.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flujo de reconocimiento (solo sobre activos en scope): subdominios → hosts vivos → tecnologías → endpoints.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por retorno: funciones de negocio críticas, autenticación, APIs, uploads.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hallazgo en tu laboratorio (Juice Shop) y trátalo como si fuera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reporte completo: título claro, resumen, pasos numerados reproducibles, PoC, impacto y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CVSS del hallazgo con la calculadora oficial y justifica el vector.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el reporte con ojo crítico: ¿podría reproducirlo alguien sin contexto?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 el scope y las reglas de un programa real en 5 puntos.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tu pipeline de reconocimiento con comandos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5 vectores de una app hipotética por probabilidad ×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reporte de un XSS almacenado de Juice Shop con todos los apartados.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CVSS de ese XSS y explica cada 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es el safe harbor y por qué importa legalmente.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reporte de bug bounty completo y reproducible de una vulnerabilidad hallada en tu laboratorio, con CVSS calculado y sección de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tercero puede reproducir el bug siguiendo solo tu reporte; incluye título, impacto de negocio, pasos con PoC, CVSS justificado y remediación accionable.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 rechazado por irreproducible — Faltan pasos/versión/contexto; detalla el PoC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"Out of scope" — Probaste un activo no permitido; respeta el scope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Marcado como duplicado — Otro llegó antes; prioriza velocidad y originalidad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 inflada — Ajusta el impacto real; usa CVSS honesto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Baja recompensa — Impacto mal explicado; conecta el bug con daño de negocio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bug bounty es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mientras te ciñas al scope y las reglas del programa (safe harbor). Fuera de ahí, no hay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un buen reporte de uno malo?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reproducibilidad y la claridad del impacto. Un triager debe poder replicar el bug y entender su gravedad sin esfuerzo.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¿Automatizo todo con nuclei?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automatización ayuda en recon y detección superficial, pero los bugs bien pagados suelen requerir análisis manual y creatividad.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Hunting,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HackerOne: &lt;https://www.hackerone.com/&gt; · Bugcrowd: &lt;https://www.bugcrowd.com/&gt;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 CVSS: &lt;https://www.first.org/cvss/&gt;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cfee7c75bdb01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65576"/>
            <a:ext cx="8229600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