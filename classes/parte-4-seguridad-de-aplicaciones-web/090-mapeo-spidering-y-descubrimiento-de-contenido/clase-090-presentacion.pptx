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090 — Mapeo, spidering y descubrimiento de contenido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mapear exhaustivamente una aplicación: descubrir directorios, archivos, endpoints ocultos, parámetros y funciones no enlazadas. Un buen mapeo multiplica la superficie de ataque real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spidering pasivo y activo para construir el sitemap.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fuzzing de contenido con diccionarios (dirbusting) de forma eficiente.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parámetros ocultos y endpoints de API no enlazados.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subdominios y virtual hosts relevantes al 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los hallazgos por probabilidad de contener vulnerabilidades.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Spidering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Content discovery (dirbusting)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Diccionarios (SecLists)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Descubrimiento de parámetros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Enumeración de subdominios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Análisis de JavaScript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robots.txt, sitemap.xml, .git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atacar hay que mapear la aplicación: descubrir todas sus páginas, endpoints,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parámetros y ficheros. Es la fase de reconocimiento de la clase 068 aplicada a una única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aplicación web, y su premisa es contundente: la vulnerabilidad crítica está a menudo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la aplicación que nadie mira —un endpoint de administración olvidado, una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antigua sin autenticación, un fichero de respaldo accesible—. Un pentest que solo prueba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se ve navegando normalmente deja fuera justo donde suelen estar los fallos graves.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eso el mapeo combina lo pasivo (seguir enlaces) con lo activo (adivinar lo que no está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 discovery: proceso de encontrar recursos no enlazados por fuerza bruta de rutas. Característica: depende de un buen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Wordlist: lista de rutas/palabras candidatas. Característica: SecLists es el estándar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 de parámetros: probar nombres de parámetros para descubrir los ocultos. Característica: cambia la respuesta si el parámetro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Subdominio: host bajo el dominio principal. Característica: puede quedar fuera de las protecciones del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 host (vhost): sitios distintos servidos por la misma IP según la cabecera Host. Característica: se enumeran fuzzeando el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Recursión de directorios: repetir el dirbusting dentro de cada carpeta hallada. Característica: descubre estructuras profundas.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Mapeo — Descubrir toda la estructura de la aplicación antes de atacar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Spidering — Descubrimiento siguiendo enlaces visibles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 discovery / dirbusting — Adivinar rutas no enlazadas con diccionarios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SecLists — Colección de referencia de rutas, parámetros y payloads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 / feroxbuster / gobuster — Herramientas de fuzzing de rutas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respuesta — 200, 403, 401… revelan la existencia y protección de una ruta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ffuf, feroxbuster o gobuster para content discovery.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SecLists (diccionarios).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Arjun para descubrimiento de parámetros; subfinder/amass para subdominios.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LinkFinder/gau para extraer rutas del JavaScript.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Juice Shop y hazlo pasar por Burp para poblar el sitemap con navegación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content discovery con ffuf: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robots.txt, sitemap.xml y /ftp (una ruta famosa de Juice Shop).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rutas embebidas en los archivos .js con LinkFinder o grep de patrones \/rest\/.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parámetros ocultos en un endpoint con Arjun: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Fuzzea la extensión de archivos (FUZZ.php, FUZZ.bak) buscando backups.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todo en un sitemap enriquecido y marca los endpoints prometedores.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de common.txt vs. directory-list-2.3-medium.txt.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filtros por tamaño (-fs) para eliminar respuestas de "not found" personalizadas.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de API en el JS que no aparece navegando.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subdominios de un dominio propio con subfinder.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al menos 3 parámetros ocultos en un endpoint de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403 puede ser más interesante que un 404.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inventario de endpoints de Juice Shop que incluya al menos 5 rutas no descubribles solo navegando (obtenidas por dirbusting, análisis de JS o parámetros ocultos).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ruta se acompaña de cómo se descubrió (herramienta + evidencia) y una hipótesis de por qué podría ser vulnerable.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devuelve 200 — La app tiene "soft 404"; filtra por tamaño con -fs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eterno — Diccionario demasiado grande; empieza por common.txt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 / bloqueo — Baja hilos (-t) y añade delays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rutas de API — Analiza el JavaScript, no solo el HTML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Fuzzear fuera de scope — Limita el target a hosts autorizados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diccionario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con common.txt para rapidez; escala a directory-list-2.3-medium si necesitas cobertura. Ajusta al stack (rutas PHP, ASPX,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analizar el JavaScript?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SPAs, la mayoría de endpoints de API están referenciados en los bundles JS, no en el HTML navegable.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content discovery es intrusivo?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muchas peticiones y puede disparar alertas o rate limits. Hazlo solo con autorización y controlando la velocidad.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cap. de reconocimiento.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SecLists: &lt;https://github.com/danielmiessler/SecLists&gt;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ffuf: &lt;https://github.com/ffuf/ffuf&gt;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Content Discovery.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32d13dfc20d7d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82296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