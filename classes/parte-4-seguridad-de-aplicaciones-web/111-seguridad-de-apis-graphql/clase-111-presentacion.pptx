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111 — Seguridad de APIs GraphQL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APIs GraphQL, cada vez más comunes. GraphQL cambia el modelo (un único endpoint, consultas flexibles) e introduce riesgos propios: introspección, over-fetching, ataques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el esquema con introspección y herramientas de GraphQL.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autorización (IDOR/BOLA) en queries y mutations.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over-fetching y batching para eludir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DoS por consultas anidadas/complejas.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desactivar introspección en prod y limitar complejidad.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GraphQL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Introspección del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Queries vs. mutations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Autorización en resolvers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Batching y alias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Ataques de complejidad (DoS)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límites y authz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GraphQL cambia el modelo de las APIs REST: en lugar de muchos endpoints fijos, hay un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(/graphql) al que el cliente envía consultas que especifican exactamente qué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quiere, con qué campos y qué relaciones. Esa flexibilidad —pedir en una consulta lo que en REST serían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varias llamadas— es su virtud y también su superficie de ataque particular. Muchas defensas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mentales de REST no aplican: no hay "endpoints ocultos" que enumerar (el esquema los expone todos),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pero aparecen problemas nuevos —la autorización dispersa en cada resolver, los ataques de complejidad,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introspección que regala el mapa completo—. Distinguir queries (leen datos) de mutations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GraphQL: lenguaje de consulta con un único endpoint donde el cliente define qué datos quiere. Característica: flexibilidad que amplía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Introspección: capacidad de consultar el propio esquema. Característica: revela todos los tipos y campos; peligrosa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Resolver: función que resuelve un campo. Característica: si no valida authz, hay IDOR/BOLA.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Batching: enviar múltiples operaciones en una petición. Característica: puede eludir rate limiting (p. ej. fuerza bruta).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Alias: renombrar campos para repetir una consulta muchas veces. Característica: amplifica ataques en una sola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complejidad: consulta profundamente anidada que agota recursos. Característica: DoS sin gran volumen de peticiones.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GraphQL — API de un solo endpoint con lenguaje de consulta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Query — Operación que lee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Mutation — Operación que modifica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— Función que resuelve cada campo de una consulta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Introspección — Consultar el propio esquema de la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— Todos los tipos, campos y operaciones disponibles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GraphiQL/Altair o Burp con extensiones InQL.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DVGA (Damn Vulnerable GraphQL Application) como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clairvoyance para reconstruir esquema si la introspección está deshabilitada.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endpoint GraphQL (/graphql, /api/graphql) y prueba la introspección: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InQL, genera el mapa de queries y mutations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IDOR/BOLA: consulta un objeto por ID que no es tuyo (user(id: 2){ email }).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mutation sensible sin el rol adecuado (autorización rota).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alias/batching para repetir un login muchas veces en una sola petición (fuerza bruta sin rate limit).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una consulta profundamente anidada para evaluar el riesgo de DoS por complejidad.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introspección, authz rota y el vector de 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esquema de DVGA con introspección y con clairvoyance (deshabilitada).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IDOR en una query y otro en una mutation.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alias para hacer fuerza bruta en una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consulta anidada que dispare un ataque de complejidad.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desactivar introspección en prod reduce (pero no elimina)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límites de profundidad/complejidad y authz por resolver.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DVGA, obtén el esquema por introspección, explota una autorización rota (query o mutation) y demuestra un bypass de rate limit con batching/alias.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esquema, la operación no autorizada con su evidencia y el batching que elude el límite, más la defensa (introspección off, authz por resolver, límites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Introspección deshabilitada — Usa clairvoyance para inferir 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Query da error de tipo — Sintaxis GraphQL; ajusta campos/argumentos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Mutation rechazada — Requiere rol; busca otra vía o documenta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Batching ignorado — El servidor no soporta batch; usa alias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no reproducible — Hay límite de profundidad; documenta la defensa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¿GraphQL es más inseguro que REST?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inherentemente, pero su flexibilidad y la introspección amplían la superficie y a menudo la autorización está peor implementada.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desactivar la introspección?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un atacante puede inferir el esquema (clairvoyance). La defensa real es authz por resolver y límites de complejidad.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batching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empaquetar muchas operaciones en una petición, eludiendo rate limits diseñados para contar peticiones, no operaciones.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GraphQL API vulnerabilities: &lt;https://portswigger.net/web-security/graphql&gt;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GraphQL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DVGA: &lt;https://github.com/dolevf/Damn-Vulnerable-GraphQL-Application&gt;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InQL: &lt;https://github.com/doyensec/inql&gt;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3424b1f8d9ce6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6904"/>
            <a:ext cx="8229600" cy="5044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