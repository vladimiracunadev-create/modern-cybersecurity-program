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086 — Arquitectura web moderna y superficie de ataque</a:t>
            </a:r>
          </a:p>
          <a:p>
            <a:r>
              <a:rPr sz="1600">
                <a:solidFill>
                  <a:srgbClr val="2E8B57"/>
                </a:solidFill>
              </a:rPr>
              <a:t>parte 4 seguridad de aplicaciones web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Entender cómo está construida una aplicación web moderna —navegador, SPA, API, backend, base de datos, servicios cloud— y aprender a dibujar su superficie de ataque completa. Sin este mapa mental, el…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los componentes de una arquitectura web moderna y su flujo de 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puntos de entrada (parámetros, cabeceras, cookies, cuerpos JSON, WebSockets).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controles de seguridad del lado cliente y del lado servidor.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un diagrama de superficie de ataque a partir de la observación del tráfico HTTP.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Clasificar activos por sensibilidad para priorizar el testing.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Modelo cliente-servidor y HTTP/HTTPS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SPA vs. render en servidor (SSR)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APIs REST/GraphQL como backend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Autenticación, sesiones y tokens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Proxies, CDN, WAF y balanceadores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Servicios cloud y metadata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Puntos de entrada de datos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aplicación web moderna ya no es un servidor sirviendo páginas. Es una cadena de piezas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—navegador, CDN, WAF, balanceador, servidor de aplicación, API, base de datos, servicios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cloud— y cada una procesa la entrada del usuario de una forma distinta, lo que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en un punto de ataque potencial. Entender esa arquitectura no es un preámbulo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teórico: es lo que permite razonar dónde puede fallar algo. Una inyección SQL vive en 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servidor de aplicación; un XSS, en el navegador; un SSRF, en la capacidad del backend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hacer peticiones; un cache poisoning, en la CDN. Sin el mapa, cada vulnerabilidad de las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Superficie de ataque: conjunto de todos los puntos donde un atacante puede introducir o extraer datos. Característica clave: crece con cada parámetro, endpoint y cabecera nuevos.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Punto de entrada (input): cualquier valor controlable por el cliente (query string, body, header, cookie, path). Característica: todo input no confiable debe validarse en el servidor.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Frontera de confianza: línea que separa lo que controla el cliente de lo que controla el servidor. Característica: los controles del cliente son cosméticos, no de seguridad.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SPA (Single Page Application): app que renderiza en el navegador y habla con una API. Característica: el código fuente JS es visible y revela endpoints.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Endpoint de API: URL que expone una operación del backend. Característica: suele tener menos protección visual pero igual necesidad de autorización.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Metadata endpoint (cloud): servicio interno (169.254.169.254) que entrega credenciales temporales. Característica: alcanzable vía SSRF si no se protege.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Cliente-servidor — El navegador pide, el servidor responde sobre HTTP/HTTPS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SSR — Renderizado en servidor; cada acción pide una página nueva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SPA — Aplicación de una página; JS en el cliente habla con una API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API REST / GraphQL — Backend que devuelve datos estructurados, no HTML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Nunca confíes en el cliente — La validación real ocurre en el servidor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CDN — Red de distribución que cachea contenido cerca del usuario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Trabajaremos en un laboratorio aislado y autorizado. Nunca escanees aplicaciones de terceros sin permiso explícito.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Navegador con DevTools (Firefox o Chromium).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Burp Suite Community o OWASP ZAP como proxy.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OWASP Juice Shop en local vía Docker: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Levanta Juice Shop y abre http://localhost:3000.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Abre DevTools → pestaña Network. Recarga y observa las llamadas a /rest/ y /api/.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Anota cada endpoint distinto en una tabla: método, ruta, parámetros, si requiere token.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Inspecciona el JavaScript cargado (Sources): busca rutas de API embebidas y roles (admin, accounting).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el navegador para pasar por Burp (proxy 127.0.0.1:8080). Instala el certificado CA de Burp.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Repite la navegación con Burp interceptando: revisa HTTP history y filtra por In-scope.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Dibuja el diagrama: cliente → API (/rest, /api) → base de datos → servicios (mail, upload). Marca fronteras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Lista 10 puntos de entrada distintos en Juice Shop (incluye cabeceras y cookies).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qué controles de seguridad son de cliente (validación JS) y cuáles de servidor.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Encuentra en el JS un endpoint que no aparece navegando por la UI.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Marca en tu diagrama dónde entra un token de sesión y hasta dónde viaja.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qué es el endpoint de metadata en AWS/GCP/Azure y por qué es sensible.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la superficie de ataque de una SPA vs. una app SSR clásica.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diagrama de superficie de ataque de Juice Shop con al menos 12 puntos de entrada, fronteras de confianza señaladas y una tabla de endpoints priorizada.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diagrama incluye cliente, API, datos y servicios; cada endpoint tiene método, autenticación requerida (sí/no) y nivel de sensibilidad 1–3.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Burp no ve tráfico HTTPS — Falta instalar el CA de Burp en el navegador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"Confiar solo en la UI" — Endpoints ocultos en el JS; revisa Sources y sitemap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ignoran cabeceras y cookies — Son inputs válidos; inclúyelos en el mapa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Escanear fuera del laboratorio — Ilegal sin permiso; limita el scope en Burp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Confundir HTTP/2 con HTTP/1 — Afecta a ataques de smuggling; identifica el protocolo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no basta con la validación del formulario?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corre en el cliente y se puede desactivar o saltar con un proxy. La seguridad se decide en el servidor.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superficie de ataque de una API es distinta a la de la web?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 la misma lógica, pero la API suele exponer más operaciones y menos protecciones cosméticas, así que a menudo es más fértil.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¿Necesito Burp Professional?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para empezar. Community cubre esta parte; Pro añade el scanner automático y algunas utilidades de Intruder.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Stuttard &amp; Pinto, The Web Application Hacker's Handbook, cap. 1–4.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OWASP WSTG — Information Gathering: &lt;https://owasp.org/www-project-web-security-testing-guide/&gt;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MDN — Cómo funciona la web: &lt;https://developer.mozilla.org/es/docs/Learn/Gettingstartedwiththeweb/HowtheWebworks&gt;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OWASP Juice Shop: &lt;https://owasp.org/www-project-juice-shop/&gt;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8a77b961834ca9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31236"/>
            <a:ext cx="8229600" cy="14356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