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086 — Arquitectura web moderna y superficie de ataque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está construida una aplicación web moderna —navegador, SPA, API, backend, base de datos,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cloud e integraciones externas— y aprender a dibujar su superficie de ataque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este mapa mental, el resto de la parte se convierte en probar payloads a ciegas; con él,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tiene un porqué y cada frontera conserva su propia autoridad.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 una arquitectura web moderna y su flujo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puntos de entrada (parámetros, cabeceras, cookies, cuerpos JSON, WebSockets).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controles de seguridad del lado cliente y del lado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diagrama de superficie de ataque a partir de la observación del tráfico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activos por sensibilidad para priorizar el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Separar la identidad y seguridad de un frontend de los efectos que solicita a un proveedor externo, como una wallet.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cliente-servidor y HTTP/HTTPS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SPA vs. render en servidor (SSR)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APIs REST/GraphQL como 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Autenticación, sesiones y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Proxies, CDN, WAF y balanceadores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Servicios cloud y metadata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de entrada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aplicación web moderna ya no es un servidor sirviendo páginas. Es una cadena de piezas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—navegador, CDN, WAF, balanceador, servidor de aplicación, API, base de datos,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cloud— y cada una procesa la entrada del usuario de una forma distinta, lo que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en un punto de ataque potencial. Entender esa arquitectura no es un preámbulo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teórico: es lo que permite razonar dónde puede fallar algo. Una inyección SQL vive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de aplicación; un XSS, en el navegador; un SSRF, en la capacidad del backend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peticiones; un cache poisoning, en la CDN. Sin el mapa, cada vulnerabilidad de las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ataque: conjunto de todos los puntos donde un atacante puede introducir o extraer datos. Característica clave: crece con cada parámetro, endpoint y cabecera nuevos.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entrada (input): cualquier valor controlable por el cliente (query string, body, header, cookie, path). Característica: todo input no confiable debe validarse en 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Frontera de confianza: línea que separa lo que controla el cliente de lo que controla el servidor. Característica: los controles del cliente son cosméticos, no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SPA (Single Page Application): app que renderiza en el navegador y habla con una API. Característica: el código fuente JS es visible y revela endpoints.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Endpoint de API: URL que expone una operación del backend. Característica: suele tener menos protección visual pero igual necesidad de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Metadata endpoint (cloud): servicio interno (169.254.169.254) que entrega credenciales temporales. Característica: alcanzable vía SSRF si no se protege.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Origen web: combinación de esquema, host y puerto que delimita confianza en el navegador. Característica: un lookalike con TLS sigue siendo otro origen.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Cliente-servidor — El navegador pide, el servidor responde sobre HTTP/HTTPS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 — Renderizado en servidor; cada acción pide una página nueva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SPA — Aplicación de una página; JS en el cliente habla con una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REST / GraphQL — Backend que devuelve datos estructurados, no HTML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 confíes en el cliente — La validación real ocurre en el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CDN — Red de distribución que cachea contenido cerca del usuario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Trabajaremos en un laboratorio aislado y autorizado. Nunca escanees aplicaciones de terceros sin permiso explícito.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con DevTools (Firefox o Chromium).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Community o OWASP ZAP como proxy.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en local vía Docker: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Juice Shop y abre http://localhost:3000.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DevTools → pestaña Network. Recarga y observa las llamadas a /rest/ y /api/.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cada endpoint distinto en una tabla: método, ruta, parámetros, si requiere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JavaScript cargado (Sources): busca rutas de API embebidas y roles (admin, accounting).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navegador para pasar por Burp (proxy 127.0.0.1:8080). Instala el certificado CA de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la navegación con Burp interceptando: revisa HTTP history y filtra por In-scope.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diagrama: cliente → API (/rest, /api) → base de datos → servicios (mail, upload). Marca fronteras de confianza.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10 puntos de entrada distintos en Juice Shop (incluye cabeceras y cookies).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controles de seguridad son de cliente (validación JS) y cuáles de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en el JS un endpoint que no aparece navegando por la UI.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en tu diagrama dónde entra un token de sesión y hasta dónde viaja.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el endpoint de metadata en AWS/GCP/Azure y por qué es sensible.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superficie de ataque de una SPA vs. una app SSR clásica.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dominio correcto, un contrato verificado y una simulación sin alerta responden preguntas distintas y ninguno basta por sí solo para demostrar seguridad integral.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diagrama de superficie de ataque de Juice Shop con al menos 12 puntos de entrada, fronteras de confianza señaladas y una tabla de endpoints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diagrama incluye cliente, API, datos y servicios; cada endpoint tiene método, autenticación requerida (sí/no) y nivel de sensibilidad 1–3.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ve tráfico HTTPS — Falta instalar el CA de Burp en el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"Confiar solo en la UI" — Endpoints ocultos en el JS; revisa Sources y sitemap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ignoran cabeceras y cookies — Son inputs válidos; inclúyelos en el mapa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fuera del laboratorio — Ilegal sin permiso; limita el scope en Burp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HTTP/2 con HTTP/1 — Afecta a ataques de smuggling; identifica el protocolo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«conectar wallet» como sinónimo de transferencia — Revisa la petición firmada y el cambio de estado; la conexión puede no producirlo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el sitio por el candado TLS — El certificado protege el canal al origen visitado; corrobora dominio y relación oficial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basta con la validación del formulario?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corre en el cliente y se puede desactivar o saltar con un proxy. La seguridad se decide en 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superficie de ataque de una API es distinta a la de la web?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misma lógica, pero la API suele exponer más operaciones y menos protecciones cosméticas, así que a menudo es más fértil.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Burp Professional?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Community cubre esta parte; Pro añade el scanner automático y algunas utilidades de Intruder.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contrato/programa malicioso es una vulnerabilidad web?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Information Gathering: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— Cómo funciona la web: &lt;https://developer.mozilla.org/es/docs/Learn/Gettingstartedwiththeweb/HowtheWebworks&gt;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Shop: &lt;https://owasp.org/www-project-juice-shop/&gt;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Ethereum Foundation — Trillion Dollar Security Project: frontends comprometidos, firma ciega y permisos persistentes como fronteras distintas. &lt;https://ethereum.org/reports/trillion-dollar-security/&gt;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Solana — Core Concepts: relación entre transacciones, instrucciones, programas y cuentas en ese modelo de ejecución. &lt;https://solana.com/docs/core&gt;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a77b961834ca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31236"/>
            <a:ext cx="8229600" cy="1435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