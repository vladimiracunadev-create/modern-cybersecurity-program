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305 — Capstone: operación Red Team end-to-end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operación Red Team completa contra tu laboratorio, simulando un adversario con objetivos de negocio (no solo "hackear máquinas"): reconocimiento, acceso inicial, establecimiento de C2…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objetivos y escenario de amenaza (threat emulation) de una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una infraestructura C2 con redirectores y OPSEC básica.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cadena de ataque completa mapeada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controles básicos (EDR/AV) documentando cada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un informe con narrativa de ataque y recomendaciones de detección.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Threat emulation y objetivos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Infraestructura C2 y redirectores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Acceso inicial (phishing/payload)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Movimiento lateral (Parte 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Evasión EDR/AV (Parte 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Objetivos y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purple teaming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operación red team mide objetivos y controles bajo autorización; no maximiza acceso. Emulación, telemetría, seguridad operacional y cleanup son entregables. La clase convierte el objetivo en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se cumple con una técnica menos invasiva. El equipo detiene escalamiento y conserva evidencia suficiente.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Deconfliction — Coordinación para distinguir ejercicio de incidente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emulation: reproducir el TTP de un adversario concreto (p. ej. un grupo APT). Característica: guía qué técnicas usar.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(Command and Control): canal para controlar implantes. Característica: debe ser resiliente y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Redirector: servidor intermedio que oculta el C2 real. Característica: protege la infraestructura del operador.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OPSEC: disciplina para no dejar rastros atribuibles. Característica: cada acción sopesa el riesgo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lateral: pivotar entre hosts con credenciales/técnicas. Característica: base del compromiso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teaming: colaboración Red/Blue para mejorar detección. Característica: cierra el ciclo del capstone.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con AD (GOAD/DetectionLab) y, si tienes, un EDR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C2: un framework de laboratorio (p. ej. Sliver, Mythic o Havoc) — usa solo en tu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Redirectores: Nginx o socat en una VM intermedia.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lateral: impacket, CrackMapExec, Rubeus, Certipy.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Registro: matriz ATT&amp;CK Navigator para marcar técnicas ejecutadas.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orientada a detección.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escenario. Elige un adversario a emular y su conjunto de TTP en ATT&amp;CK Navigator; fija el objetivo ("comprometer el controlador de dominio y exfiltrar secret.docx").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C2. Levanta tu servidor (Sliver/Mythic) en una VM y un redirector Nginx delante; verifica el callback.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inicial. Genera un payload y simula su entrega (en tu laboratorio, sin víctimas reales); obtén el primer implante.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Descubrimiento. Enumera el host y el dominio (whoami /all, BloodHound) respetando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 y credenciales. Abusa de una debilidad local; extrae credenciales con técnica coherente con 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lateral. Pivota a otros hosts; documenta cada salto y su técnica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Evasión. Si hay EDR, ajusta el implante (sleep/jitter, ofuscación) y anota qué evadiste y qué te detectó.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capa ATT&amp;CK Navigator del adversario emulado.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diagrama de tu infraestructura C2 con redirector.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cadena acceso inicial → Domain Admin con técnicas ATT&amp;CK por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dos configuraciones de C2 (sleep/jitter) y su impacto en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técnicas que un EDR debería detectar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narrativa de ataque para el resumen ejecutivo.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operación Red Team (informe-redteam.md) con: escenario y objetivos, diagrama de infraestructura C2, narrativa de ataque paso a paso mapeada a ATT&amp;CK, técnicas de evasión…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operación alcanza el objetivo definido, cada paso tiene su técnica ATT&amp;CK, la infraestructura incluye al menos un redirector, y el informe entrega recomendaciones de…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implante no llama a casa" — Redirector mal configurado; revisa el reenvío y el perfil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detecta el EDR al instante" — OPSEC pobre; ajusta sleep/jitter y evita binarios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sé qué técnicas usé" — Sin registro; marca cada acción en ATT&amp;CK Navigator en el momento.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informe solo cuenta el hackeo" — Falta valor defensivo; añade recomendaciones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"Rompí el dominio" — Acciones destructivas; usa snapshots y evita persistencia dañina.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¿Red Team es lo mismo que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pentest busca cobertura de vulnerabilidades; el Red Team emula un adversario con objetivos y sigilo, y mide la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framework C2 uso para aprender?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o Mythic son abiertos y bien documentados. Úsalos solo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un EDR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puedes practicar OPSEC y detección con las herramientas de la Parte 10–11 sin uno comercial.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conecto esto con el Blue Team?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ATT&amp;CK®: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Navigator: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C2: &lt;https://github.com/BishopFox/sliver&gt;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Tubberville, Red Team Development and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Canary Atomic Red Team: &lt;https://github.com/redcanaryco/atomic-red-team&gt;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5aac96251a2c2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3940"/>
            <a:ext cx="8229600" cy="870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