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306 — Capstone: detección Blue Team end-to-end</a:t>
            </a:r>
          </a:p>
          <a:p>
            <a:r>
              <a:rPr sz="1600">
                <a:solidFill>
                  <a:srgbClr val="2E8B57"/>
                </a:solidFill>
              </a:rPr>
              <a:t>parte 16 capstones y preparacion de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una capacidad de detección Blue Team end-to-end: instrumentar hosts y red, centralizar logs en un SIEM, escribir reglas de detección, generar alertas y medir la cobertura ATT&amp;CK frente a la…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Instrumentar hosts Windows/Linux con telemetría útil (Sysmon, auditd).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Centralizar logs en un SIEM (Elastic/Wazuh) y normalizarlos.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reglas de detección (Sigma) y desplegarlas.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Cazar técnicas concretas del ataque Red Team y validar alertas.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la cobertura de detección con ATT&amp;CK Navigator.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Telemetría de host (Sysmon/auditd)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Centralización en SIEM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Reglas Sigma y despliegue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Threat hunting (Parte 11)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Alertas y triage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Cobertura ATT&amp;CK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Métricas (MTTD, FP rate)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exige hipótesis, fuente, lógica, pruebas positivas y negativas, triage y mantenimiento. Una alerta aislada no demuestra cobertura. La clase convierte el objetivo en una evidencia evaluable…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regla detecta el laboratorio pero falla con campos nulos. El alumno añade variantes y mide falsos positivos.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Cobertura — Alcance demostrado frente a comportamientos y fuentes definidos.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Resultado que otra persona puede revisar y relacionar con un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Retrospectiva — Revisión de decisiones, límites y siguiente mejora.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la clase cuando planifica, ejecuta y comunica una evidencia completa, respeta alcance y puede defender sus decisiones ante una revisión.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Sysmon: sensor de eventos de Windows (procesos, red, hashes). Característica: telemetría rica y configurable por XML.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SIEM: plataforma de agregación y correlación de logs. Característica: centraliza y permite búsquedas.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 Sigma: firma de detección en YAML agnóstica del SIEM. Característica: se traduce a la query nativa del backend.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Cobertura ATT&amp;CK: proporción de técnicas que sabes detectar. Característica: se visualiza en Navigator.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MTTD (Mean Time To Detect): tiempo medio hasta detectar. Característica: métrica clave de un SOC.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 positivo: alerta sin amenaza real. Característica: erosiona la confianza; hay que ajustar reglas.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SIEM de laboratorio: Wazuh o Elastic Stack (Elasticsearch + Kibana).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Telemetría: Sysmon con una config de referencia (SwiftOnSecurity/Olaf Hartong) y auditd en Linux.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Detección: Sigma + sigmac/sigma-cli, reglas de la comunidad.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Datos: los eventos generados por el capstone Red Team (Clase 305).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Navigator para el mapa de cobertura.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Instrumenta. Despliega Sysmon con una config de referencia en los hosts Windows y auditd con reglas clave en Linux.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Centraliza. Instala Wazuh/Elastic y envía los logs de todos los hosts; verifica la ingesta en Kibana.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Normaliza. Comprueba que campos clave (proceso, línea de comandos, hash, usuario) llegan parseados.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reglas Sigma. Importa reglas para técnicas del ataque (p. ej. T1059 ejecución por línea de comandos, T1003 volcado de credenciales, T1021 movimiento lateral).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Reproduce el ataque. Vuelve a lanzar (o usa los logs de) la operación Red Team de la Clase 305.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 detecciones. Confirma qué técnicas generaron alerta y cuáles pasaron desapercibidas.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Caza lo no detectado. Para las técnicas sin alerta, escribe una query de hunting y, si procede, una regla nueva.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Sigma para detección de mimikatz/volcado de LSASS.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Ajusta una regla ruidosa para reducir falsos positivos.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dashboard con las alertas por técnica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la cobertura antes y después de añadir 3 reglas.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query de hunting para movimiento lateral por SMB.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MTTD de tres técnicas del ataque.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informe de detección Blue Team (informe-blueteam.md) con: arquitectura de telemetría y SIEM, al menos 5 reglas Sigma desplegadas, la validación contra el ataque de la Clase 305, un mapa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al menos 5 técnicas del ataque están detectadas y evidenciadas con capturas de alerta, el mapa de cobertura distingue detectado/visible/ciego, y hay reglas nuevas escritas…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llegan logs al SIEM" — Agente/forwarder mal configurado; revisa conectividad e índices.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"Sysmon no captura línea de comandos" — Config mínima; usa una config de referencia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"Demasiadas alertas" — Reglas sin ajustar; añade excepciones y umbrales.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"La regla Sigma no traduce" — Backend incorrecto en sigmac; especifica el SIEM destino.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detecto nada del ataque" — Telemetría incompleta; verifica qué eventos genera cada técnica.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¿Wazuh o Elastic?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Wazuh es más rápido de montar y trae reglas; Elastic es más flexible. Cualquiera vale para el capstone.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config de Sysmon uso?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de la de SwiftOnSecurity u Olaf Hartong y ajústala; evita la config por defecto (casi vacía).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priorizo qué detectar?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Empieza por las técnicas que usaste en la Clase 305 y por las de mayor impacto (ejecución, credenciales, persistencia).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¿Detección al 100%?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ATT&amp;CK®: &lt;https://attack.mitre.org/&gt;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Sigma: &lt;https://github.com/SigmaHQ/sigma&gt;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Wazuh: &lt;https://wazuh.com/&gt; · Elastic Security: &lt;https://www.elastic.co/security&gt;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(Sysinternals): &lt;https://learn.microsoft.com/sysinternals/downloads/sysmon&gt;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Bejtlich, The Practice of Network Security Monitoring.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ff56bb524da58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1597"/>
            <a:ext cx="8229600" cy="8348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