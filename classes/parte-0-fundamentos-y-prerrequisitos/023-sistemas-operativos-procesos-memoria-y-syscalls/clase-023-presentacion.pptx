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023 — Sistemas operativos: procesos, memoria y syscalls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un sistema operativo gestiona los procesos, organiza su memoria y traza la frontera entre el modo usuario y el modo kernel a través de las llamadas al sistema. Este es el sustrato…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ciclo de vida de un proceso, sus estados y cómo el planificador reparte la CPU.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layout de memoria de un proceso (code, data, heap, stack) y qué vive en cada región.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el modo usuario del modo kernel y el papel de las syscalls como única puerta legítima al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Rastrear las llamadas al sistema de un programa con strace y las de librería con ltrace.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estos mecanismos con técnicas de ataque (buffer overflow, hooking) y de detección (EDR, sandbox).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mapa de memoria de un proceso vivo a través de /proc.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Procesos e hilos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Estados y planificación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Layout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Memoria virtual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Modo usuario/kernel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Syscalls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 de traza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proceso es un programa en ejecución: no el archivo en disco, sino la instancia viva con su propio espacio de memoria, sus descriptores de archivo abiertos, su identificador (PID) y su contexto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CPU solo ejecuta un hilo por núcleo en cada instante, pero un sistema típico tiene cientos de procesos. El planificador (scheduler) del kernel crea la ilusión de simultaneidad alternando…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espacio de direcciones virtual de un proceso está organizado en regiones bien definidas, y conocerlas es imprescindible para entender la explotación de memoria. En las direcciones más bajas está…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el diagrama de abajo arriba y verás por qué el orden no es arbitrario: lo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 tamaño fijo y se conoce al compilar (text, data, BSS) ocupa la parte baja,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las dos regiones que crecen en tiempo de ejecución —heap y stack— quedan enfrentadas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los extremos del espacio libre que hay en medio. Ese mapa no es teórico: puedes 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Proceso: programa en ejecución con su propio espacio de memoria virtual, PID y recursos. Está aislado de otros procesos por la memoria virtual, lo que lo convierte en la unidad básica de contención…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Hilo (thread): flujo de ejecución dentro de un proceso que comparte su memoria con los demás hilos. Permite concurrencia eficiente, pero el estado compartido abre la puerta a condiciones de carrera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(pila): región de memoria LIFO que guarda los marcos de llamada: variables locales, argumentos y la dirección de retorno. Es el objetivo clásico del buffer overflow, ya que sobrescribir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Heap: región de memoria dinámica gestionada por el programa mediante malloc/new. Sus errores de gestión (use-after-free, doble liberación, overflow) son una fuente prolífica de vulnerabilidades…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 virtual: abstracción que da a cada proceso un espacio de direcciones propio traducido a memoria física por la MMU. Proporciona aislamiento, permisos por página y es la base de mitigaciones…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Syscall: interfaz controlada por la que un proceso solicita servicios al kernel (open, read, write, execve). Es la única vía legítima para tocar el hardware o los recursos, y por tanto un punto…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usuario / modo kernel: niveles de privilegio de la CPU que separan el código de aplicación del código del kernel. Esta frontera evita que un proceso comprometa el sistema directamente; superarla…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Proceso — Programa en ejecución con memoria propia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Hilo — Flujo de ejecución que comparte memoria dentro de un proceso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PID — Identificador numérico de un proceso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— Pila LIFO de marcos de llamada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Heap — Memoria dinámica (malloc/new)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BSS — Segmento de globales sin inicializar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Linux/Kali usaremos herramientas de observación del propio sistema: ps, top/htop, el sistema de archivos /proc, strace para trazar syscalls, ltrace para llamadas a librería, pmap y cat…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un proceso vivo. Lanza un proceso durmiente y examínalo: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Layout de memoria. Observa las regiones del proceso e identifica stack, heap y bibliotecas: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syscalls. Filtra las llamadas de E/S de archivos de un comando: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Llamadas a librería con ltrace sobre un binario enlazado dinámicamente: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Reparto usuario/kernel. Mide cuánto tiempo pasa un proceso dentro de syscalls frente a espacio de usuario: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Relevancia ofensiva (conceptual). Relaciona lo observado con la seguridad: un buffer overflow corrompe el stack; un execve inesperado en la traza puede delatar una ejecución maliciosa; el hooking de…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layout de memoria de un proceso e indica en qué región vive cada tipo de dato (código, globales, memoria dinámica, variables locales).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un proceso y un hilo, y da una implicación de seguridad concreta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strace, identifica todas las syscalls que usa un programa para leer un archivo, desde que lo abre hasta que lo cierra.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una interrupción o trap y cómo transfiere el control desde modo usuario al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strace y ltrace: qué observa cada uno, cuándo uno no ve nada y para qué sirve cada uno en el análisis de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separación usuario/kernel es una frontera de seguridad y qué significa una "elevación a kernel".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/proc/&lt;pid&gt;/maps real: localiza las regiones ejecutables, las de solo lectura y el stack, y explica cómo ASLR afecta a esas direcciones.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binario desconocido pero inofensivo, provisto en tu laboratorio, usando solo herramientas de observación del sistema operativo. Describe su comportamiento a partir de sus syscalls (qué…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lista las syscalls relevantes observadas con strace (E/S de archivos, actividad de red, execve) y deduce a partir de ellas qué hace el programa, distinguiendo con…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strace: Operation not permitted — Restricción de ptracescope o proceso ajeno. Traza procesos propios o ajusta la política en tu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 no muestra nada — Binario estático o sin símbolos. ltrace necesita enlace dinámico para interceptar librería.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/proc/&lt;pid&gt;/maps vacío o denegado — Permisos insuficientes o el proceso ya terminó. Usa un PID vivo y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stack con heap — Stack = automático y LIFO (locales); heap = dinámico (malloc). Revisa el layout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ralentiza mucho el programa — Es esperable: intercepta cada syscall. Filtra con -e trace= para reducir el ruido y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ver syscalls de red esperadas — El programa usa una librería que multiplexa o cachea. Combina strace con ltrace y revisa -f para hijos.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un pentester necesita entender syscalls? Porque la explotación de memoria, la inyección de shellcode y la evasión operan justo en esta capa. Y en el lado defensivo, los EDR y los sandboxes…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relación hay con los buffer overflows? Un overflow corrompe estructuras en el stack o el heap para desviar el flujo de ejecución. Sin comprender el layout de memoria, ni el ataque ni sus…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¿strace sirve para analizar malware? Sí, es una herramienta clave del análisis dinámico: revela qué archivos toca un binario, con qué servidores se conecta y qué procesos lanza. Debe usarse siempre…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¿Windows tiene equivalentes? Sí. Process Monitor (Sysinternals), ETW (Event Tracing for Windows) y los monitores de API cumplen un papel análogo, observando llamadas y actividad del sistema. Los…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Tanenbaum &amp; Bos, Modern Operating Systems.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Michael Kerrisk, The Linux Programming Interface.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strace, man 5 proc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syscall reference — &lt;https://man7.org/linux/man-pages/man2/syscalls.2.html&gt;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Process Injection (T1055) — &lt;https://attack.mitre.org/techniques/T1055/&gt;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2e0638e963f113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23" y="1097280"/>
            <a:ext cx="468315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d168f8526a5ad1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648" y="1097280"/>
            <a:ext cx="1244703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3</a:t>
            </a:r>
          </a:p>
        </p:txBody>
      </p:sp>
      <p:pic>
        <p:nvPicPr>
          <p:cNvPr id="3" name="Picture 2" descr="ae02a37e1711a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6612"/>
            <a:ext cx="8229600" cy="44248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