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008 — Windows esencial para seguridad: arquitectura, registro y servicios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funciona Windows por dentro lo suficiente para atacarlo y defenderlo con criterio: su arquitectura de doble modo, el modelo de seguridad basado en SID y tokens, el papel de UAC,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arquitectura de Windows y la frontera entre user mode y kernel mode.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modelo de seguridad: SID, tokens de acceso, privilegios y UAC.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y consultar el Registro de Windows con criterio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servicios y detectar los mal configurados que permiten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rutas comunes de persistencia y sus técnicas MITRE ATT&amp;CK asociadas.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una VM enumerando cuentas, auto-inicios y servicios vulnerables.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SID y cuentas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Tokens y UAC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Procesos y DLLs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Logs de eventos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NT (el núcleo de todas las versiones modernas) divide la ejecución en dos anillos de privilegio que el hardware impone: user mode, donde corren las aplicaciones y los subsistemas con acceso…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no identifica a usuarios y grupos por su nombre —los nombres se pueden renombrar— sino por un SID (Security Identifier), una cadena única e inmutable con la forma S-1-5-21-.... Algunos SID…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inicias sesión, el sistema construye un token de acceso: una estructura que porta tu SID, los SID de tus grupos y tu lista de privilegios (como SeDebugPrivilege, que permite depurar cualquier…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UAC (User Account Control) añade un matiz: aunque seas administrador, tus procesos corren por defecto con un token filtrado que tiene los privilegios de administrador desactivados; solo al elevar (el…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Registro es una base de datos jerárquica que centraliza casi toda la configuración del sistema operativo y de las aplicaciones, organizada en colmenas raíz. Las dos que más importan en seguridad…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servicio es un proceso de fondo gestionado por el SCM (Service Control Manager) que suele arrancar con el sistema y, a menudo, correr como SYSTEM, la cuenta de mayor privilegio local. Esa…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procesos cargan DLLs, y el orden de búsqueda de esas bibliotecas abre la puerta al DLL hijacking (colocar una DLL maliciosa donde el proceso la cargará antes que la legítima), otra vía de…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User mode / Kernel mode: los dos niveles de privilegio de ejecución que impone el hardware. El kernel accede a todo el sistema; un exploit ahí compromete la máquina entera, por eso Windows firma…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SID (Security Identifier): identificador único e inmutable de una cuenta o grupo (S-1-5-...). Windows autoriza por SID, no por nombre. S-1-5-18 es SYSTEM y S-1-5-32-544 el grupo Administradores.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acceso: estructura que porta la identidad (SID de usuario y grupos) y los privilegios de un proceso. El kernel lo compara con las ACL para autorizar. Es la base del robo y la suplantación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Privilegio: derecho especial que otorga un token, como SeDebugPrivilege (depurar cualquier proceso) o SeImpersonatePrivilege (suplantar a un cliente). Ciertos privilegios equivalen a control total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UAC (User Account Control): mecanismo que da a los administradores un token filtrado y exige elevación para el completo. Reduce la ejecución accidental con privilegios, pero Microsoft afirma que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Registro: base de datos jerárquica de configuración del SO y las apps. HKLM afecta a la máquina (requiere privilegios); HKCU al usuario actual. Sus claves Run/RunOnce son persistencia clásica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Servicio: proceso de fondo gestionado por el SCM, a menudo como SYSTEM. Rutas sin comillas (unquoted service path) o permisos débiles sobre el binario permiten escalada de privilegios.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 — Núcleo de las versiones modernas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 — Capa de abstracción de hardware en kernel mode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SID — Identificador único de seguridad de un principal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ACL — Lista de control de acceso de un objeto securizable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— Estructura con la identidad y privilegios de un proceso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UAC — Control de cuentas de usuario (elevación de privilegios)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una VM de Windows de evaluación en tu laboratorio aislado (nunca tu equipo principal). Instala la Sysinternals Suite desde &lt;https://learn.microsoft.com/sysinternals/&gt;, especialmente Process…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Identidad y privilegios. En una consola, localiza tu SID, grupos y privilegios: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si tienes SeDebugPrivilege o SeImpersonatePrivilege y razona qué implicarían.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procesos con Process Explorer: observa el árbol de procesos, la cuenta bajo la que corre cada uno y, para uno de ellos, las DLLs cargadas.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y persistencia. Abre regedit y navega a las claves de auto-arranque: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qué se ejecuta al iniciar sesión y contrasta HKCU (usuario) con HKLM (máquina).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Autoruns. Ejecútalo elevado y revisa todas las categorías de auto-inicio; marca las entradas no firmadas o de editor desconocido.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Servicios. Lista servicios con su binario y busca rutas sospechosas: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HKLM y HKCU y qué implica para persistencia por usuario frente a por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SeImpersonatePrivilege y por qué es relevante para escalada de privilegios.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en tu VM un servicio con unquoted service path o razona con evidencia por qué no hay ninguno.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3 ubicaciones de persistencia distintas y cómo detectarlas con Autoruns.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UAC con sudo de Linux: similitudes y diferencias de modelo de privilegios.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el Visor de eventos, distingue un login interactivo (tipo 2) de uno de red (tipo 3) por su Logon Type.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 la clave Run con su técnica de MITRE ATT&amp;CK y anota el identificador.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una mini auditoría de hardening de tu VM Windows: enumera cuentas y privilegios, identifica todas las entradas de auto-inicio con Autoruns marcando las no firmadas, y revisa los servicios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lista al menos 5 puntos de auto-inicio clasificados por riesgo, indica si existe algún servicio vulnerable (con evidencia del comando usado) y propone una…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"Access is denied" al editar el Registro — Falta elevación. Abre la consola o regedit como administrador.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UAC no pide confirmación al elevar — Nivel de UAC bajo o cuenta ya administrador con auto-elevación. Revísalo en la configuración de UAC.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procesos de otros usuarios — Falta privilegio. Ejecuta Process Explorer elevado.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 no encuentra el servicio — Confundes el nombre corto con el visible. Usa sc query para obtener el nombre interno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logs de seguridad aparecen vacíos — La auditoría no está habilitada. Actívala en la directiva de auditoría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Marcas como vulnerable un unquoted path que no lo es — La ruta tiene espacios pero está entre comillas, o ningún directorio intermedio es escribible. Verifica ambos con icacls.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¿UAC es una frontera de seguridad? No. Microsoft afirma explícitamente que UAC no es un límite de seguridad estricto: existen técnicas de bypass documentadas. Es una barrera de conveniencia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SYSTEM es tan codiciado? Porque es la cuenta de mayor privilegio local, por encima incluso del administrador para ciertas operaciones sobre el propio sistema. Como muchos servicios corren…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Registro sustituye a los archivos de configuración? En gran medida sí para Windows: centraliza la configuración del SO y de muchas aplicaciones. Precisamente por eso es a la vez un objetivo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programar en Windows para esto? No en esta clase; en la Clase 009 usaremos PowerShell para automatizar la enumeración. Aquí basta con entender la arquitectura y saber enumerar con…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🛠️ RootCause Windows Inspector (Apache-2.0) — sensor forense de comportamiento para Windows · lab: labs/rootcause-windows.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Russinovich, Solomon &amp; Ionescu, Windows Internals (Microsoft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Sysinternals — &lt;https://learn.microsoft.com/sysinternals/&gt;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Registry reference — &lt;https://learn.microsoft.com/windows/win32/sysinfo/registry&gt;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técnica T1547 (Boot or Logon Autostart Execution) — &lt;https://attack.mitre.org/techniques/T1547/&gt;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761517a4b0c4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037" y="1097280"/>
            <a:ext cx="251192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