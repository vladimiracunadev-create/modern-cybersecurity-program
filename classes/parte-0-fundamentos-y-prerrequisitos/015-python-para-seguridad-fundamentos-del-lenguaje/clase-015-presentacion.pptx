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015 — Python para seguridad: fundamentos del lenguaje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la base de Python necesaria para escribir herramientas de seguridad: tipos y estructuras de datos, control de flujo, funciones y módulos, manejo de archivos y gestión de errores con…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Manejar tipos, listas, diccionarios, conjuntos y comprensiones con soltura.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control de flujo, funciones reutilizables y módulos organizados.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y escribir archivos y procesar su contenido de forma eficiente.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errores con excepciones y apoyarse en la librería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 script CLI de utilidad para seguridad con argparse.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str de bytes y convertir entre ambos sin errores.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y variables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Estructuras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Control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Funciones y módulos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Archivos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Excepciones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Librería estándar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distingue tajantemente entre str (texto Unicode) y bytes (datos binarios crudos), y esa distinción es la fuente número uno de errores al programar herramientas de red. Una str es una secuencia…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ofrece cuatro colecciones fundamentales, cada una con una vocación distinta. La lista (list) es una secuencia ordenada y mutable, ideal para acumular resultados. El diccionario (dict) es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de flujo de Python (if, for, while) es directo, pero su rasgo más característico son las comprensiones, que transforman y filtran una colección en una sola línea legible: [f(x) for x in it…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función encapsula lógica reutilizable y da nombre a una idea; agrupar funciones relacionadas en un módulo (un archivo .py) organiza el proyecto. Pero lo que separa un script de juguete de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— Para qué sirve en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 / sys — Rutas, variables de entorno, argumentos y salida del proceso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subprocess — Ejecutar herramientas externas y capturar su salida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 vs. bytes: str es texto Unicode para humanos; bytes son octetos crudos que viajan por la red y alimentan la cripto. Se convierten con .encode() y .decode(), y confundirlos es el error 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Diccionario (dict): mapa de clave a valor con acceso en tiempo constante. Es la estructura base para indexar y estructurar resultados de seguridad, como ip -&gt; puertos.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Conjunto (set): colección de elementos únicos sin orden, con pertenencia en tiempo constante. Ideal para deduplicar y comprobar existencia rápidamente.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Comprensión de listas: expresión [f(x) for x in it if cond] que transforma y filtra en una línea. Sustituye bucles verbosos cuando sigue siendo legible.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Excepción: mecanismo de control de errores con try/except. Capturar tipos concretos evita que un fallo de E/S o de red tumbe todo el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argparse: módulo estándar para construir interfaces de línea de comandos. Aporta --help, parseo y validación de argumentos sin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hashlib: módulo estándar para calcular hashes criptográficos (SHA-256, etc.). Se usa para verificar integridad de archivos y comparar contra sha256sum.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 — Secuencia de caracteres Unicode (texto).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bytes — Secuencia de octetos crudos (datos binarios).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encode / decode — Conversión entre texto y bytes eligiendo codificación.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 — Secuencia ordenada y 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dict — Mapa clave-valor con acceso rápido.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set — Colección de elementos únicos sin orden.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Necesitas Python 3 (ya presente en Kali) y un editor cómodo; VS Code con la extensión oficial de Python es una buena opción por su depurador y linting. Crea un entorno virtual por proyecto antes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Familiarízate con el REPL (ejecuta python3 sin argumentos) para experimentar con expresiones al vuelo, y con pip para instalar librerías dentro del entorno activo. Verifica tu versión con python3…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REPL y tipos. Explora las conversiones entre str y bytes: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Estructuras de datos. Cuenta ocurrencias de IPs en una lista, primero con un diccionario manual y luego con collections.Counter, y compara.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un log. Escribe un script que abra un archivo y cuente líneas que contengan "error":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Funciones y módulos. Extrae la lógica a una función contarpatron(ruta, patron) y llámala desde una función main().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Excepciones. Envuelve la apertura del archivo en try/except FileNotFoundError para fallar con un mensaje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con argparse. Convierte el script en una herramienta con argumentos: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hashlib. Añade una función que calcule el SHA-256 de un archivo, leyéndolo por bloques (adelanto de la Clase 021).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comprensión que devuelva solo las IPs privadas de una lista dada.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diccionario que agrupe usuarios por su shell leyendo /etc/passwd.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una función que valide si una cadena es una IPv4 bien formada, sin usar expresiones regulares.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un archivo grande línea a línea y extrae todas las que contengan un código HTTP 5xx.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manejo de excepciones para los casos de permiso denegado y archivo inexistente.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Empaqueta tu utilidad con argparse, incluyendo --help y un argumento opcional con valor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Refactoriza un bucle anidado en una comprensión y discute cuándo esa transformación mejora o empeora la legibilidad.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logstats.py, una herramienta CLI que reciba la ruta de un log y un patrón, y produzca un pequeño informe: total de líneas, líneas coincidentes, top 5 de las IPs más frecuentes (si las hay)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ejecutar python3 logstats.py --help muestra el uso; corriendo sobre un log real produce el informe correcto; y ante un archivo inexistente termina con un mensaje amable y un…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TypeError: a bytes-like object is required — Mezclas str y bytes. Convierte con .encode() o .decode() según corresponda.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UnicodeDecodeError al leer un archivo — La codificación no coincide. Abre con encoding='utf-8', errors='replace' o en modo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script modifica el Python del sistema — No usaste venv. Crea y activa un entorno virtual por proyecto antes de instalar.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IndentationError — Mezcla de tabuladores y espacios. Usa 4 espacios de forma consistente.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programa peta ante entradas raras — Falta manejo de excepciones. Envuelve la E/S y el parseo en try/except.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except: oculta un bug real — Capturaste todo de forma genérica. Captura tipos concretos como FileNotFoundError.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¿Python 2 o 3? Solo Python 3. Python 2 está fuera de soporte desde 2020 y todo el material ofensivo y defensivo moderno usa la versión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str vs. bytes es tan importante en seguridad? Porque los sockets, la criptografía y los protocolos binarios trabajan con bytes. Confundirlos es la causa número uno de errores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venv para todo? Es una buena práctica prácticamente siempre: aísla dependencias, facilita la reproducibilidad y evita romper herramientas del sistema que dependen de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uso subprocess en vez de una librería? Para invocar herramientas externas que no tienen equivalente nativo (nmap, por ejemplo). Cuando existe una librería nativa (requests, socket)…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Seitz &amp; Arnold, Black Hat Python (2ª ed., 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oficial de Python 3 — &lt;https://docs.python.org/3/&gt;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argparse HOWTO — &lt;https://docs.python.org/3/howto/argparse.html&gt;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hashlib — &lt;https://docs.python.org/3/library/hashlib.html&gt;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 Python — &lt;https://realpython.com/&gt;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fa1e1800d865c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51" y="1097280"/>
            <a:ext cx="657389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