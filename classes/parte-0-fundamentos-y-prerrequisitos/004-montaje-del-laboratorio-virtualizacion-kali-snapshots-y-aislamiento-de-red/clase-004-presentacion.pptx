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004 — Montaje del laboratorio: virtualización, Kali, snapshots y aislamiento de red</a:t>
            </a:r>
          </a:p>
          <a:p>
            <a:r>
              <a:rPr sz="1600">
                <a:solidFill>
                  <a:srgbClr val="2E8B57"/>
                </a:solidFill>
              </a:rPr>
              <a:t>parte 0 fundamentos y prerrequisitos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laboratorio de seguridad aislado y reversible en tu propio equipo. Practicar técnicas ofensivas requiere un entorno donde el error no tenga consecuencias fuera de él: una red que no…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Instalar un hipervisor y comprobar la virtualización por hardware.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Kali Linux y una VM víctima desde imágenes oficiales verificadas.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una red interna/host-only sin acceso a Internet.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snapshots para revertir el estado tras cada práctica.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el aislamiento con pruebas de conectividad objetivas.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Justificar las decisiones de arquitectura del laboratorio (modo de red, recursos, higiene).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Virtualización tipo 1 vs. tipo 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VT-x/AMD-V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Imágenes oficiales y verificación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Modos de 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Aislamiento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Snapshots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Máquinas víctima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hipervisor es el software que crea y ejecuta máquinas virtuales, entornos de cómputo completos aislados unos de otros y del anfitrión. Se distinguen dos tipos. El tipo 1 (o bare-metal: ESXi…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Descargar una ISO de un sistema de seguridad e instalarla sin verificarla es una contradicción: estarías confiando ciegamente en que nadie manipuló el archivo por el camino. Por eso los proyectos…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decisión más importante del laboratorio es cómo conectas las VMs, porque de ahí depende que el entorno sea seguro. Los hipervisores ofrecen cuatro modos y cada uno tiene un nivel de aislamiento…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de red — Quién ve a quién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NAT — La VM sale, nadie entra a ella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Bridged (puente) — La VM es un equipo más de tu LAN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Host-only — VM ↔ host, pero no a Internet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Hipervisor: software que crea y ejecuta máquinas virtuales. El tipo 1 corre sobre el hardware (ESXi, Hyper-V); el tipo 2 sobre un sistema anfitrión (VirtualBox, VMware Workstation). Para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Virtualización asistida por hardware (VT-x/AMD-V): extensiones del procesador que permiten ejecutar VMs con rendimiento aceptable. Sin ellas, la emulación por software hace las máquinas…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Snapshot: fotografía del estado completo de una VM (disco y opcionalmente RAM). Permite volver a un punto limpio en segundos, lo que hace seguro experimentar con exploits o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 host-only: red virtual entre el anfitrión y las VMs, sin salida a Internet. Aísla del exterior pero el host sigue formando parte de la red, útil cuando el anfitrión debe interactuar con el lab.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 interna (internal): red que conecta solo a las VMs entre sí, sin que el host ni Internet tengan acceso. Es el nivel máximo de aislamiento y la opción por defecto para prácticas ofensivas.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NAT y bridged: modos con salida a Internet. NAT permite a la VM salir sin ser alcanzable desde fuera; bridged la convierte en un equipo más de tu LAN. Ambos rompen el aislamiento y se evitan en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Checksum (SHA-256): hash criptográfico que verifica que una descarga es idéntica bit a bit a la publicada. Si no coincide, la imagen está corrupta o manipulada y no debe usarse.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Hipervisor — Software que ejecuta máquinas virtuales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Tipo 1 / bare-metal — Hipervisor que corre directo sobre el hardware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Tipo 2 / hosted — Hipervisor que corre sobre un sistema operativo anfitrión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VT-x / AMD-V — Virtualización asistida por hardware de Intel / AMD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— Máquina virtual: entorno de cómputo aislado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Snapshot — Fotografía restaurable del estado de una VM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 VirtualBox (gratuito y multiplataforma) o VMware Workstation Player. Descarga la imagen oficial de Kali Linux desde &lt;https://www.kali.org/get-kali/&gt; y una máquina víctima como Metasploitable…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Comprobar la virtualización. En Windows, abre el Administrador de tareas → Rendimiento → CPU y confirma "Virtualización: habilitada". Si no lo está, actívala en la UEFI (VT-x/AMD-V).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la ISO de Kali. Descarga la imagen y su checksum oficial. En PowerShell: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resultado con el valor publicado en kali.org. Si no coincide, no la uses y vuelve a descargarla.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la VM Kali en VirtualBox: 2 vCPU, 4 GB de RAM y 40 GB de disco. Monta la ISO y completa la instalación gráfica.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la red interna. En VirtualBox, en la configuración de cada VM → Red, selecciona "Red interna" y ponle el nombre lab-net. Asigna ese adaptador tanto a Kali como a la víctima.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la víctima (Metasploitable) importando su OVA/OVF y conectándola a lab-net.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Direccionar. Configura IPs estáticas en la misma subred, por ejemplo Kali 10.10.10.5 y víctima 10.10.10.6, con máscara /24.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cuándo usar NAT, bridged, host-only e internal, y por qué el laboratorio ofensivo usa internal por defecto.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el proceso completo de verificación de checksum y qué harías, paso a paso, si el hash no coincide.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tercer nodo (una VM Windows de evaluación) en la misma red interna y verifica que ve a Kali pero no a Internet.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convención de nombres y de IPs para tu laboratorio, con subredes distintas por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un snapshot con RAM y otro sin RAM sobre la misma VM y explica la diferencia práctica al restaurarlos.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checklist de "higiene" para mantener el lab: actualizaciones, plantillas base, limpieza de snapshots y control de recursos.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Argumenta por qué verificar la firma, además del checksum, aporta una garantía que el checksum solo no 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laboratorio funcional con al menos dos VMs (Kali más una víctima) en una red interna aislada, con IPs estáticas documentadas y un snapshot base-limpia por VM. Adjunta capturas de: (a) ping…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Kali alcanza a la víctima por la red interna pero ninguna VM alcanza Internet, y restaurar el snapshot devuelve la VM a un estado limpio verificable. Cualquier persona con tus…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"VT-x is not available" o VM muy lenta — Virtualización desactivada en la UEFI o Hyper-V acaparando VT-x. Actívala; en Windows, desactiva Hyper-V si usas VirtualBox.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VMs no se ven entre sí — Adaptadores en redes distintas o IPs en subredes diferentes. Ponlas en el mismo internal y en la misma subred.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víctima tiene salida a Internet — Adaptador en NAT o bridged por error. Cámbialo a red interna y vuelve a comprobar con ping 8.8.8.8.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Snapshot enorme o disco lleno — Snapshots acumulados sin limpiar. Consolida o elimina los antiguos que ya no necesites.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ISO no arranca — Descarga corrupta. Verifica el checksum y vuelve a bajarla desde la fuente oficial.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ping interno falla pese a estar en lab-net — Firewall de la VM bloqueando ICMP o IPs en subredes distintas. Revisa el firewall y el direccionamiento.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usar Kali como sistema principal? No es recomendable para empezar: Kali está diseñado como caja de herramientas, no como escritorio diario, y correrlo como anfitrión te expone…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¿VirtualBox o VMware? Ambos sirven para el curso. VirtualBox es gratuito y multiplataforma; VMware suele rendir algo mejor. Elige uno y sé consistente para no dispersarte con dos flujos distintos.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red interna y no host-only? Host-only deja al anfitrión dentro de la red del lab; la red interna aísla aún más, dejando las VMs solas entre sí. Para prácticas con malware, cuanto más…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mucha RAM? Con 8 GB puedes correr Kali más una víctima. Con 16 GB trabajas cómodo con varios nodos simultáneos. La RAM suele ser el recurso que primero se agota al añadir máquinas.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tomo snapshots? Uno base-limpia tras instalar y actualizar cada VM, y uno más antes de cualquier experimento arriesgado. Después, limpia los que ya no aporten para no llenar el disco…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Kali Linux — Get Kali y documentación — &lt;https://www.kali.org/docs/&gt;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Oracle VirtualBox Manual — &lt;https://www.virtualbox.org/manual/&gt;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Rapid7 Metasploitable 2 — &lt;https://docs.rapid7.com/metasploit/metasploitable-2/&gt;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DVWA — &lt;https://github.com/digininja/DVWA&gt;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88ca5bf1b1944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7597"/>
            <a:ext cx="8229600" cy="41628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