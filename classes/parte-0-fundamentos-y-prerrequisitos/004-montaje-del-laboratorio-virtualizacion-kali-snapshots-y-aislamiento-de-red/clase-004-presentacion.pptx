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004 — Montaje del laboratorio: virtualización, Kali, snapshots y aislamiento de red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laboratorio de seguridad aislado, reversible y reproducible en tu propio equipo.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Practicar técnicas ofensivas requiere un entorno donde el error no tenga consecuencias fuera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él: una red que no toque Internet ni tu red doméstica, y máquinas que puedas devolver a un estado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limpio en segundos. Al terminar tendrás una estación de trabajo de seguridad y una o más máquinas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víctima en una red interna sin salida. Aprenderás a elegir entre Kali, Parrot, BlackArch y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plataforma defensiva como Security Onion, a instalarlas y mantenerlas sin confundir una colección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herramientas con una metodología.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 un hipervisor y comprobar la virtualización por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una distribución de seguridad y una VM víctima desde imágenes oficiales verificadas.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una red interna/host-only sin acceso a Internet.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snapshots para revertir el estado tras cada práctica.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el aislamiento con pruebas de conectividad objetivas.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Justificar las decisiones de arquitectura del laboratorio (modo de red, recursos, higiene).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Virtualización tipo 1 vs. tipo 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VT-x/AMD-V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Imágenes oficiales y verificación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Modos de red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Aislamiento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Snapshots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Máquinas víctima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hipervisor es el software que crea y ejecuta máquinas virtuales, entornos de cómputo completos aislados unos de otros y del anfitrión. Se distinguen dos tipos. El tipo 1 (o bare-metal: ESXi…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Descargar una ISO de un sistema de seguridad e instalarla sin verificarla es una contradicción: estarías confiando ciegamente en que nadie manipuló el archivo por el camino. Por eso los proyectos…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distribución especializada combina un Linux base, repositorios, configuración y una selección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herramientas. Ahorra instalación y facilita laboratorios reproducibles, pero no concede permisos,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reemplaza los fundamentos y no hace que una herramienta sea segura por estar en su menú. Cuantas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más utilidades instales, más espacio, actualizaciones, dependencias y superficie debes gestionar.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— Base y propósito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Hipervisor: software que crea y ejecuta máquinas virtuales. El tipo 1 corre sobre el hardware (ESXi, Hyper-V); el tipo 2 sobre un sistema anfitrión (VirtualBox, VMware Workstation). Para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Virtualización asistida por hardware (VT-x/AMD-V): extensiones del procesador que permiten ejecutar VMs con rendimiento aceptable. Sin ellas, la emulación por software hace las máquinas…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Snapshot: fotografía del estado completo de una VM (disco y opcionalmente RAM). Permite volver a un punto limpio en segundos, lo que hace seguro experimentar con exploits o malware.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host-only: red virtual entre el anfitrión y las VMs, sin salida a Internet. Aísla del exterior pero el host sigue formando parte de la red, útil cuando el anfitrión debe interactuar con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interna (internal): red que conecta solo a las VMs entre sí, sin que el host ni Internet tengan acceso. Es el nivel máximo de aislamiento y la opción por defecto para prácticas ofensivas.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NAT y bridged: modos con salida a Internet. NAT permite a la VM salir sin ser alcanzable desde fuera; bridged la convierte en un equipo más de tu LAN. Ambos rompen el aislamiento y se evitan en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Checksum (SHA-256): hash criptográfico que verifica que una descarga es idéntica bit a bit a la publicada. Si no coincide, la imagen está corrupta o manipulada y no debe usarse.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Hipervisor — Software que ejecuta máquinas virtuales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Tipo 1 / bare-metal — Hipervisor que corre directo sobre el hardware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Tipo 2 / hosted — Hipervisor que corre sobre un sistema operativo anfitrión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VT-x / AMD-V — Virtualización asistida por hardware de Intel / AMD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— Máquina virtual: entorno de cómputo aislado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 — Fotografía restaurable del estado de una VM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VirtualBox, VMware Workstation o el hipervisor que ya administres. Descarga una VM/ISO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oficial de Kali Linux o Parrot Security y una víctima diseñada para practicar, como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Metasploitable 2 o DVWA. BlackArch queda como variante avanzada. Security Onion se instala en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aparte cuando llegues a prácticas defensivas y el equipo cumpla sus requisitos; no lo añadas 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inicial por coleccionismo.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el hash y, si el proyecto la ofrece, la firma. Comprueba VT-x/AMD-V, espacio y RAM. Como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 pedagógica, 8 GB de RAM permite una VM de escritorio y una víctima pequeña; 16 GB da más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Comprobar la virtualización. En Windows, abre el Administrador de tareas → Rendimiento → CPU y confirma "Virtualización: habilitada". Si no lo está, actívala en la UEFI (VT-x/AMD-V).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y registrar el entorno. Escribe misión, distribución/edición, arquitectura, tipo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imagen, URL oficial, fecha y recursos asignados. Justifica por qué Kali, Parrot o tu Linux normal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cubre la práctica sin instalar herramientas innecesarias.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la imagen. Descarga la imagen y su checksum oficial. En PowerShell: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resultado con el valor publicado en kali.org. Si no coincide, no la uses y vuelve a descargarla.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la VM de seguridad: 2 vCPU, 4 GB de RAM y 40–60 GB de disco como punto de partida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cuándo usar NAT, bridged, host-only e internal, y por qué el laboratorio ofensivo usa internal por defecto.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proceso completo de verificación de checksum y qué harías, paso a paso, si el hash no coincide.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tercer nodo (una VM Windows de evaluación) en la misma red interna y verifica que ve a Kali pero no a Internet.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convención de nombres y de IPs para tu laboratorio, con subredes distintas por escenario.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snapshot con RAM y otro sin RAM sobre la misma VM y explica la diferencia práctica al restaurarlos.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checklist de "higiene" para mantener el lab: actualizaciones, plantillas base, limpieza de snapshots y control de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 por qué verificar la firma, además del checksum, aporta una garantía que el checksum solo no 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laboratorio funcional con al menos dos VMs (una estación de seguridad más una víctima)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una red interna aislada, con IPs estáticas documentadas y un snapshot base-limpia-AAAA-MM-DD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VM. Incluye manifiesto de distribución, imagen, hash, paquetes relevantes y versiones. Adjunta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de: (a) conectividad interna exitosa, (b) salida a Internet fallida, (c) snapshots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(d) la misma capacidad inocua ejecutada desde dos entornos o una justificación reproducible de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equivalencia.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estación alcanza a la víctima por la red interna pero ninguna VM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"VT-x is not available" o VM muy lenta — Virtualización desactivada en la UEFI o Hyper-V acaparando VT-x. Actívala; en Windows, desactiva Hyper-V si usas VirtualBox.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VMs no se ven entre sí — Adaptadores en redes distintas o IPs en subredes diferentes. Ponlas en el mismo internal y en la misma subred.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víctima tiene salida a Internet — Adaptador en NAT o bridged por error. Cámbialo a red interna y vuelve a comprobar con ping 8.8.8.8.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 enorme o disco lleno — Snapshots acumulados sin limpiar. Consolida o elimina los antiguos que ya no necesites.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ISO no arranca — Descarga corrupta. Verifica el checksum y vuelve a bajarla desde la fuente oficial.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ping interno falla pese a estar en lab-net — Firewall de la VM bloqueando ICMP o IPs en subredes distintas. Revisa el firewall y el direccionamiento.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usar Kali como sistema principal? No es recomendable para empezar: Kali está diseñado como caja de herramientas, no como escritorio diario, y correrlo como anfitrión te expone…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distribución exige el curso? Ninguna. Kali es la referencia porque reduce fricción,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pero puedes usar Parrot, Linux general, Windows o macOS cuando exista una implementación equivalente.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Debes documentar herramienta, versión y diferencias. Security Onion aparece como plataforma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defensiva y BlackArch como variante avanzada, no como requisitos acumulativos.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instalar todas las herramientas? No. Instala el conjunto mínimo para la clase.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imagen enorme consume recursos, amplía la superficie y hace menos claro qué dependencia produjo 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 Linux — Get Kali y documentación — &lt;https://www.kali.org/docs/&gt;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 Linux — tipos de imagen — &lt;https://www.kali.org/docs/introduction/what-image-to-download/&gt;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 Linux — actualización — &lt;https://www.kali.org/docs/general-use/updating-kali/&gt;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 Linux — metapaquetes — &lt;https://www.kali.org/docs/general-use/metapackages/&gt;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ParrotOS — ediciones e imágenes — &lt;https://www.parrotsec.org/docs/introduction/download-parrot/&gt;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ParrotOS — gestión de software — &lt;https://www.parrotsec.org/docs/configuration/parrot-software-management/&gt;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BlackArch — descargas e instalación oficial — &lt;https://blackarch.org/downloads.html&gt;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88ca5bf1b1944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7597"/>
            <a:ext cx="8229600" cy="41628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