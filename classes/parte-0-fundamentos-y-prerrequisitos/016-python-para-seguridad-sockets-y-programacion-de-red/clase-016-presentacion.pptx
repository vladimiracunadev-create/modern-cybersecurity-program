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016 — Python para seguridad: sockets y programación de red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Programar comunicaciones de red desde cero con la librería estándar socket de Python, entendiendo cómo cada línea de código se corresponde con un concepto del stack TCP/IP que ya estudiaste. Al…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cómo la API de sockets traduce el modelo TCP/IP a llamadas concretas del sistema operativo.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Crear clientes y servidores TCP con socket, controlando el ciclo bind/listen/accept.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Implementar comunicación UDP sin conexión y razonar sus límites de fiabilidad.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escáner de puertos con connectex() y timeouts que no se cuelgue ante puertos filtrados.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Realizar banner grabbing para inferir el servicio y su versión.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concurrencia con hilos para acelerar tareas de red I/O-bound de forma medible.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API de sockets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Cliente TCP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Servidor TCP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UDP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Timeouts y errores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Escáner de puertos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Banner grabbing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socket no es una entidad de red que viaje por el cable: es una estructura de datos que el núcleo del sistema operativo te entrega como un descriptor de fichero, y que representa un extremo de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lado cliente es la coreografía corta: creas el socket, opcionalmente le fijas un timeout con settimeout(), y llamas a connect((ip, puerto)). Ese connect desencadena el handshake TCP; si vuelve sin…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diferencia entre SOCKSTREAM y SOCKDGRAM no es de sintaxis sino de contrato. TCP te vende un flujo de bytes fiable y ordenado: garantiza entrega, orden y control de congestión, a cambio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Característica — TCP (SOCKSTREAM)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Conexión previa — Sí (three-way handshake)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Fiabilidad — Entrega y orden garantizados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de estado en escaneo — Fiable (RST vs. SYN-ACK)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Socket: extremo de comunicación identificado por la tupla IP + puerto, entregado por el kernel como descriptor de fichero. La clave es la pareja AFINET (IPv4) con SOCKSTREAM (TCP) o SOCKDGRAM (UDP)…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connect(): inicia el three-way handshake TCP hacia un destino. Un connect exitoso implica que el puerto está abierto y acepta conexiones; es la base teórica del connect scan, el más fiable pero…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connectex(): variante de connect que devuelve el código de error del sistema en lugar de lanzar una excepción. Devuelve 0 cuando el puerto está abierto, lo que hace el código de un escáner más limpio…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bind() / listen() / accept(): la tríada del lado servidor. bind fija la dirección local, listen pone el socket en modo escucha con un backlog, y accept bloquea hasta que llega un cliente y devuelve…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Timeout: tiempo máximo que una operación de socket espera antes de rendirse. Sin él, un puerto filtrado cuelga el escáner indefinidamente; con él, distingues respuestas rápidas de silencios. Se fija…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Banner: texto que muchos servicios envían nada más aceptar la conexión (versión, software, mensaje de bienvenida). Revela información valiosa para el fingerprinting y para cruzar con bases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Banner grabbing: técnica de conectar a un puerto abierto y leer ese banner para identificar el servicio. Algunos servicios (como HTTP) esperan que hables tú primero, así que a veces hay que enviar…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Socket — Extremo de comunicación (IP + puerto) gestionado por el kernel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AFINET — Familia de direcciones IPv4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SOCKSTREAM — Tipo de socket orientado a flujo fiable (TCP)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SOCKDGRAM — Tipo de socket de datagramas sin conexión (UDP)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Handshake — Intercambio SYN, SYN-ACK, ACK que abre una conexión TCP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Backlog — Cola de conexiones pendientes que fija listen()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necesitas Python 3 y su librería estándar (socket, threading, concurrent.futures); no hace falta instalar nada. Trabaja siempre en tu laboratorio aislado, con una máquina Kali como atacante y…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Cliente TCP mínimo. Conéctate a un servicio de la víctima y lee su banner: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Servidor de eco en Kali, para entender el lado servidor completo: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Pruébalo desde otra terminal con nc 10.10.10.5 9000 y escribe algo: debería devolvértelo.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UDP sin conexión. Envía un datagrama con SOCKDGRAM y observa que no hay handshake ni garantía de entrega: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Escáner de puertos secuencial. Recorre un rango con connectex() (devuelve 0 si abre):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Banner grabbing. Para cada puerto abierto, intenta leer el banner y guárdalo; para servicios web, envía primero b"HEAD / HTTP/1.0\r\n\r\n".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Acelerar con hilos. Reescribe el escáner con concurrent.futures.ThreadPoolExecutor y mide el tiempo con time.perfcounter() para comparar con la versión secuencial.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a tu escáner la resolución de nombre a IP con socket.gethostbyname y maneja el caso de nombre no resoluble.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 timeout configurable por argumento de línea de comandos con argparse.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Modifica el banner grabber para enviar HEAD / HTTP/1.0\r\n\r\n y capturar la respuesta de un servidor web, distinguiéndola del comportamiento de SSH.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pequeño servidor TCP concurrente que registre cada conexión con su IP y hora en un fichero de log.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y grafica el tiempo de escaneo de 1024 puertos en versión secuencial frente a 100 hilos, y explica dónde deja de ayudar añadir hilos.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Maneja de forma diferenciada ConnectionRefusedError, socket.timeout y OSError, e imprime un estado (cerrado, filtrado, error) según cada uno.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pyscan.py, un escáner de puertos TCP multihilo que reciba un objetivo y un rango de puertos por línea de comandos, use timeouts por socket, haga banner grabbing de los puertos abiertos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contra tu VM víctima detecta correctamente los puertos abiertos conocidos y captura al menos un banner (por ejemplo el de SSH), completa el escaneo de 1024 puertos en una…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escáner se cuelga en algunos puertos — Falta settimeout. Fija un timeout corto por socket antes de connect.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OSError: Too many open files — No cierras los sockets o abres demasiados a la vez. Usa with/close() y limita el número de hilos.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Todos los puertos parecen "abiertos" o "cerrados" — Confundes connectex (0 = abierto) con la lógica de excepciones. Revisa el código de retorno.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Banner vacío en puertos abiertos — El servicio espera que hables tú primero (HTTP). Envía una petición antes de recv.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ilegibles al imprimir — Recibes bytes, no texto. Decodifica con errors="replace" o trabaja en hexadecimal.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OSError: Address already in use en el servidor — El puerto quedó en TIMEWAIT. Usa setsockopt(SOLSOCKET, SOREUSEADDR, 1) antes de bind.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mi escáner en Python es más lento que nmap? nmap está escrito en C, usa raw sockets y técnicas avanzadas (SYN scan half-open, temporización adaptativa, deduplicación). El objetivo de esta…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¿Hago connect scan o SYN scan en Python? Con la librería socket haces connect scan, que completa el handshake y por tanto es más fácil de detectar y registrar. Para un SYN scan half-open necesitas…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¿Hilos o asyncio? Para I/O de red ambos sirven. Los hilos son más sencillos de entender al principio y aprovechan que el GIL se libera en las esperas de red; asyncio escala mejor a miles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escanear UDP con sockets? Sí, pero es poco fiable: la falta de respuesta no distingue "abierto" de "filtrado", porque UDP no acusa recibo. Por eso el escaneo UDP es difícil e incierto…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Seitz &amp; Arnold, Black Hat Python (2ª ed.), capítulo de redes.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Python, documentación de socket — &lt;https://docs.python.org/3/library/socket.html&gt;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Python, documentación de concurrent.futures — &lt;https://docs.python.org/3/library/concurrent.futures.html&gt;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Beej's Guide to Network Programming — &lt;https://beej.us/guide/bgnet/&gt;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9293, Transmission Control Protocol (TCP) — &lt;https://www.rfc-editor.org/rfc/rfc9293&gt;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1</a:t>
            </a:r>
          </a:p>
        </p:txBody>
      </p:sp>
      <p:pic>
        <p:nvPicPr>
          <p:cNvPr id="3" name="Picture 2" descr="feecd18f3b96be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581" y="1097280"/>
            <a:ext cx="4152837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2</a:t>
            </a:r>
          </a:p>
        </p:txBody>
      </p:sp>
      <p:pic>
        <p:nvPicPr>
          <p:cNvPr id="3" name="Picture 2" descr="6cfb529320dd1c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01468"/>
            <a:ext cx="8229600" cy="22951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