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009 — PowerShell para seguridad ofensiva y defensiva</a:t>
            </a:r>
          </a:p>
          <a:p>
            <a:r>
              <a:rPr sz="1600">
                <a:solidFill>
                  <a:srgbClr val="2E8B57"/>
                </a:solidFill>
              </a:rPr>
              <a:t>parte 0 fundamentos y prerrequisitos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PowerShell como la herramienta dual que es: los atacantes lo usan para "vivir de la tierra" (living off the land) porque está preinstalado y firmado por Microsoft, y los defensores lo usan…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Usar cmdlets, la tubería de objetos y el sistema de ayuda autodescubrible.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Consultar procesos, servicios, conexiones de red y eventos con PowerShell.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PowerShell es un vector ofensivo frecuente y qué es un LOLBin.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Configurar defensas: Script Block Logging, transcripción, Execution Policy y AMSI.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Escribir un script de recolección para respuesta a incidentes que exporte un informe.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Verificar que la ejecución de un script queda registrada en el evento 4104.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Cmdlets y Verbo-Nombre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Pipeline de objetos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Get-Help / Get-Member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Consulta del sistema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Uso ofensivo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Execution Policy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Logging y AMSI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no es una shell de texto como Bash, sino un motor de automatización construido sobre .NET. Su unidad básica es el cmdlet, un pequeño comando con la forma Verbo-Nombre: Get-Process…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Aquí está la idea que lo cambia todo. En Bash, por una tubería fluye texto, y para extraer un dato hay que recortarlo con awk o cut, lo que es frágil ante cambios de formato. En PowerShell, por la…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misma tubería de objetos convierte a PowerShell en una navaja suiza para el triaje. Get-Process con sus rutas revela binarios sospechosos; Get-Service | Where-Object Status -eq 'Running' enumera…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PowerShell es el ejemplo canónico de living off the land: usar herramientas legítimas ya presentes en el sistema para no depositar malware que un antivirus detecte. Sus ventajas para el atacante son…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un malentendido casi universal, así que conviene ser tajante: la Execution Policy no es un control de seguridad. Es una salvaguarda contra la ejecución accidental de scripts (por ejemplo, hacer…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Las defensas reales operan en tres frentes complementarios. El Script Block Logging registra el contenido completo de cada bloque de script que se ejecuta —incluso si estaba ofuscado o codificado…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Cmdlet: comando nativo con forma Verbo-Nombre (Get-Process). Devuelve objetos .NET, no texto, y los verbos estandarizados hacen el lenguaje descubrible. Es la unidad básica de automatización.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Pipeline de objetos: encadena cmdlets pasando objetos con propiedades tipadas, no texto. Where-Object, Select-Object y Sort-Object operan por nombre de propiedad, lo que es más robusto que parsear…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Get-Member: cmdlet que revela las propiedades y métodos reales de un objeto. Es la herramienta de diagnóstico número uno: cuando el pipeline no filtra bien, casi siempre es que tratas los objetos…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Execution Policy: ajuste que controla qué scripts se ejecutan por defecto. No es una barrera de seguridad: se evade con -ExecutionPolicy Bypass sin privilegios. Solo previene la ejecución accidental.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Living off the land (LotL): táctica de usar herramientas legítimas del sistema para no depositar malware detectable. PowerShell es su ejemplo canónico por estar preinstalado, firmado y con acceso 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LOLBin / LOLBAS: binario legítimo del sistema del que se abusa con fines maliciosos. El proyecto LOLBAS los cataloga. Reconocerlos es clave para la detección basada en comportamiento.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 (Antimalware Scan Interface): interfaz que entrega el contenido de un script al antivirus para inspeccionarlo en memoria antes de ejecutarlo, cerrando el hueco del código fileless. Los atacantes…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Cmdlet — Comando Verbo-Nombre que devuelve objetos .NET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Objeto — Dato tipado con propiedades y métodos que fluye por el pipeline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Where-Object — Filtra objetos del pipeline por una condición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Select-Object — Selecciona propiedades o un número de objetos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Get-Member — Revela propiedades y métodos reales de un objeto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LotL — Living off the land: abusar de herramientas legítimas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Trabaja en tu VM Windows de laboratorio. PowerShell viene integrado; usa la consola y VS Code con la extensión de PowerShell (el clásico ISE sigue disponible pero está en mantenimiento). Para las…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Descubrir el entorno y aprender a autodescubrir: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Consultas de sistema (uso defensivo y forense) apoyándote en la tubería de objetos: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de seguridad. Últimos fallos de inicio de sesión, filtrando en el origen: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Execution Policy. Compruébala y razona por qué no impide todo: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Reflexiona: -ExecutionPolicy Bypass la anula sin permisos especiales.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Activar defensas. Habilita Script Block Logging por directiva local (Configuración del equipo → Plantillas administrativas → Componentes de Windows → Windows PowerShell). Ejecuta un script y verifica…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Script de recolección IR. Crea recolectar.ps1 que exporte a CSV los procesos con sus rutas, los servicios en ejecución y las conexiones de red en escucha, todo con marca de tiempo.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un one-liner que liste los 10 procesos con más memoria (WorkingSet) ordenados de mayor a menor.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a CSV todos los servicios con inicio automático que están detenidos.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con un ejemplo por qué Get-ExecutionPolicy no protege realmente contra scripts maliciosos.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Investiga qué es un LOLBin y da dos ejemplos usados a través de PowerShell, citando el proyecto LOLBAS.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Configura y verifica la transcripción de PowerShell (PowerShell Transcription) y localiza el archivo que genera.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con Get-WinEvent cualquier evento 4104 cuyo contenido incluya la palabra Invoke-Expression.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Get-Member sobre la salida de Get-Service y enumera tres propiedades que no imprime la vista por defecto.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triage.ps1, un script de recolección para respuesta a incidentes que genere un informe (CSV o JSON) con: procesos y sus rutas, servicios en ejecución, conexiones de red en escucha, usuarios…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el script produce un informe estructurado sin errores en la VM, y en el registro Microsoft-Windows-PowerShell/Operational aparece un evento 4104 correspondiente a su…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"running scripts is disabled on this system" — Execution Policy en Restricted. Ajústala con Set-ExecutionPolicy (con permiso) o lanza con -File y política adecuada.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pipeline no filtra como esperas — Tratas los objetos como texto. Usa Get-Member para ver las propiedades reales y filtra con Where-Object por su nombre.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aparecen eventos 4104 — Script Block Logging no está habilitado. Actívalo por directiva local y reintenta.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Get-WinEvent lento o sin resultados — Filtras tras traer todo. Usa -FilterHashtable para filtrar en el origen.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script funciona en ISE pero no en consola — Diferencias de contexto, perfil o edición. Prueba siempre en la consola de destino.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Confundes 5.1 con 7 y falta un cmdlet — Algunos cmdlets difieren entre ediciones. Comprueba la versión con $PSVersionTable.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a los atacantes les gusta PowerShell? Porque está preinstalado, firmado por Microsoft, accede a .NET, WMI y las APIs de Windows, y puede ejecutar código directamente en memoria sin tocar…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¿La Execution Policy protege mi equipo? No frente a un atacante decidido: se evade con un simple parámetro -ExecutionPolicy Bypass sin necesitar privilegios. Es una salvaguarda contra la ejecución…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versión de PowerShell debo aprender? Los conceptos son iguales en Windows PowerShell 5.1 y en PowerShell 7+. Para defensa, la 5.1 sigue siendo omnipresente en equipos corporativos, así que es…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¿AMSI lo detiene todo? No; existen técnicas de evasión de AMSI. Pero combinada con Script Block Logging (que registra el evento 4104 aun tras la desofuscación) y Constrained Language Mode, eleva…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Microsoft PowerShell Documentation — &lt;https://learn.microsoft.com/powershell/&gt;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About Execution Policies — &lt;https://learn.microsoft.com/powershell/module/microsoft.powershell.core/about/aboutexecutionpolicies&gt;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AMSI overview — &lt;https://learn.microsoft.com/windows/win32/amsi/antimalware-scan-interface-portal&gt;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LOLBAS Project — &lt;https://lolbas-project.github.io/&gt;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MITRE ATT&amp;CK, técnica T1059.001 (PowerShell) — &lt;https://attack.mitre.org/techniques/T1059/001/&gt;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1</a:t>
            </a:r>
          </a:p>
        </p:txBody>
      </p:sp>
      <p:pic>
        <p:nvPicPr>
          <p:cNvPr id="3" name="Picture 2" descr="4096a9618d6246c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511296"/>
            <a:ext cx="8229600" cy="47548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2</a:t>
            </a:r>
          </a:p>
        </p:txBody>
      </p:sp>
      <p:pic>
        <p:nvPicPr>
          <p:cNvPr id="3" name="Picture 2" descr="9ee2996430552d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5915" y="1097280"/>
            <a:ext cx="6672170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