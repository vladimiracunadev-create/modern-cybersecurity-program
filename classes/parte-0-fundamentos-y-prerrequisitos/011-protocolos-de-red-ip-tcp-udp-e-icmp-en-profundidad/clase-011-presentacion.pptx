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011 — Protocolos de red: IP, TCP, UDP e ICMP en profundidad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al detalle los protocolos que mueven Internet: cómo se estructuran sus cabeceras bit a bit, cómo TCP establece, mantiene y cierra una conexión fiable, en qué se diferencia radicalmente UDP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campos clave de las cabeceras IP, TCP, UDP e ICMP y explicar su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three-way handshake, el control de flujo por ventana y el cierre ordenado o abrupto de una conexión TCP.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TCP de UDP y justificar cuándo el diseño de un protocolo elige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flags y estados TCP con las técnicas de escaneo (SYN, connect, FIN, UDP).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una conversación real en Wireshark, identificando fases y anomalías.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cómo ICMP y ciertos campos IP se abusan para evasión, fingerprinting y exfiltración.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Cabecera IP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Three-way handshake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Flags 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Estados 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Ventana y secuencia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UDP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ICMP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paquete que sale de tu máquina lleva delante una cabecera IP de 20 bytes (sin opciones) que actúa como el sobre postal del envío: contiene la dirección de origen y destino, pero también…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detalle importante es que IP es un protocolo best-effort: no garantiza entrega, ni orden, ni ausencia de duplicados. Toda la fiabilidad que asociamos a Internet vive una capa más arriba, en TCP.…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 toma el canal caótico de IP y construye encima una ilusión perfecta: un flujo de bytes ordenado, sin pérdidas ni duplicados, entre dos extremos. Lo consigue con tres ideas: números de secuencia…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empieza con el three-way handshake. El cliente envía un segmento con el flag SYN y un número de secuencia inicial (ISN) aleatorio; el servidor responde SYN-ACK, confirmando el SYN del cliente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flags de la cabecera TCP son bits que cambian el significado de un segmento. SYN inicia; ACK confirma; FIN pide cerrar de forma ordenada; RST aborta de golpe (sin negociación); PSH pide entrega…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Detrás de esos flags hay una máquina de estados. Una conexión transita por LISTEN, SYN-SENT, SYN-RECEIVED, ESTABLISHED, y al cerrar pasa por FIN-WAIT, CLOSE-WAIT y el célebre TIMEWAIT, un estado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UDP es lo opuesto a TCP: cabecera de 8 bytes, sin handshake, sin números de secuencia, sin retransmisión. Envías un datagrama y esperas lo mejor. Esa simplicidad es una virtud cuando la latencia…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TTL (Time To Live): contador de saltos en la cabecera IP que cada router decrementa; al llegar a cero el paquete se descarta con un ICMP "Time Exceeded". Es el motor de traceroute y, como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Three-way handshake: secuencia SYN → SYN-ACK → ACK que abre toda conexión TCP e intercambia los números de secuencia iniciales. Es la base del connect scan, y su saturación es lo que provoca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Flag RST: bit que aborta una conexión de forma inmediata, sin negociación. Un puerto TCP cerrado responde con RST a un SYN, y esa respuesta es exactamente lo que le dice al escáner que el puerto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Número de secuencia (ISN): identifica la posición de cada byte en el flujo TCP. Su predictibilidad en implementaciones antiguas permitió ataques de spoofing e inyección; los SO modernos lo…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Ventana (window): campo que anuncia cuántos bytes puede recibir el extremo sin desbordar su buffer. Implementa el control de flujo y evita que un emisor rápido ahogue a un receptor lento.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UDP: transporte sin conexión, sin orden ni garantías, con cabecera de solo 8 bytes. Su ligereza lo hace ideal para DNS, DHCP, VoIP y QUIC, pero también para ataques de amplificación por su falta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ICMP: protocolo de control y diagnóstico de IP (echo, unreachable, time exceeded). Sostiene ping y traceroute; su payload también sirve como canal encubierto para túneles y exfiltración.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 — Protocolo de red best-effort que direcciona y enruta paquetes sin garantías.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 — Transporte fiable orientado a conexión: orden, retransmisión y control de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UDP — Transporte sin conexión, rápido y sin garantías de entrega ni orden.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ICMP — Protocolo de control y diagnóstico de IP (ping, traceroute, errores).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TTL — Contador de saltos que evita bucles y sirve para fingerprinting.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ISN — Número de secuencia inicial aleatorio que abre una conexión TCP.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siempre en un laboratorio aislado (VMs en red interna, nunca contra terceros). Usa Wireshark para el análisis visual paquete a paquete, tcpdump para capturas rápidas desde la terminal, y nmap…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un handshake. En Kali, arranca la captura y luego conéctate a un servicio de la víctima: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en Wireshark con el filtro tcp.flags.syn == 1. Identifica SYN, SYN-ACK y ACK, y anota los números de secuencia y los puertos de origen y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Cierre de conexión. Localiza los paquetes FIN/ACK (o el RST) al final de la conversación y contrástalos con el diagrama de secuencia de esta clase.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SYN (half-open) contra tu víctima, capturando en paralelo: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que a los puertos cerrados llega RST y a los abiertos, SYN-ACK seguido de un RST del escáner.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UDP e ICMP. Lanza un ping y un escaneo UDP: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las respuestas ICMP "port unreachable" que delatan los puertos UDP cerrados.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three-way handshake indicando qué flag lleva cada paquete y cómo evolucionan seq y 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respuesta da un puerto TCP abierto, cerrado y filtrado ante un SYN scan, y por qué difieren.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escaneo UDP es más lento y menos fiable que el TCP? Relaciónalo con la ausencia de handshake.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el campo TTL de tres capturas y estima el SO de origen y el número de saltos.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-sS (SYN) y -sT (connect) en nmap y sus implicaciones de sigilo y de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ICMP puede usarse para exfiltrar datos mediante un túnel y qué señales permitirían detectarlo.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bloquear todo ICMP en una red puede degradar el rendimiento (pista: Path MTU Discovery).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y documenta un escaneo comparativo contra tu VM víctima: un SYN scan y un connect scan sobre el mismo rango de puertos, capturando ambos en Wireshark. Entrega una tabla que muestre, para tres…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tabla refleja correctamente las respuestas (SYN-ACK / RST / sin respuesta) para cada puerto y explica por qué el SYN scan no completa el handshake mientras el connect sí lo…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puertos aparecen "filtered" — Un firewall descarta los paquetes. Ajusta el escenario o prueba -Pn y un timing distinto.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SYN scan requiere root — El SYN scan usa paquetes crudos. Ejecútalo con sudo.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UDP scan tarda muchísimo — Es normal: ante el silencio, nmap espera y reintenta. Limita el número de puertos.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puerto cerrado con filtrado — Cerrado responde (RST o ICMP); filtrado no responde. Distínguelos por la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TTL no coincide con el esperado — Hubo saltos intermedios (routers) que lo decrementaron. Razona relativo al valor inicial típico.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 el handshake en la captura — Filtro mal escrito o interfaz equivocada. Verifica con ip a y revisa el filtro de captura.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SYN scan es "sigiloso"? Porque no completa el handshake: tras recibir el SYN-ACK envía un RST, por lo que históricamente muchas aplicaciones no llegaban a registrar la conexión. Aun…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¿UDP es "inseguro" por no tener handshake? No es inseguro en sí mismo; simplemente no garantiza entrega ni orden. Los protocolos que corren sobre UDP (DNS, QUIC) añaden sus propias garantías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 puede bloquear todo ICMP sin consecuencias? No conviene: rompes el diagnóstico (ping) y el Path MTU Discovery, lo que puede degradar conexiones. Filtra selectivamente por tipo en lugar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números de secuencia siguen siendo predecibles? Los SO modernos los aleatorizan (ISN aleatorio), mitigando el spoofing e inyección clásicos. Es un buen ejemplo de cómo una debilidad de diseño…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791 (Internet Protocol) — &lt;https://www.rfc-editor.org/rfc/rfc791&gt;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793 (Transmission Control Protocol) — &lt;https://www.rfc-editor.org/rfc/rfc793&gt;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768 (User Datagram Protocol) — &lt;https://www.rfc-editor.org/rfc/rfc768&gt;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792 (Internet Control Message Protocol) — &lt;https://www.rfc-editor.org/rfc/rfc792&gt;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Reference Guide — &lt;https://nmap.org/book/man.html&gt;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W. R. Stevens, TCP/IP Illustrated, Vol.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bf6afdd1a5ff5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944" y="1097280"/>
            <a:ext cx="466011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