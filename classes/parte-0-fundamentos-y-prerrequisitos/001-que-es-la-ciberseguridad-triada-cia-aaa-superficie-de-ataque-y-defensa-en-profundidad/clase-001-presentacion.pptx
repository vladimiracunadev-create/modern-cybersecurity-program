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001 — Qué es la ciberseguridad: tríada CIA, AAA, superficie de ataque y defensa en profundidad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el vocabulario y los modelos mentales sobre los que descansa todo el programa. La ciberseguridad no consiste en "detener a los hackers malos": consiste en preservar propiedades concretas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las tres propiedades de la tríada CIA y dar un ejemplo de ataque contra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tres A del modelo AAA (autenticación, autorización, accounting) y ubicarlas en un flujo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componentes de la superficie de ataque de un sistema y proponer cómo reducirla.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principio de defensa en profundidad con capas concretas y su lógica de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concepto con controles reales (cifrado, MFA, logs, segmentación).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 precisión amenaza, vulnerabilidad y riesgo, y situar el modelo zero trust frente al perímetro clásico.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Tríada 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Propiedades extendidas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AAA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Vectores y amenazas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 en profundidad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Principio de mínimo privilegio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un profesional evalúa un sistema no se pregunta "¿es seguro?" —una pregunta sin respuesta objetiva— sino "¿qué propiedades de esta información necesito preservar y contra qué?". La respuesta…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valioso de la tríada es que las tres propiedades están en tensión: subir una suele bajar otra. Cifrarlo todo refuerza la confidencialidad pero, si pierdes la clave, destruyes tu propia…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tríada es el punto de partida, no el final. Modelos posteriores como el Parkerian Hexad añaden propiedades que en la práctica moderna son imprescindibles. La autenticidad garantiza que un mensaje…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CIA dice qué proteger, el modelo AAA dice cómo se gobierna el acceso. Sus tres A ocurren en orden y no deben confundirse. La autenticación responde a "¿quién eres?" y se basa en factores: algo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superficie de ataque de un sistema es la suma de todos los puntos por los que un adversario podría intentar entrar o influir: puertos y servicios de red abiertos, APIs y formularios web…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estos tres términos lleva a decisiones malas. Una amenaza es un agente o evento que podría causar daño (un grupo de ransomware, un empleado descontento, un incendio). Una vulnerabilidad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Ninguna capa de seguridad es infalible, así que la arquitectura correcta parte de asumir que alguna caerá y coloca controles redundantes en profundidad, de modo que romper una barrera todavía deje al…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Confidencialidad: garantía de que la información solo es accesible a quien está autorizado. Se rompe con una fuga o disclosure y se protege con cifrado y control de acceso. Es la propiedad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Integridad: garantía de que los datos no se alteran de forma no autorizada ni indetectable. Se verifica con funciones hash y firmas digitales, y se rompe con manipulación (tampering). Sin integridad…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Disponibilidad: garantía de que el servicio está accesible cuando se necesita. Se ataca con DoS/DDoS y se protege con redundancia, capacidad de reserva y recuperación ante desastres. Es una propiedad…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Autenticación: proceso de probar que una identidad es quien dice ser mediante factores (algo que sabes, tienes o eres). Sin autenticación fiable, todo lo demás carece de base porque no hay a quién…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Autorización: decisión sobre qué puede hacer una identidad ya autenticada. Se implementa con modelos como RBAC o ABAC y depende del mínimo privilegio para limitar el daño de una cuenta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Accounting / Auditoría: registro de quién hizo qué y cuándo. Habilita la trazabilidad, la detección de abusos y la investigación forense; sin logs adecuados, un incidente es invisible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suma de todos los puntos por los que un atacante puede intentar entrar (puertos, APIs, formularios, dependencias, personas). Reducirla desactivando lo innecesario es la forma…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 — Confidencialidad, Integridad y Disponibilidad; las tres propiedades base a proteger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AAA — Autenticación, Autorización y Accounting; el modelo de gobierno del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— Autenticación multifactor: combinar dos o más factores independientes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 — Control de acceso basado en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ABAC — Control de acceso basado en atributos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Hardening — Reducir la superficie de ataque desactivando y reforzando componentes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conceptual, pero conviene tener papel o una pizarra digital para diagramar. Instala draw.io o usa &lt;https://app.diagrams.net&gt; para dibujar flujos de acceso AAA y capas de defensa. Ten el…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sistema real que conozcas (tu correo personal, un servidor web, un cajero automático). Anótalo; será tu activo de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 por activo: para ese sistema, escribe un ejemplo concreto de ataque que rompa (a) confidencialidad, (b) integridad y (c) disponibilidad. Justifica por qué cada uno afecta a esa propiedad y no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Prioridad CIA: ordena las tres propiedades para tu activo según su valor real y explica el criterio. No hay respuesta única; hay respuesta justificada.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AAA: dibuja en draw.io el recorrido de un login: identidad → autenticación (¿qué factores?) → autorización (¿qué permisos concede?) → accounting (¿qué eventos registra?).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superficie de ataque: lista todos los puntos de entrada del sistema. Para un servidor web típico: puertos 80/443, SSH en el 22, panel de administración, formularios, dependencias de terceros…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Reducción: junto a cada punto, escribe una medida de hardening (cerrar puerto, exigir MFA, poner un WAF, parchear, formar al personal).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Capas de defensa: reorganiza tus controles en capas —perímetro (firewall), red (segmentación), host (EDR, parches), aplicación (validación), datos (cifrado) y humano (concienciación).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estos incidentes según qué propiedad CIA violan principalmente: ransomware, defacement de una web, robo de una base de datos, ataque de amplificación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propio la diferencia entre amenaza, vulnerabilidad y riesgo, y calcula informalmente el riesgo de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AAA para una app bancaria: ¿qué factores de autenticación y qué niveles de autorización usarías, y qué eventos registrarías?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dispositivo IoT doméstico y enumera su superficie de ataque completa, separando la parte de red, la de aplicación y la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tiene un único control: un firewall perimetral. Argumenta por qué es insuficiente y propón tres capas adicionales con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una firma digital aporta a la vez integridad, autenticidad y no repudio, y cuál de las tres no cubre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resume en cinco líneas qué cambia el modelo zero trust respecto al perímetro clásico y qué problema concreto resuelve.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ficha de una página para un activo de tu elección que contenga: (1) su clasificación CIA con justificación de la prioridad, (2) su matriz AAA con factores y permisos, (3) su mapa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ficha vincula cada punto de la superficie de ataque a al menos un control, y cada control queda asignado a una capa de la defensa en profundidad. Un revisor debe poder…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autenticación con autorización — Autenticar = ¿quién eres?; autorizar = ¿qué puedes hacer?. Recuerda el orden: primero autenticas, luego autorizas.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la disponibilidad como algo "de infraestructura" y no de seguridad — Un DoS es un ataque de seguridad; la A de CIA es tan importante como las otras 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cifrar lo resuelve todo — El cifrado protege la confidencialidad, no la integridad ni la disponibilidad; hacen falta firmas, hashes y redundancia.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riesgo con vulnerabilidad — Riesgo ≈ probabilidad × impacto sobre un activo; la vulnerabilidad es solo un ingrediente.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sola línea de defensa "perfecta" — Asume que fallará; por eso se apilan capas y se aplica mínimo 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zero trust significa "no confiar en nadie" y basta con eso — Zero trust elimina la confianza implícita por red, pero sigue exigiendo capas y verificación continua.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tríada CIA está desactualizada? No, sigue siendo el marco base. Se ha extendido con autenticidad, no repudio y trazabilidad (modelos como el Parkerian Hexad), pero CIA continúa siendo el punto…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¿AAA es lo mismo que MFA? No. AAA es el modelo completo de gobierno del acceso (autenticación, autorización, accounting). MFA es solo una forma de reforzar la primera A combinando varios factores…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¿Reducir la superficie de ataque no limita la funcionalidad? A veces sí, y ahí está el equilibrio: se desactiva lo que no se usa y se conserva lo necesario. Un servicio apagado no tiene…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¿Zero trust reemplaza la defensa en profundidad? No, la complementa: zero trust elimina la confianza implícita por ubicación de red, pero sigue apilando controles en capas y añade verificación…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empieza un atacante real, por la tecnología o por las personas? Con frecuencia por las personas: el phishing y la ingeniería social explotan la capa humana, que suele ser la más barata…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800-12 Rev. 1, An Introduction to Information Security — &lt;https://csrc.nist.gov/pubs/sp/800/12/r1/final&gt;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Cybersecurity Framework 2.0 — &lt;https://www.nist.gov/cyberframework&gt;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800-207, Zero Trust Architecture — &lt;https://csrc.nist.gov/pubs/sp/800/207/final&gt;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Glossary (CSRC) — &lt;https://csrc.nist.gov/glossary&gt;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Attack Surface Analysis Cheat Sheet — &lt;https://cheatsheetseries.owasp.org/&gt;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4962b7959108f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252"/>
            <a:ext cx="8229600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812d3e383b4e1c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648" y="1097280"/>
            <a:ext cx="1244703" cy="5303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