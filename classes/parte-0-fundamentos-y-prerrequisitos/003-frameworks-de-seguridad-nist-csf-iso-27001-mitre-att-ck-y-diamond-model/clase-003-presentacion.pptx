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003 — Frameworks de seguridad: NIST CSF, ISO 27001, MITRE ATT&amp;CK y Diamond Model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Conocer los marcos que estructuran la práctica profesional de la ciberseguridad y saber cuándo usar cada uno. Los frameworks no son burocracia: son lenguajes compartidos que permiten a una…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las funciones del NIST CSF 2.0 y explicar qué agrupa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propósito y la estructura de ISO/IEC 27001 y su Anexo 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Navegar la matriz de MITRE ATT&amp;CK por tácticas y técnicas.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un evento con el Diamond Model de intrusión.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Combinar un marco de gestión con uno adversario en un caso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cumplimiento de seguridad efectiva y explicar por qué certificar no equivale a estar protegido.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NIST CSF 2.0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Tiers y perfiles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ISO/IEC 27001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Anexo A (27002)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MITRE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Diamond Model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Mapeo entre marcos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error más común al empezar con frameworks es tratarlos como si compitieran o como si uno pudiera sustituir a otro. No es así: pertenecen a familias que resuelven problemas diferentes. Los marcos…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Cybersecurity Framework del NIST organiza toda la actividad de seguridad en un puñado de funciones de alto nivel, cada una con categorías y subcategorías. En la versión 2.0, publicada en 2024, son…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medir dónde está una organización y a dónde quiere llegar, el CSF ofrece dos herramientas. Los Tiers (niveles del 1 al 4: Parcial, Informado por riesgo, Repetible, Adaptativo) describen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Mientras el CSF es voluntario y orientado a resultados, ISO/IEC 27001 es un estándar internacional certificable que define los requisitos de un SGSI (Sistema de Gestión de Seguridad de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es una base de conocimiento del comportamiento adversario construida a partir de observaciones reales. Se estructura en dos niveles clave: las tácticas son el porqué, el objetivo que…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Diamond Model modela cada evento de intrusión como un rombo con cuatro vértices relacionados: adversario (quién), capacidad (con qué: malware, exploit, herramienta), infraestructura (desde dónde…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potencia del modelo está en el pivote: conocido un vértice se descubren los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CSF 2.0: marco voluntario de gestión de riesgo con seis funciones (Govern, Identify, Protect, Detect, Respond, Recover). Es agnóstico de tecnología y orientado a resultados, lo que lo hace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Funciones del CSF: los seis grandes agrupadores de actividad. Govern es la novedad de la 2.0 y aporta el contexto, los roles y las decisiones de riesgo que sostienen a las otras cinco.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Tiers: cuatro niveles (Parcial, Informado por riesgo, Repetible, Adaptativo) que describen la madurez del proceso de gestión de riesgo, no la cantidad de controles.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(CSF): fotografía del estado actual frente al objetivo a lo largo de las funciones. La brecha entre ambos perfiles es la lista priorizada de trabajo pendiente.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SGSI: Sistema de Gestión de Seguridad de la Información, objeto de ISO/IEC 27001. Se basa en la mejora continua (PDCA) sobre riesgos evaluados.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 estándar internacional certificable que define los requisitos del SGSI. Certificar demuestra que hay proceso, no que se esté a salvo de toda amenaza.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Anexo A / ISO 27002: catálogo de 93 controles de referencia (versión 2022) en cuatro temas: organizacionales, de personas, físicos y tecnológicos. Se seleccionan según riesgo, no en bloque.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CSF — Cybersecurity Framework del NIST, marco voluntario de gestión de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Govern — Función de gobernanza, novedad del CSF 2.0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Tier — Nivel de madurez del proceso de gestión de riesgo (1 a 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— Estado actual frente a objetivo en las funciones del CSF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SGSI / ISMS — Sistema de Gestión de Seguridad de la Información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 27001 — Estándar certificable de requisitos del SGSI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 el NIST CSF 2.0 (PDF gratuito desde &lt;https://www.nist.gov/cyberframework&gt;). Explora la matriz de MITRE ATT&amp;CK en el navegador y el ATT&amp;CK Navigator…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CSF: toma una organización ficticia (una clínica pequeña) y, para cada una de las 6 funciones del CSF 2.0, escribe una actividad concreta que debería realizar.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actual vs. objetivo: asigna a cada función un Tier del 1 al 4 para el estado actual y otro para el deseado. Identifica la mayor brecha y explica por qué priorizarla.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 mapeo: selecciona 5 controles del Anexo A relevantes para esa clínica y justifica cada uno con el riesgo que mitiga, como harías en la Declaración de Aplicabilidad.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Navigator: crea una capa marcando 5 técnicas que un ransomware usaría contra la clínica, anota sus IDs y exporta el 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Diamond: para un evento hipotético (un correo malicioso a la recepcionista), rellena los cuatro vértices —adversario, capacidad (el malware), infraestructura (dominio/IP), víctima— y describe un…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Integración: muestra cómo una técnica de ATT&amp;CK detectada se conecta con la función Detect del CSF y con un control tecnológico del Anexo A que la mitiga.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función nueva añadió el CSF 2.0 respecto a la 1.1 y qué problema concreto de gobernanza resuelve?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la diferencia entre una táctica y una técnica en ATT&amp;CK, citando un ID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tres controles del Anexo A y clasifícalos en su tema (organizacional, personas, físico o tecnológico).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incidente sencillo con el Diamond Model y muestra un pivote entre dos vértices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Argumenta por qué "cumplir ISO 27001" no equivale a "estar seguro" con un contraejemplo.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una técnica ATT&amp;CK a la función del CSF que ayudaría a mitigarla y a un control del Anexo 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programa que solo usa ATT&amp;CK, sin marco de gestión, deja huecos, y qué aporta CSF que ATT&amp;CK no.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Produce un documento que integre los cuatro marcos sobre un mismo escenario: (1) un perfil CSF con estado actual y objetivo para las 6 funciones, (2) una selección justificada de 8 controles del…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JSON del Navigator carga sin errores en la herramienta oficial, cada control ISO se vincula a un riesgo concreto, y cada técnica ATT&amp;CK se conecta con al menos una función…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ATT&amp;CK como checklist de cumplimiento — ATT&amp;CK describe comportamiento adversario, no es una lista de controles a "tachar". Úsala para razonar sobre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ISO 27001 con 27002 — 27001 es el estándar certificable del SGSI; 27002 es la guía detallada de los controles del Anexo 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Certificar por certificar — El cumplimiento sin gestión de riesgo real deja huecos; la seguridad es un proceso continuo, no un sello.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Elegir un solo framework para todo — Los de gestión (CSF/ISO) y los adversarios (ATT&amp;CK/Diamond) resuelven problemas distintos; combínalos.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la nueva función Govern — Gobernanza y contexto son ahora explícitos en el CSF 2.0; omitirla deja el resto sin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los 93 controles del Anexo A en bloque — Se seleccionan según riesgo y se justifican en la SoA; aplicarlos todos sin criterio malgasta recursos.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¿NIST CSF es obligatorio? No, es voluntario, pero se ha convertido en un lenguaje común y en muchos sectores o países es de facto exigido por contratos o reguladores. Su adopción suele ser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¿ATT&amp;CK sustituye a la Kill Chain? No; ATT&amp;CK detalla técnicas concretas y la Kill Chain da la vista macro por fases. Se usan juntas: la Kill Chain para razonar dónde cortar, ATT&amp;CK para saber con…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usar solo ATT&amp;CK sin marcos de gestión? Para operaciones defensivas ayuda mucho, pero sin CSF o ISO faltaría la capa de gobernanza, priorización de riesgo y cumplimiento que decide dónde…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Diamond Model es solo para forense? No; es útil en análisis de intrusiones y threat intelligence, no solo tras el incidente. Su capacidad de pivote ayuda a correlacionar campañas y a descubrir…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dónde empiezo si mi organización no tiene nada? Por Govern e Identify del CSF: entender el contexto, los activos y los riesgos. Sin ese mapa, cualquier control que compres será a ciegas, y los…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Cybersecurity Framework 2.0 — &lt;https://www.nist.gov/cyberframework&gt;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27001:2022 — &lt;https://www.iso.org/standard/27001&gt;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y ATT&amp;CK Navigator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Caltagirone, Pendergast y Betz, The Diamond Model of Intrusion Analysis — &lt;https://www.activeresponse.org/the-diamond-model/&gt;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fc8bd3af4828f6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7170" y="1097280"/>
            <a:ext cx="306965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a257e38be64068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76956"/>
            <a:ext cx="8229600" cy="13441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3</a:t>
            </a:r>
          </a:p>
        </p:txBody>
      </p:sp>
      <p:pic>
        <p:nvPicPr>
          <p:cNvPr id="3" name="Picture 2" descr="13709b6d5144a8e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698" y="1097280"/>
            <a:ext cx="7364603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