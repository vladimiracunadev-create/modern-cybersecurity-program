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014 — Direccionamiento IP y subnetting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subredes con soltura, una destreza que necesitarás constantemente para definir el alcance de un escaneo, segmentar una red defensivamente o interpretar el rango de un objetivo. Al terminar…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direcciones IP entre notación decimal y binaria con precisión.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máscaras de red y notación CIDR y traducir entre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dirección de red, broadcast, primer y último host y número de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Dividir una red en subredes de tamaño fijo (subnetting) y variable (VLSM).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rangos privados, especiales y reservados y su relevancia en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direccionamiento sin solapamientos que optimice el espacio.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IPv4 y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Máscara de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Notación CIDR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Red y broadcast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Cálculo de hosts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Subnetting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VLSM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dirección IPv4 son 32 bits que solemos escribir en cuatro octetos decimales (192.168.10.5), pero todo el cálculo de subredes ocurre en binario. Cada octeto representa 8 bits, con valores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máscara de red es un patrón de 32 bits donde los bits a 1 marcan la porción de red y los bits a 0 la porción de host. La notación CIDR (Classless Inter-Domain Routing) resume la máscara contando…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prefijo /26 marca dónde cae la frontera: los 26 bits de la izquierda 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inmutables dentro de la subred y los 6 de la derecha son el espacio de hosts. De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salen las cuatro cifras que se calculan siempre: 2⁶ = 64 direcciones totales, 62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utilizables (se restan red y broadcast), primer host = red + 1 y último host =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broadcast − 1.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Máscara de red: patrón de 32 bits que separa la porción de red (bits a 1) de la de host (bits a 0). /24 equivale a 255.255.255.0, es decir 24 bits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CIDR: notación IP/prefijo que reemplazó las clases A/B/C. Permite prefijos arbitrarios y la agregación de rutas, optimizando el uso del espacio de direcciones.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de red: primera dirección del bloque, con todos los bits de host a 0. Identifica el segmento y no se asigna a ningún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de broadcast: última dirección del bloque, con todos los bits de host a 1. Alcanza a todos los hosts del segmento y tampoco es asignable.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Hosts utilizables: número de direcciones asignables, igual a 2^(bits de host) − 2, porque se restan red y broadcast (salvo en /31 y /32).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Subnetting: proceso de dividir una red tomando bits de host para crear subredes iguales, a costa de flexibilidad.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VLSM: Variable Length Subnet Masking; asigna a cada segmento la máscara mínima que cubre sus hosts, evitando el desperdicio del tamaño fijo.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IPv4 — Dirección de 32 bits escrita en cuatro octetos decimales.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Octeto — Grupo de 8 bits; cada uno de los cuatro números de una IPv4.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Máscara — Patrón que distingue los bits de red de los de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CIDR — Notación IP/prefijo que indica cuántos bits son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Prefijo — Número de bits de red en notación CIDR (por ejemplo /26).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de red — Primera dirección del bloque; identifica el segmento.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principio, bastan papel y lápiz: el objetivo es entender el cálculo, no automatizarlo. Para verificar tus resultados usa ipcalc (Linux), sipcalc o la calculadora del sistema en modo programador.…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 apoyarte en calculadoras online mientras aprendes: durante un pentest necesitarás razonar rangos al vuelo, sin conexión, y detectar cuándo una herramienta te da un resultado incoherente. La…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Decimal a binario. Convierte a mano 192.168.10.0 y 255.255.255.192 a binario, y luego verifica: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bloque /24. Para 10.10.10.0/24 determina a mano: máscara, dirección de red, broadcast, primer y último host y número de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Subnetear en tamaño fijo. Divide 192.168.1.0/24 en 4 subredes iguales (/26). Escribe para cada una red, rango de hosts y broadcast.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con la herramienta: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VLSM. Dado 172.16.0.0/16, diseña subredes para 500, 100 y 25 hosts y un enlace punto a punto (2 hosts). Elige la máscara mínima adecuada para cada una y ordénalas de mayor a menor.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Rangos especiales. Clasifica 127.0.0.1, 169.254.5.5, 10.0.0.1 y 8.8.8.8 indicando cuáles son públicos, privados, loopback o APIPA.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¿Cuántos hosts utilizables tiene un /22? ¿Y un /30?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10.20.30.45/27, calcula la dirección de red y la de broadcast.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Divide 192.168.100.0/24 en 8 subredes y da la 3ª subred completa (red, rango y broadcast).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con VLSM un plan para tres departamentos de 60, 30 y 10 hosts partiendo de un /24.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/31 puede usarse en enlaces punto a punto pese a la regla −2.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192.168.5.130 y 192.168.5.200 están en la misma subred /26.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con un ejemplo por qué equivocarse de máscara altera el alcance de un escaneo.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direccionamiento para una organización ficticia con cuatro segmentos de distinto tamaño (por ejemplo 200, 60 y 12 hosts y un enlace WAN de 2) partiendo de un único bloque /23…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subredes no se solapan, cada una tiene la máscara mínima que satisface su número de hosts, y la suma cabe dentro del /23 asignado. El plan es verificable con ipcalc 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Olvidar restar red y broadcast — Los hosts utilizables son 2^n − 2, no 2^n. Réstalos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Subredes solapadas en VLSM — Asignaste sin ordenar por tamaño. Empieza por la subred más grande.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/24 con 255.255.0.0 — /24 es 255.255.255.0. Cuenta los bits a 1 de la máscara.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Poner un host en la dirección de red o broadcast — No son asignables (salvo /31 y /32). Usa el rango intermedio.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Mezclar bits de red al subnetear — Trabaja en binario para ver con claridad la frontera red/host.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 VLSM no cabe en el bloque — Sumaste subredes con máscaras demasiado holgadas. Ajusta cada una a su mínimo.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el subnetting en seguridad? Define el alcance: un /24 son 254 hosts a escanear, y equivocarse de máscara deja objetivos fuera o incluye redes que no debías tocar. Además es la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¿Sigo necesitando esto con IPv6? Sí: IPv6 usa prefijos igual (por ejemplo /64), aunque el cálculo de hosts cambia por la magnitud del espacio. Los conceptos de red y prefijo se trasladan…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siempre una calculadora? Para trabajar, sí; pero entender el cálculo te permite razonar rangos al vuelo durante un pentest y detectar cuándo la herramienta se equivoca o la usas 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APIPA (169.254.x.x)? Direcciones que un host se autoasigna cuando no consigue respuesta de DHCP. Verlas suele indicar un problema de red, por lo que sirven como señal diagnóstica.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4632 (Classless Inter-Domain Routing) — &lt;https://www.rfc-editor.org/rfc/rfc4632&gt;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1918 (Address Allocation for Private Internets) — &lt;https://www.rfc-editor.org/rfc/rfc1918&gt;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3021 (Using 31-Bit Prefixes on IPv4 Point-to-Point Links) — &lt;https://www.rfc-editor.org/rfc/rfc3021&gt;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ipcalc, man 1 sipcalc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Cisco: IP Addressing and Subnetting for New Users — &lt;https://www.cisco.com/c/en/us/support/docs/ip/routing-information-protocol-rip/13788-3.html&gt;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3d9c6b5f2c9f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9212"/>
            <a:ext cx="8229600" cy="1819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