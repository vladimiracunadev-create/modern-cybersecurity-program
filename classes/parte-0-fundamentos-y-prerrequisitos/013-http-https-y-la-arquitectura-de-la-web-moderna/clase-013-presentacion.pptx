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013 — HTTP, HTTPS y la arquitectura de la web moderna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protocolo sobre el que corre la web y, con él, la mayor parte de la superficie de ataque moderna. Al terminar entenderás la anatomía de peticiones y respuestas HTTP, la semántica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e interpretar peticiones y respuestas HTTP crudas.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semántica de métodos, códigos de estado y cabeceras relevantes.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cómo funcionan cookies, sesiones y la autenticación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aporta TLS y cómo se establece una conexión HTTPS.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tráfico web con herramientas de interceptación como Burp o ZAP.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la postura de seguridad de un sitio a partir de sus cabeceras.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petición/respuesta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Métodos HTTP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Códigos de estado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Cabeceras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Cookies y sesiones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HTTPS/TLS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Cabeceras de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 es, en su forma clásica (HTTP/1.1), un protocolo de texto sorprendentemente legible. El cliente abre una conexión TCP y envía una petición con tres partes: una línea inicial (método, ruta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métodos son verbos que declaran la intención de la petición. GET recupera un recurso y debe ser seguro (no modifica estado) e idempotente (repetirlo no cambia nada); POST envía datos y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códigos de estado son el primer diagnóstico de cualquier interacción, agrupados por su primer dígito. La siguiente tabla condensa la lógica de cada familia.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Familia — Significado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2xx — Éxito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3xx — Redirección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4xx — Error del cliente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HTTP: protocolo de aplicación sin estado que corre sobre TCP (o sobre QUIC en HTTP/3). Cada petición es independiente; el estado se añade artificialmente con cookies y tokens.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Método HTTP: verbo que declara la intención (GET lee, POST envía, PUT reemplaza, DELETE borra). GET debe ser seguro e idempotente, y violar esa semántica genera fallos reales de caché y crawling.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Código de estado: número de tres dígitos que resume el resultado de la petición, agrupado en familias 2xx/3xx/4xx/5xx. Es el primer diagnóstico de cualquier fallo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Cookie: dato que el servidor pide al navegador almacenar y reenviar. Sus atributos HttpOnly, Secure y SameSite determinan su resistencia a XSS, captura en claro y CSRF.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Sesión: mecanismo por el que el servidor asocia peticiones al mismo usuario, normalmente mediante un identificador guardado en cookie. Es el objetivo del secuestro de sesión.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TLS: protocolo que cifra y autentica el canal mediante certificados. Aporta confidencialidad, integridad y autenticación, pero no protege contra fallos de la aplicación.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HSTS: cabecera que obliga al navegador a usar HTTPS con un dominio, mitigando los ataques de downgrade a HTTP.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 — Protocolo de aplicación sin estado para transferir recursos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HTTPS — HTTP transportado sobre TLS: canal cifrado y autenticado.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TLS — Protocolo que cifra, autentica y protege la integridad del canal.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Método — Verbo HTTP que declara la acción sobre un recurso.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Idempotente — Operación que repetida produce el mismo efecto que una sola vez.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Código de estado — Número que resume el resultado de una respuesta HTTP.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curl para lanzar peticiones crudas y leer cabeceras, el navegador con sus DevTools (pestaña Network) para inspeccionar tráfico real, y un proxy de interceptación como Burp Suite Community o OWASP…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Petición cruda con curl. Observa la línea de estado, las cabeceras y el cuerpo: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Métodos y estados. Prueba distintos métodos y observa solo el código de estado: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Inspeccionar cookies. Haz login en la app de laboratorio con las DevTools abiertas y revisa la cookie de sesión: ¿tiene HttpOnly, Secure y SameSite?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Interceptar con Burp o ZAP. Configura el navegador para pasar por el proxy, captura una petición, modifícala y reenvíala (Repeater) para observar el efecto en el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Examinar TLS. Lee el emisor y la validez del certificado: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Cabeceras de seguridad. Comprueba si un sitio envía HSTS o CSP: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estos códigos e indica qué significa cada uno: 204, 301, 401, 403, 429, 502.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la diferencia práctica entre 401 y 403 en una 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atributos hacen segura una cookie de sesión y contra qué ataque protege cada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qué información revela y qué oculta TLS a un observador de la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la cabecera Content-Security-Policy y escribe un ejemplo que mitigue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Burp o ZAP Repeater, cambia un parámetro de una petición y documenta cómo responde la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HTTPS es necesario pero no suficiente para la seguridad de una aplicación.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Usando un proxy de interceptación, captura el flujo completo de autenticación de una app de laboratorio: la petición de login, la respuesta que establece la cookie de sesión y una petición…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evidencia muestra la cookie de sesión con sus atributos reales, e identificas correctamente al menos dos cabeceras de seguridad faltantes (por ejemplo HSTS, CSP o SameSite)…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no intercepta HTTPS — Falta instalar el certificado CA de Burp en el navegador. Impórtalo y confía en él.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curl da error de certificado — Certificado autofirmado en el laboratorio. Usa -k solo en laboratorio, nunca en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cookie no se envía en las peticiones — Atributo SameSite/Secure o dominio/ruta incorrectos. Revisa el scope de la cookie.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405 Method Not Allowed — El recurso no admite ese método. Comprueba la definición de la 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HTTP/2 no aparece en la captura — Se negocia por ALPN dentro de TLS. Usa herramientas que soporten HTTP/2.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login funciona pero se pierde la sesión — La cookie no se guarda o se bloquea por SameSite. Revisa dominio, ruta y atributos.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¿HTTPS hace segura mi aplicación? No: cifra y autentica el canal, pero no protege contra fallos de la aplicación (inyección, XSS, lógica de negocio). Es necesario pero no suficiente.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HTTP es "sin estado" si existen las sesiones? El protocolo no recuerda peticiones anteriores; las cookies y los tokens simulan estado guardándolo en el cliente o en el servidor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cambia con HTTP/2 y HTTP/3? HTTP/2 multiplexa varias peticiones en una conexión TCP; HTTP/3 corre sobre QUIC (UDP) reduciendo latencia y resistiendo cambios de red. La semántica (métodos…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¿Burp o ZAP? Ambos interceptan y modifican tráfico. Burp es el estándar profesional con una edición Community limitada; ZAP es open source y completamente gratuito. Para aprender, cualquiera de los…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9110, HTTP Semantics — &lt;https://www.rfc-editor.org/rfc/rfc9110&gt;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6265, HTTP State Management Mechanism (Cookies) — &lt;https://www.rfc-editor.org/rfc/rfc6265&gt;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MDN Web Docs: HTTP — &lt;https://developer.mozilla.org/docs/Web/HTTP&gt;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Secure Headers Project — &lt;https://owasp.org/www-project-secure-headers/&gt;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Web Security Academy — &lt;https://portswigger.net/web-security&gt;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544e5406cfc67b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097280"/>
            <a:ext cx="7717536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