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019 — Expresiones regulares para análisis de logs y datos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las expresiones regulares para extraer, validar y correlacionar información en logs, capturas y volcados de datos con precisión y velocidad. Las regex son omnipresentes en SIEM, IDS, reglas…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patrones con clases de caracteres, cuantificadores y anclas.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subcadenas con grupos, grupos con nombre y referencias.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IOCs (IPs, hashes, URLs, correos) de texto no estructurado.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regex de forma coherente en grep -P, en Python (re) y en herramientas de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codicia de pereza y elegir la variante correcta en cada extracción.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patrones vulnerables a ReDoS y otros errores frecuentes.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Literales y metacaracteres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Clases de caracteres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Cuantificadores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Anclas y límites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Grupos y captura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Codicia y pereza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Extracción de IOCs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expresión regular es una notación compacta para describir un conjunto de cadenas, que el motor traduce internamente a una máquina de estados que recorre el texto carácter a carácter intentando…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 todo patrón útil combina tres tipos de piezas. Las clases de caracteres dicen qué puede aparecer: [a-f0-9] es un dígito hexadecimal, y hay atajos como \d (dígito), \w (alfanumérico más guion…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Patrón completo: \b\d{2}:\d{2}:\d{2}\b — una hora HH:MM:SS dentro de una línea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Fragmento — Qué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\b — límite de palabra (ancla de ancho cero)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\d{2} — clase de dígito con cuantificador exacto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Metacarácter: símbolo con significado especial en una regex (.  + ? [ ] ( ) ^ $ \ |). Para tratarlo como texto literal hay que escaparlo con \, algo imprescindible al casar puntos en IPs o dominios.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de caracteres: conjunto de caracteres permitidos entre corchetes ([a-f0-9]). Atajos frecuentes: \d (dígito), \w (alfanumérico más ), \s (espacio). Una clase negada [^...] casa cualquier cosa…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Cuantificador: indica cuántas repeticiones ( cero o más, + una o más, ? cero o una, {n,m} un rango). Por defecto son codiciosos.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Codicioso frente a perezoso: un cuantificador codicioso (.) toma lo máximo y retrocede; el perezoso (.?) toma lo mínimo. Elegir mal "traga" texto de más; a menudo una clase negada es aún mejor opción.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 de captura: paréntesis (...) que guardan lo coincidido para reutilizarlo; (?:...) agrupa sin capturar y (?P&lt;nombre&gt;...) captura con nombre en Python, lo que hace el extractor legible.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Ancla: posición sin consumir caracteres: ^ (inicio), $ (fin), \b (límite de palabra). Evitan coincidencias parciales no deseadas.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Lookaround: aserción que comprueba contexto sin consumirlo ((?=...) lookahead, (?&lt;=...) lookbehind). Útil para extraer algo "seguido de" o "precedido por" sin incluir el contexto.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Regex — Notación que describe un conjunto de cadenas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Literal — Carácter que casa consigo mismo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Metacarácter — Símbolo con significado especial en regex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\d \w \s — Atajos: dígito, alfanumérico, espacio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negada — [^...]: casa todo salvo lo listado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Cuantificador — Nº de repeticiones (, +, ?, {n,m})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con grep -P (que activa el motor PCRE y entiende \d, \b, lookarounds), con el módulo re de Python, y con un entorno visual como regex101.com eligiendo el motor PCRE o Python para ver el…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Clases y cuantificadores. Encuentra todas las horas HH:MM:SS en un log: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IPv4 y contar las más frecuentes: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Grupos de captura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hashes por longitud. Distingue MD5 (32), SHA-1 (40) y SHA-256 (64):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Correos y URLs. Escribe patrones razonables para extraer direcciones de correo y URLs http(s), aceptando que no serán perfectas según el RFC.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Codicia frente a pereza. Compara &lt;.&gt; y &lt;.?&gt; sobre &lt;a&gt;&lt;b&gt; y observa la diferencia; prueba también [^&gt;] como alternativa.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en regex101: pega tus patrones, revisa el desglose y mide los pasos de retroceso para detectar riesgo de ReDoS.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regex que extraiga solo IPs privadas (rangos 10/8, 172.16/12 y 192.168/16) de un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usuario e IP de cada línea de "Failed password" y cuenta los intentos por 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patrón que valide un correo de forma razonable (sin perseguir la perfección del RFC) y explica sus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todas las URLs de una página guardada y quédate solo con el dominio usando un grupo de captura.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en una sola pasada MD5, SHA-1 y SHA-256 por su longitud, usando alternancia o grupos con nombre.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un ejemplo real de ReDoS (por ejemplo un patrón (a+)+), reprodúcelo en regex101 midiendo los pasos, y reescríbelo para hacerlo seguro.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iocextract.py, una herramienta que reciba un fichero de texto y extraiga y clasifique IOCs: IPv4, dominios, URLs, correos y hashes (MD5/SHA-1/SHA-256), imprimiendo un recuento por categoría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sobre una muestra con IOCs conocidos, la herramienta los extrae todos sin falsos positivos evidentes, clasifica correctamente los tres tipos de hash por su longitud, y…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patrón captura de más — Cuantificador codicioso. Usa la versión perezosa ? o, mejor, una clase negada como [^&gt;].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 no coincide con lo esperado — . no incluye el salto de línea por defecto. Usa el flag DOTALL si necesitas abarcar varias líneas.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en IPs (999.999.999.999) — El patrón no valida el rango 0-255. Extrae con regex y valida después con ipaddress.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grep no entiende \d — grep básico no es PCRE. Usa grep -P, o -E con clases POSIX ([[:digit:]]).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regex cuelga el proceso — ReDoS por retroceso. Elimina cuantificadores anidados ((a+)+) y ancla bien el patrón.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grupo devuelve None — El grupo opcional no casó. Comprueba que existió coincidencia antes de leer el grupo.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validar IPs solo con regex? La regex acota candidatos con rapidez, pero validar el rango exacto 0-255 de cada octeto con regex es engorroso y frágil. Es mejor extraer con regex y validar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mi regex funciona en regex101 pero no en grep? Los motores difieren. grep básico usa BRE/ERE; PCRE (regex101, Python) admite \d, lookarounds y más. Ajusta el patrón al motor real donde vas…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lookahead o lookbehind? Aserciones que comprueban contexto sin consumirlo ((?=...), (?&lt;=...)). Sirven para extraer algo "seguido de" o "precedido por" sin incluir ese contexto en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regex para parsear HTML o JSON? Para extracciones puntuales sí, pero para estructuras anidadas usa un parser dedicado. Las regex no manejan bien el anidamiento arbitrario y acabas con…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Jeffrey Friedl, Mastering Regular Expressions (O'Reilly).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Python, documentación de re — &lt;https://docs.python.org/3/library/re.html&gt;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regex101 (probador interactivo con contador de pasos) — &lt;https://regex101.com/&gt;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OWASP, Regular Expression Denial of Service (ReDoS) — &lt;https://owasp.org/www-community/attacks/RegularexpressionDenialofService-ReDoS&gt;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Indicator Removal / IOC (contexto de indicadores) — &lt;https://attack.mitre.org/&gt;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3b4b8e5935248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625" y="1097280"/>
            <a:ext cx="337075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