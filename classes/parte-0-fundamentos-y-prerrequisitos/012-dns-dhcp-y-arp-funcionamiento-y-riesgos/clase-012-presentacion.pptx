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012 — DNS, DHCP y ARP: funcionamiento y riesgos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los tres protocolos de infraestructura que hacen funcionar cualquier red local e Internet: DNS (resolución de nombres), DHCP (asignación automática de direcciones) y ARP (mapeo entre IP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proceso de resolución DNS jerárquica y sus tipos de registro.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intercambio DHCP (DORA) y por qué su ausencia de autenticación habilita servidores rogue.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Detallar cómo ARP resuelve una MAC a partir de una IP dentro del segmento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los ataques ARP spoofing, DNS spoofing y DHCP rogue, y su relación con el MITM.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Observar y detectar estos ataques en el laboratorio con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defensas reales (DHCP snooping, DAI, DNSSEC) y justificar qué ataque frena cada una.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Resolución DNS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Tipos de registro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Caché y recursión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DHCP DORA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ARP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ARP spoofing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DNS/DHCP rogue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escribes example.com, tu máquina no sabe dónde está ese servidor; solo sabe hablar con números. DNS es el sistema distribuido y jerárquico que traduce nombres legibles en direcciones IP.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tipos de registro definen qué se pregunta: A (IPv4) y AAAA (IPv6) son los más consultados; CNAME crea un alias de un nombre a otro; MX indica el servidor de correo del dominio; NS delega la zona…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equipo que se conecta a una red no tiene IP, ni sabe cuál es su gateway ni su servidor DNS. DHCP resuelve la paradoja de comunicarse sin dirección mediante un intercambio de cuatro mensajes…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Dentro de un segmento Ethernet, los paquetes no se entregan por IP sino por dirección MAC. Cuando tu máquina quiere enviar algo a 10.10.10.1 y no conoce su MAC, emite una petición ARP en broadcast…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tres protocolos fallan por la misma razón histórica: nacieron en los años 80 para redes de confianza, donde todos los nodos eran amigos. Añadir seguridad después es siempre más difícil que…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DNS: sistema jerárquico y distribuido que traduce nombres a direcciones IP. Usa UDP/53 para consultas y TCP/53 para respuestas grandes y transferencias; sin DNSSEC, sus respuestas no están…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A / AAAA: mapea un nombre a una dirección IPv4 (A) o IPv6 (AAAA). Es el registro más consultado y el objetivo natural de una redirección maliciosa.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MX / NS / TXT: MX indica el servidor de correo del dominio, NS delega la zona a sus servidores autoritativos, y TXT guarda texto usado hoy para SPF, DKIM y verificaciones.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DHCP DORA: secuencia Discover, Offer, Request, Acknowledge que concede una IP. El cliente confía en el primer servidor que responde, lo que abre la puerta a un servidor rogue.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ARP: protocolo que resuelve una IP local a su MAC mediante broadcast. Carece de estado y de autenticación, así que cualquier nodo del segmento puede responder con datos falsos.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ARP spoofing: envío de respuestas ARP falsas para asociar la MAC del atacante a la IP de la víctima o del gateway. Es el habilitador clásico del man-in-the-middle en redes conmutadas.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DHCP rogue: servidor DHCP no autorizado que entrega configuración maliciosa (gateway y DNS controlados por el atacante) para interceptar el tráfico de las víctimas.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— Servicio que traduce nombres de dominio a direcciones 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Resolver — Servidor recursivo que resuelve consultas en nombre del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Autoritativo — Servidor que posee los datos oficiales de una zona DNS.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TTL (DNS) — Tiempo que una respuesta puede permanecer en caché.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A — Mapeo de nombre a dirección IPv4.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CNAME — Alias que apunta un nombre a otro nombre canónico.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Kali dispones de dig y nslookup para consultar DNS, arp e ip neigh para inspeccionar la caché ARP, y dhclient para renovar concesiones DHCP. Para las prácticas ofensivas de laboratorio usarás…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Consultas DNS. Observa la resolución jerárquica y distintos registros: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 la caché ARP de tu equipo y anotar la MAC legítima del gateway: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Observar DHCP. Captura mientras renuevas la concesión en la VM e identifica los cuatro mensajes DORA: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ARP spoofing controlado (solo laboratorio). Habilita el reenvío y envenena entre víctima y gateway: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el MITM. En la víctima, ip neigh mostrará ahora la MAC del atacante asociada a la IP del gateway. Captura su tráfico en Wireshark desde 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Detección. En la víctima, observa entradas ARP duplicadas o que cambian de MAC: esa inconsistencia es la firma del ataque.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paso a paso qué ocurre desde que escribes un dominio hasta que recibes su IP, nombrando cada servidor implicado.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un ejemplo de uso real de cada registro: A, MX, TXT, CNAME y 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cómo un servidor DHCP rogue puede convertirse en el gateway efectivo de las víctimas.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ARP es tan fácil de falsificar? ¿Qué propiedad de seguridad le falta al protocolo?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DHCP snooping y Dynamic ARP Inspection e indica qué ataque concreto frena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protege DNSSEC y qué no protege, y compáralo con lo que aportan DoH/DoT.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 método para detectar automáticamente ARP spoofing observando la caché ARP en el tiempo.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en tu laboratorio un ataque de ARP spoofing entre dos VMs y demuéstralo con evidencia: captura la tabla ARP de la víctima antes y después del ataque, y muestra en Wireshark tráfico de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tabla ARP de la víctima muestra la MAC del atacante asociada a la IP del gateway tras el ataque, y existe una captura que evidencia el tráfico interceptado. La sección de…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ARP spoofing corta la conexión de la víctima — No habilitaste ipforward. Actívalo para reenviar el tráfico y mantener el MITM transparente.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dig devuelve SERVFAIL — Resolver mal configurado o fallo de validación DNSSEC. Prueba otro servidor con @8.8.8.8.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víctima no cae en el spoofing — Tiene ARP estático o DAI activo. Es exactamente la defensa funcionando.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veo los cuatro mensajes DHCP — La concesión aún es válida. Fuérzalo con dhclient -r y renueva.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spoofing no redirige — La víctima usa DoH/DoT o tiene la respuesta en caché. Considera el cifrado del canal y el TTL.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caché ARP no muestra la MAC esperada — Aún no hubo tráfico hacia esa IP. Genera un ping para poblar la entrada.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estos protocolos no tienen autenticación? Se diseñaron en los años 80 para redes confiables. Añadir seguridad después (DNSSEC, DAI) es más difícil que haberla incluido de origen; es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¿DNS over HTTPS (DoH) lo resuelve todo? Añade confidencialidad e integridad del canal entre cliente y resolver, dificultando el spoofing y la vigilancia, pero no autentica la zona como DNSSEC ni…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¿ARP spoofing funciona en redes conmutadas modernas? Sí, porque explota la ausencia de autenticación del protocolo, no el medio físico. Las mitigaciones son a nivel de switch (DAI) y mediante…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un servidor DHCP rogue? Monitorizando ofertas DHCP inesperadas en la red y activando DHCP snooping en los switches, que solo confía en los puertos autorizados a servir DHCP.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1035 (Domain Names — Implementation and Specification) — &lt;https://www.rfc-editor.org/rfc/rfc1035&gt;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2131 (Dynamic Host Configuration Protocol) — &lt;https://www.rfc-editor.org/rfc/rfc2131&gt;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826 (Address Resolution Protocol) — &lt;https://www.rfc-editor.org/rfc/rfc826&gt;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4033 (DNS Security Introduction and Requirements) — &lt;https://www.rfc-editor.org/rfc/rfc4033&gt;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Cloudflare Learning: What is DNS? — &lt;https://www.cloudflare.com/learning/dns/what-is-dns/&gt;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1</a:t>
            </a:r>
          </a:p>
        </p:txBody>
      </p:sp>
      <p:pic>
        <p:nvPicPr>
          <p:cNvPr id="3" name="Picture 2" descr="a0c962c221ee75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23744"/>
            <a:ext cx="8229600" cy="24505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2</a:t>
            </a:r>
          </a:p>
        </p:txBody>
      </p:sp>
      <p:pic>
        <p:nvPicPr>
          <p:cNvPr id="3" name="Picture 2" descr="f085e1821eab81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1952"/>
            <a:ext cx="8229600" cy="36941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