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025 — Ética, legalidad, alcance y divulgación responsable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Interiorizar el marco legal y ético que separa a un profesional de seguridad de un delincuente informático. Al terminar sabrás qué es la autorización y por qué es innegociable, cómo se define y se…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la autorización explícita y por escrito es la línea que nunca se cruza.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Definir el alcance (scope) de un compromiso y justificar por qué salirse de él invalida la legalidad del test.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las categorías de conducta que penan las leyes de delitos informáticos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un proceso de divulgación coordinada de vulnerabilidades (CVD) paso a paso.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los elementos imprescindibles de unas reglas de compromiso (RoE) de pentesting.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Distinguir el hacking ético, el grey hat y el black hat por su relación con la autorización y la intención.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Autorización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Alcance (scope)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Reglas de compromiso (RoE)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Marco legal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Tipos de hacker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Divulgación responsable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Manejo de datos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seguridad ofensiva, la diferencia entre un profesional y un criminal no está en las herramientas ni en el conocimiento —son idénticos— sino en una sola cosa: la autorización. Un escaneo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autorización nunca es un cheque en blanco. El alcance (scope) delimita con precisión qué activos, rangos de red, aplicaciones y técnicas están permitidos, y —tan importante como lo anterior—…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reglas de compromiso (Rules of Engagement, RoE) son el documento que formaliza y da vida operativa a la autorización y el alcance. Unas RoE completas fijan al menos: el alcance detallado (activos…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leyes de delitos informáticos varían por país, pero suelen tipificar categorías comunes: el acceso no autorizado a sistemas o datos, la interceptación ilegítima de comunicaciones, y los daños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¿Qué haces cuando descubres una vulnerabilidad real, dentro o fuera de un compromiso? La respuesta profesional es la divulgación coordinada de vulnerabilidades (CVD), un proceso que equilibra el…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Autorización: permiso explícito, por escrito y otorgado por quien tiene potestad sobre el sistema, para probarlo. Sin ella, cualquier prueba es potencialmente delito, con independencia de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(scope): conjunto de activos, rangos, aplicaciones y técnicas permitidas —y explícitamente prohibidas— en un compromiso. Salir del alcance convierte un test autorizado en una acción ilegal…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Reglas de compromiso (RoE): documento que fija alcance, ventanas de tiempo, contactos, técnicas prohibidas, confidencialidad y manejo de datos. Protege legal y operativamente a ambas partes y nunca…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Divulgación coordinada (CVD): proceso de reportar una vulnerabilidad de forma privada al responsable y dar plazo para corregirla antes de publicarla. Equilibra la transparencia con el riesgo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Bug bounty: programa que autoriza y recompensa el reporte de fallos dentro de reglas publicadas. Constituye una autorización previa y acotada, válida solo mientras se respeten su alcance y sus…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Safe harbor: cláusula de un programa que protege legalmente al investigador que actúa de buena fe dentro de las reglas. No cubre las acciones que se salgan del alcance o las condiciones establecidas.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White / grey / black hat: categorías de hacker según autorización e intención. El white hat siempre tiene permiso y fin legítimo; el black hat carece de permiso y actúa con malicia; el grey hat opera…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— Permiso explícito y por escrito del propietario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Alcance (scope) — Activos y técnicas permitidos y prohibidos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RoE — Reglas de compromiso de un pentest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Pentest — Prueba de penetración autorizada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CVD — Divulgación coordinada de vulnerabilidades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0-day — Vulnerabilidad sin parche disponible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Esta clase es conceptual y documental, pero exige preparación real. Familiarízate con la ley de delitos informáticos de tu país (por ejemplo, en EE. UU. la Computer Fraud and Abuse Act, CFAA; en la…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tu jurisdicción. Localiza la ley de delitos informáticos aplicable donde vives y anota qué conductas tipifica (acceso no autorizado, interceptación, daños) y qué penas prevé.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 un caso. Toma el escenario "encontré una web con una vulnerabilidad evidente y la 'probé' sin permiso para confirmarla". Determina si es legal, por qué, y qué debió hacerse en su lugar.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un alcance. Redacta el scope de un pentest ficticio: rangos IP incluidos y excluidos, aplicaciones cubiertas, técnicas prohibidas (por ejemplo DoS o ingeniería social al personal) y ventana…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unas RoE mínimas. Escribe las reglas de compromiso: contactos de emergencia de ambas partes, protocolo ante el hallazgo de un dato sensible real, y manejo y destrucción de la información…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Simula una divulgación responsable. Redacta un informe de vulnerabilidad para un fabricante siguiendo CVD: descripción, impacto, pasos de reproducción y una propuesta de plazo de publicación.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un programa de bug bounty real. Extrae qué está en alcance, qué queda fuera y cómo está redactada su cláusula de safe harbor.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"tenía buena intención" no constituye una defensa legal frente a un acceso no autorizado.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seis elementos que no pueden faltar en unas RoE de pentest y justifica brevemente cada uno.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Da tres ejemplos de acciones que, aun con una autorización general, deberían estar explícitamente excluidas del alcance y explica por qué.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Describe el proceso de divulgación coordinada paso a paso, incluyendo qué hacer si el fabricante no responde en un plazo razonable.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Diferencia el hacking ético, el grey hat y el black hat con un ejemplo concreto de cada uno, señalando la variable que los separa.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una cláusula de "safe harbor" en un bug bounty, qué protege exactamente y qué queda fuera de su cobertura.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el protocolo que seguirías si durante un test autorizado descubres datos personales reales de terceros expuestos.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Elabora un paquete de autorización completo para un compromiso ficticio compuesto de cuatro documentos: (1) un documento de alcance con activos incluidos y excluidos; (2) unas reglas de compromiso…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un revisor puede determinar sin ambigüedad, a partir de tus documentos, si una acción concreta (por ejemplo, escanear una IP dada o lanzar un DoS) está autorizada o no. El…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"Es solo un escaneo, no hace daño" — Escanear sin permiso ya puede ser delito según la jurisdicción. Exige autorización siempre, incluso para reconocimiento.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Autorización verbal o informal — Insuficiente y arriesgada. Debe ser explícita, por escrito y con alcance claro, firmada por quien tiene potestad.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Salirse del alcance "porque encontré algo interesante" — Convierte un test legal en ilegal. Ante hallazgos fuera de scope, detente, documenta y consulta.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Publicar un 0-day sin avisar al fabricante — Irresponsable y a veces ilegal. Sigue un proceso CVD con plazos y reporte privado previo.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Guardar datos reales del cliente tras el test — Riesgo legal y ético. Define en las RoE el manejo, la retención mínima y la destrucción de la información.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Aceptar autorización de quien no tiene potestad — Puede no ser válida legalmente. Verifica que el firmante tiene autoridad sobre el sistema.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practicar en cualquier web "para aprender"? No. Practica solo en tu laboratorio, en plataformas diseñadas para ello (HackTheBox, TryHackMe, VulnHub, CTFs) o en programas de bug bounty que 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autorización de un empleado cualquiera basta? No necesariamente. Debe provenir de quien tiene potestad sobre el sistema —el propietario o un responsable con autoridad para consentir. Verifica…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hago si encuentro una vulnerabilidad grave por casualidad? No la explotes ni la difundas. Sigue la divulgación coordinada: contacta de forma privada al responsable, documenta con cuidado los…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¿Un bug bounty me protege legalmente? Solo dentro de su alcance y sus reglas (cláusula de "safe harbor"). En cuanto te sales de ellas —tocas un activo fuera de scope, usas una técnica prohibida 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esta clase es un prerrequisito de todo el programa? Porque todas las técnicas que aprenderás después son neutrales: legales con autorización, delictivas sin ella. Sin este marco, el…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29147 (divulgación de vulnerabilidades) — &lt;https://www.iso.org/standard/72311.html&gt;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ISO/IEC 30111 (gestión de vulnerabilidades) — &lt;https://www.iso.org/standard/69725.html&gt;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CISA Coordinated Vulnerability Disclosure Process — &lt;https://www.cisa.gov/coordinated-vulnerability-disclosure-process&gt;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EC-Council Code of Ethics — &lt;https://www.eccouncil.org/code-of-ethics/&gt;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FIRST Guidelines and Practices for Multi-Party Vulnerability Coordination — &lt;https://www.first.org/global/sigs/vulnerability-coordination/multiparty/guidelines-v1.1&gt;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783263b5e72e312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507" y="1097280"/>
            <a:ext cx="3862985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7cb69a475644a4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86330"/>
            <a:ext cx="8229600" cy="43254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