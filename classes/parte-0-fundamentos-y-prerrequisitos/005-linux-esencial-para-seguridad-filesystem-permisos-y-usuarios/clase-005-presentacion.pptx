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005 — Linux esencial para seguridad: filesystem, permisos y usuarios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el modelo de archivos, permisos y usuarios de Linux, que es la base sobre la que ocurren la mayoría de las escaladas de privilegios y de las medidas de hardening. Casi todo en Linux es un…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Navegar la jerarquía FHS y ubicar archivos clave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y modificar permisos en notación simbólica y octal.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usuarios, grupos y sus archivos de definición.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permisos especiales (SUID, SGID, sticky) y su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principio de mínimo privilegio en el filesystem.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vectores de escalada de privilegios basados en permisos mal configurados.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FHS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/etc/passwd y /etc/shadow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Permisos rwx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Notación octal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Usuarios y grupos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SUID/SGID/sticky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chmod, chown, umask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Filesystem Hierarchy Standard (FHS) es la convención que define para qué sirve cada directorio de nivel superior en Linux, y conocerlo convierte un sistema desconocido en territorio familiar.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usuario en Linux se identifica por un número, el UID, y pertenece a uno o varios grupos identificados por su GID. El usuario con UID 0 es root, el superusuario que ignora las comprobaciones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modelo de permisos clásico de Unix asigna a cada archivo tres permisos —r (lectura), w (escritura) y x (ejecución)— para tres categorías de sujetos: el propietario (user), el grupo propietario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 — En -rw-r--r--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Tipo — -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Propietario (user) — rw-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Grupo — r--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FHS (Filesystem Hierarchy Standard): convención que define el propósito de cada directorio (/etc configuración, /var/log logs, /home usuarios). Conocerla permite orientarse en cualquier sistema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/etc/passwd: archivo legible por todos con los datos de cada cuenta (nombre, UID, GID, home, shell). Ya no guarda contraseñas; sirve para resolver identidades de usuario.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/etc/shadow: archivo legible solo por root que almacena las contraseñas hasheadas y con sal. Es el objetivo de un atacante que quiera romper credenciales offline, de ahí sus permisos restrictivos.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UID y GID: identificadores numéricos de usuario y grupo. El UID 0 es root, el superusuario que ignora las comprobaciones de permisos rwx tradicionales.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Permisos rwx: lectura, escritura y ejecución para propietario, grupo y otros. Sobre un directorio cambian de sentido: x significa poder atravesarlo y w poder crear o borrar entradas dentro.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Notación octal: forma compacta de expresar permisos sumando r=4, w=2, x=1 por categoría (por ejemplo, 750). Es la más usada en administración y auditoría por su concisión.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umask: máscara que resta permisos a los archivos recién creados y define su exposición por defecto. Ajustarla es una medida de hardening de bajo coste.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FHS — Estándar que define el propósito de cada directorio en Linux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root — Superusuario (UID 0) que ignora los permisos tradicionales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UID / GID — Identificadores numéricos de usuario y grupo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rwx — Permisos de lectura, escritura y ejecución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Octal — Notación numérica de permisos (r=4, w=2, x=1)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/etc/passwd — Definición de cuentas, legible por todos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en tu VM Kali o en cualquier Linux del laboratorio construido en la Clase 004. Necesitas una terminal y una cuenta con sudo. Los comandos base son ls -l, chmod, chown, id, stat, find, umask y…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Explorar el FHS y observar los permisos de los archivos de cuentas: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 que shadow no es legible por usuarios normales.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permisos. Crea un archivo y examínalo: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Descompón la cadena -rw-r--r-- en propietario, grupo y otros.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Cambiar permisos en notación simbólica y octal: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Usuarios y grupos. Crea un usuario de prueba y revisa su identidad: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Comprobar tu umask y su efecto sobre un archivo nuevo: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Traduce a octal: rwxr-x---, rw-rw-r--, r--------, y de vuelta 700, 664, 600 a símbolos.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qué significa el permiso x en un directorio frente a en un archivo.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directorio compartido por un grupo donde los archivos nuevos hereden ese grupo automáticamente (pista: SGID).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directorio temporal donde cada usuario solo pueda borrar sus propios archivos (sticky bit) y verifícalo con dos cuentas.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por qué /etc/shadow tiene permisos 640 root:shadow y qué riesgo concreto introduciría dejarlo en 644.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find, localiza archivos con escritura para "otros" bajo /etc y explica por qué cada hallazgo sería un problema.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kernel ignora el bit SUID en scripts pero lo respeta en binarios compilados, y qué implica eso para la escalada.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una carpeta de proyecto compartida por un grupo equipo con estas propiedades: los miembros pueden crear y editar archivos, los archivos nuevos pertenecen automáticamente al grupo equipo,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ls -ld de la carpeta muestra los bits SGID y sticky activos; un segundo usuario del grupo puede crear un archivo que queda con grupo equipo, pero no puede borrar el archivo…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Permission denied al entrar a un directorio — Falta el bit x en el directorio. Añádelo con chmod +x sobre el directorio (no sobre los archivos).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chmod 777 "para que funcione" — Antipatrón peligroso: da control total a todos y elimina toda garantía. Usa el mínimo privilegio y grupos.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poder leer /etc/shadow como usuario normal — Es el comportamiento correcto: solo root o el grupo shadow. Usa sudo si tienes permiso legítimo.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SUID root en un script propio no eleva privilegios — El kernel ignora SUID en scripts por seguridad; solo aplica a binarios compilados.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Permisos rwx correctos pero acceso denegado — Puede haber una ACL restrictiva o un LSM (SELinux/AppArmor). Revisa getfacl y el módulo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archivo nuevo no hereda el grupo esperado — Falta el bit SGID en el directorio contenedor. Aplícalo con chmod g+s sobre la carpeta.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¿Octal o simbólico? Ambos. La octal es compacta para asignar un conjunto completo de permisos de una vez y para auditar de un vistazo; la simbólica es cómoda para añadir o quitar un solo bit sin…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los binarios SUID son peligrosos? Porque ejecutan con los privilegios de su propietario, a menudo root. Si un SUID root tiene un fallo o permite ejecutar comandos arbitrarios, un usuario…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¿root puede saltarse los permisos? Sí, root ignora los permisos rwx tradicionales. Por eso limitar el uso de root y controlar las vías de escalada de privilegios es central en la seguridad de Linux.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¿Las ACLs sustituyen a rwx? No, lo complementan. rwx sigue siendo la base; las ACLs añaden entradas por usuario o grupo específico cuando el modelo de tres categorías se queda corto.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¿Dónde miro primero tras un posible compromiso? En /var/log (especialmente auth.log), en las cuentas de /etc/passwd con UID 0 inesperados, en tareas programadas de /etc/cron y en binarios SUID…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Michael Kerrisk, The Linux Programming Interface (capítulos de archivos y permisos).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 1 chmod, man 5 passwd, man 5 shadow, man 1 setfacl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Filesystem Hierarchy Standard — &lt;https://refspecs.linuxfoundation.org/fhs.shtml&gt;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GTFOBins — &lt;https://gtfobins.github.io/&gt;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1311fb81f552da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822960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