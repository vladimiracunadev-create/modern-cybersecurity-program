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024 — Arquitectura de computadores: CPU, registros y memoria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funciona una CPU a bajo nivel: sus registros, la pila de llamadas, el ciclo de ejecución de instrucciones y el ensamblador básico que da vida a todo programa. Este conocimiento es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registros clave de x86-64 y la función de cada uno, en especial RIP, RSP y RBP.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ciclo fetch-decode-execute que ejecuta cada instrucción.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el uso de la pila durante una llamada a función, incluyendo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ensamblador básico (mov, push, pop, call, ret) y relacionarlo con código 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Conectar estos conceptos con las vulnerabilidades de memoria y sus mitigaciones (ASLR, NX/DEP, canarios).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endianness al escribir direcciones al inspeccionar memoria.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CPU y ciclo de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Registros x86-64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La pila (stack)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Convención de llamada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Ensamblador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Endianness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Del C al ensamblador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su núcleo, una CPU hace una sola cosa repetida a miles de millones de veces por segundo: ejecutar el ciclo fetch-decode-execute. En la fase de fetch, la CPU lee de memoria la instrucción a la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registros son pequeñas celdas de almacenamiento dentro de la propia CPU, órdenes de magnitud más rápidas que la RAM. En x86-64 hay un conjunto de registros de propósito general de 64 bits (RAX…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pila (stack) es una región de memoria que funciona como estructura LIFO (last-in, first-out) y que, en x86-64, crece hacia direcciones más bajas. Es donde el programa guarda las variables locales…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hay que leerlo de abajo arriba, porque ese es el sentido en el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desbordamiento: el buffer vive en la zona baja del marco, y al pasarse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tamaño avanza primero sobre el RBP guardado y solo después sobre la dirección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retorno. Esa distancia —cuántos bytes hay entre el inicio del buffer y la dirección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celda de almacenamiento interna de la CPU, extremadamente rápida. Las instrucciones operan sobre registros; RIP apunta a la siguiente instrucción, así que controlarlo equivale a controlar…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(instruction pointer): registro que contiene la dirección de la próxima instrucción a ejecutar. Es el objetivo final de un exploit de secuestro de flujo: quien controla RIP controla qué ejecuta…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/ RBP: puntero de pila (cima) y puntero de marco (base de la función actual). Delimitan el marco de la función y son centrales en el análisis y la explotación de overflows de pila.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Pila (stack): estructura de memoria LIFO que en x86 crece hacia direcciones bajas. Almacena la dirección de retorno, el marco anterior y las variables locales, lo que la convierte en objetivo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/ ret: call apila la dirección de retorno y salta a la función; ret desapila esa dirección a RIP. Sobrescribir la dirección de retorno antes del ret es el mecanismo del stack overflow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Convención de llamada System V: contrato que pasa los primeros seis argumentos enteros en RDI, RSI, RDX, RCX, R8 y R9, y devuelve en RAX. Saber esto permite leer un desensamblado e identificar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Endianness: orden de los bytes de un valor multibyte en memoria; x86-64 es little-endian (byte menos significativo primero). Debe respetarse al escribir direcciones en un exploit o al interpretar un…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CPU — Unidad de procesamiento que ejecuta instrucciones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— Almacenamiento interno rapidísimo de la CPU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— Puntero a la siguiente instrucción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— Puntero a la cima de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RBP — Puntero a la base del marco actual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RAX — Registro que suele contener el valor de retorno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Linux/Kali usaremos gcc para compilar, objdump y readelf para inspeccionar binarios y gdb como depurador, idealmente potenciado con GEF o pwndbg para una vista más rica de registros y pila. Puedes…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siempre en tu VM de laboratorio. Un programa en C sencillo basta para compilar, desensamblar y depurar. Para estudiar direcciones estables durante el aprendizaje puedes desactivar ASLR en el…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Compilar y desensamblar. Crea suma.c con una función suma(a, b) llamada desde main, compílala sin optimizar y desensámblala: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prólogo (push rbp, mov rbp, rsp), las operaciones y el 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en gdb. Detente al entrar en la función y observa los argumentos: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que los argumentos llegan en RDI y RSI según System 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la pila. En el breakpoint, examina la memoria de la pila y localiza la dirección de retorno guardada: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Seguir call/ret. Ejecuta instrucción a instrucción con stepi y observa cómo ret restaura RIP tomando el valor desde la pila.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Endianness. Escribe un entero conocido en memoria y examínalo byte a byte para comprobar el orden little-endian.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seis registros de x86-64 y describe la función de cada uno, destacando el papel de RIP, RSP y RBP.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guarda la pila cuando se llama a una función y en qué orden se colocan la dirección de retorno, el RBP guardado y las variables locales.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una función sencilla y anota a qué construcción del código C corresponde cada instrucción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little-endian la secuencia de bytes de la dirección 0x00401136 tal como aparecería en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paso a paso cómo un overflow de un buffer en la pila puede alterar RIP y desviar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protege cada mitigación —ASLR, NX/DEP y los canarios de pila— y contra qué parte concreta del ataque actúa.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un desensamblado la convención System V: señala en qué registros llegan el primer y el segundo argumento de una función.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programa en C con una función que reciba argumentos y realice un cálculo. Compílalo con -O0 -g, desensámblalo y, con gdb, produce un "mapa" anotado que muestre: los registros que contienen…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mapa identifica correctamente los registros de argumentos según la convención System V, señala la dirección de retorno en el volcado de la pila (x/gx $rsp) y explica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desensamblado no se parece al C — El compilador optimizó. Compila con -O0 para obtener una traducción 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no muestra símbolos ni nombres — Falta información de depuración. Compila con -g.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direcciones cambian en cada ejecución — ASLR está activo. Para estudiar direcciones estables, desactívalo en el lab (setarch -R) con cuidado.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el orden de los bytes — x86 es little-endian; escribe e interpreta las direcciones byte a byte al revés.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sintaxis del ASM resulta confusa — Estás viendo AT&amp;T. Usa -M intel en objdump y set disassembly-flavor intel en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encontrar la dirección de retorno en la pila — Estás mirando el offset equivocado respecto a RBP/RSP. Repasa el layout del marco tras el prólogo.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experto en ensamblador? No para esta clase. Basta con reconocer patrones (el prólogo y el epílogo de una función, call/ret) y saber leer registros y la pila. La maestría se construye…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x86-64 y no ARM? Porque x86-64 domina el escritorio y el servidor, y la mayor parte de la literatura de exploiting parte de él. Los conceptos —registros, pila, convención de llamada…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RIP y por qué es tan importante? Es el puntero de instrucción: contiene la dirección de lo que la CPU ejecutará a continuación. Todo el control-flow hijacking consiste en lograr que RIP…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¿Estas mitigaciones (ASLR, DEP) hacen imposible el exploiting? Lo dificultan mucho, pero no lo impiden. Existen técnicas para eludirlas: ROP reutiliza código ya presente y ejecutable para sortear…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Jon Erickson, Hacking: The Art of Exploitation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64 and IA-32 Architectures Software Developer's Manual — &lt;https://www.intel.com/sdm&gt;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V AMD64 ABI — &lt;https://gitlab.com/x86-psABIs/x86-64-ABI&gt;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GEF (GDB Enhanced Features) — &lt;https://hugsy.github.io/gef/&gt;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objdump, man 1 gdb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fc65cc2a5e2729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360" y="1097280"/>
            <a:ext cx="35592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9f9ad2d6d3713a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0306"/>
            <a:ext cx="8229600" cy="4577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