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017 — Python para seguridad: manipulación de paquetes con Scapy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Construir, enviar, capturar y diseccionar paquetes de red a bajo nivel con Scapy, controlando cada campo de cada cabecera en lugar de depender de lo que el sistema operativo decida por ti. Al…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Forjar paquetes especificando cada capa (Ether, IP, TCP, UDP, ICMP) con el operador 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Enviar y recibir paquetes con send, sr, sr1 y srp, distinguiendo capa 2 de capa 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Esnifar tráfico en vivo y aplicar filtros BPF para reducir el ruido.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un SYN scan half-open y un descubrimiento de hosts por ARP e ICMP.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Diseccionar las respuestas para inferir el estado de un puerto y la presencia de un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con Wireshark que los paquetes forjados salen exactamente como los diseñaste.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capas en Scapy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Construcción de paquetes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Envío y recepción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Sniffing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Filtros BPF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SYN scan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ARP e ICMP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idea central de Scapy es que un paquete es una pila de capas y que apilarlas es tan sencillo como dividir con el operador /. Cuando escribes IP(dst="10.10.10.6")/TCP(dport=22, flags="S"), no estás…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Fíjate en qué capa es la más externa, porque de eso depende la función de envío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toca usar: si construyes desde Ether() estás fabricando la trama entera y se envía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sendp() a nivel 2; si empiezas en IP() dejas que el kernel resuelva la capa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enlace y se envía con send(). Confundir ambas es el error más frecuente 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empezar con Scapy.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Scapy ofrece una familia de funciones de envío cuya diferencia es sutil pero importante, y confundirlas es la causa más común de "no me responde nada". La distinción tiene dos ejes: si esperas…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Scapy: librería de Python para forjar, enviar, capturar y diseccionar paquetes de red. Su rasgo distintivo es apilar capas con el operador / (IP()/TCP()) y rellenar automáticamente los campos que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 (layer): cada nivel del paquete (Ether, IP, TCP, UDP, ICMP) modelado como un objeto Python con sus campos. Se accede a una capa concreta con pkt[TCP] y se comprueba su presencia con haslayer().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sr1(): envía un paquete de capa 3 y devuelve únicamente la primera respuesta. Es la elección natural para sondas puntuales como un ping o el sondeo de un solo puerto.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sr(): envía en capa 3 y devuelve dos conjuntos, respondidos y no respondidos. Útil para escanear muchos puertos u hosts de una vez.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srp(): equivalente a sr pero en capa 2 (Ethernet), imprescindible para ARP porque necesitas forjar la trama con la MAC de broadcast.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Filtro BPF: expresión de filtrado (tcp port 80, icmp) que el kernel aplica en captura para entregarte solo el tráfico relevante y ahorrar procesamiento.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SYN scan (half-open): técnica que envía un SYN y clasifica el puerto según la respuesta (SYN-ACK = abierto, RST = cerrado, silencio = filtrado), abortando con RST sin completar el handshake.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Scapy — Librería Python de forja y análisis de paquetes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 — Nivel del paquete (Ether/IP/TCP/UDP/ICMP) como objeto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Operador / — Apila una capa dentro de otra en Scapy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send — Envía paquetes de capa 3 sin esperar respuesta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sr1 — Envía capa 3 y devuelve la primera respuesta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srp — Envía/recibe en capa 2 (Ethernet), necesario para ARP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Scapy en tu entorno virtual de Kali: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siempre en la red interna del laboratorio, con la NIC de la VM en modo host-only o red interna para no tocar redes reales. Ten Wireshark abierto en paralelo, filtrando por la interfaz…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Forjar y ver un paquete: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Ping propio con sr1: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Descubrimiento ARP en la subred (capa 2):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SYN scan a mano de un puerto, cerrando limpiamente con RST: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Sniffing con filtro BPF: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en Wireshark que tus SYN forjados aparecen con los flags correctos y que ves el patrón SYN → SYN-ACK → RST en los puertos abiertos.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el ping para variar el TTL (por ejemplo de 1 a 10) y reconstruye un traceroute manual observando de qué salto llega el ICMP Time Exceeded.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escáner que recorra una lista de puertos con SYN scan y clasifique cada uno como abierto, cerrado o filtrado.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descubrimiento de hosts que combine ARP (para la LAN) e ICMP (para hosts remotos) y explica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20 paquetes con sniff y extrae con Scapy la lista de IPs origen únicas.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Forja un paquete UDP a un puerto DNS cerrado y analiza la respuesta ICMP Port Unreachable si la hay.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Asegúrate de enviar siempre el RST tras un SYN-ACK y verifica en Wireshark que no dejas conexiones a medias.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scapyscan.py, un escáner SYN con Scapy que reciba un objetivo y una lista de puertos, clasifique cada puerto como abierto, cerrado o filtrado según la respuesta, cierre con RST los 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clasificador coincide con nmap -sS sobre los mismos puertos de tu VM víctima (abierto/cerrado/filtrado); en Wireshark se observa el patrón SYN → SYN-ACK → RST para los…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PermissionError / no envía nada — Scapy necesita root para raw sockets. Ejecuta con sudo.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Interfaz equivocada — Scapy usa la ruta por defecto. Especifica iface= si tienes varias NIC.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sr1 devuelve None siempre — Timeout demasiado corto o host filtrado. Sube el timeout y verifica conectividad con un ping.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paquetes no aparecen en Wireshark — Filtro mal escrito o interfaz incorrecta. Ajusta el filtro y la NIC en Wireshark.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SYN scan deja conexiones a medias — No enviaste el RST. Cierra tú la conexión tras recibir el SYN-ACK.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Comparación de flags que nunca cuadra — Comparas el objeto flags como cadena. Compara con el entero (r[TCP].flags == 0x12) o con "SA".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¿Para qué usar Scapy si existe nmap? Scapy da control total del paquete: puedes forjar cabeceras arbitrarias, probar comportamientos anómalos y construir herramientas a medida que nmap no cubre. 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necesita root? Enviar paquetes forjados requiere raw sockets, una operación privilegiada porque permite fabricar tráfico arbitrario. Esa misma potencia obliga a usarlo con responsabilidad.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¿Scapy sirve para defensa? Sí: prototipar detecciones, generar tráfico de prueba controlado para validar un IDS, o analizar capturas guardadas. No es una herramienta solo ofensiva.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hacer sniffing sin modo promiscuo? Verás tu propio tráfico, pero para capturar el de otros hosts en una LAN conmutada necesitarías port mirroring o un MITM (y la autorización…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Scapy, documentación oficial — &lt;https://scapy.readthedocs.io/&gt;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Seitz &amp; Arnold, Black Hat Python (2ª ed.), capítulo sobre Scapy.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Nmap, Port Scanning Techniques (SYN scan) — &lt;https://nmap.org/book/synscan.html&gt;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826, Address Resolution Protocol (ARP) — &lt;https://www.rfc-editor.org/rfc/rfc826&gt;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792, Internet Control Message Protocol (ICMP) — &lt;https://www.rfc-editor.org/rfc/rfc792&gt;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BPF filter syntax (sintaxis de los filtros de captura que acepta sniff) — &lt;https://biot.com/capstats/bpf.html&gt;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a0bb653335dd7f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668" y="1097280"/>
            <a:ext cx="450466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3172bd7d6db32e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4791"/>
            <a:ext cx="8229600" cy="41084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