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018 — Git y control de versiones para profesionales de seguridad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Git con soltura para versionar herramientas, notas y hallazgos, colaborar en equipo y, sobre todo, evitar filtrar secretos en el historial, uno de los errores de seguridad más comunes y más…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flujo básico de Git: init, add, commit, log y diff, entendiendo el área de staging.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 con ramas, fusiones y resolución manual de conflictos.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Sincronizar con repositorios remotos mediante clone, push y pull.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Prevenir la fuga de secretos con .gitignore y buenas prácticas de higiene.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repositorio en busca de secretos en todo su historial con herramientas dedicadas.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procedimiento correcto de remediación cuando un secreto ya fue empujado.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Git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Área de staging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Flujo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Ramas y merge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Conflictos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Remotos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.gitignore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intuición equivocada más extendida es pensar que Git guarda las diferencias entre versiones. No: Git guarda snapshots completos del árbol de ficheros en cada commit, referenciados por un hash…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organiza tu trabajo en tres zonas, y entenderlas evita la mayor parte de la confusión de un principiante. El directorio de trabajo son tus ficheros tal como los ves y editas. El área de staging…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rama en Git no es una copia de los ficheros sino un simple puntero móvil a un commit; crear una rama es tan barato como escribir 41 bytes en un fichero. Eso hace que ramificar sea la operación…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remoto es una copia del repositorio en otra máquina (GitHub, GitLab, un servidor propio) con la que sincronizas mediante push y pull. Git es distribuido: cada clone es una copia completa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prevención empieza con .gitignore, un fichero que lista patrones de rutas que Git no debe rastrear (.env, .pem, .key, venv/). Es la primera línea de defensa, aunque tiene un matiz: .gitignore solo…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Fíjate en que rotar va primero: reescribir el historial es lento y no garantiza nada si alguien ya clonó el repo, mientras que rotar la clave la vuelve inútil de inmediato aunque el atacante la tenga.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Commit: instantánea completa del proyecto en un momento dado, identificada por un hash único e inmutable. Git guarda snapshots, no diferencias, y cada commit apunta a su padre formando la cadena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Área de staging (índice): zona intermedia donde preparas qué cambios entrarán en el próximo commit. git add la llena y git diff --cached te deja revisarla antes de confirmar, un hábito clave para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Rama (branch): puntero móvil y ligero a un commit. Aísla líneas de trabajo sin afectar a main, lo que permite experimentar con exploits o cambios arriesgados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Merge: integración de una rama en otra. Es automática si las ramas tocaron líneas distintas y produce un conflicto si ambas modificaron la misma línea, que hay que resolver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.gitignore: fichero con patrones de rutas que Git no debe rastrear. Es la primera defensa contra subir secretos y artefactos, pero solo afecta a ficheros aún no rastreados.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Historial inmutable: cada commit es un objeto direccionado por contenido; reescribir el pasado (rebase, filter-repo) cambia los hashes. Un secreto ya empujado no desaparece por eliminarlo en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Remoto: copia del repositorio en otra máquina con la que sincronizas por push/pull. Como Git es distribuido, cada clon incluye todo el historial, lo que agrava cualquier fuga.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Commit — Snapshot inmutable del proyecto con hash único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SHA — Identificador de contenido de un objeto Git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Staging (índice) — Zona intermedia de cambios preparados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add — Mueve cambios al área de staging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Rama — Puntero móvil a un commit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main — Rama principal por convención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Git y configúralo con tu identidad: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escaneo de secretos, instala gitleaks (&lt;https://github.com/gitleaks/gitleaks&gt;). Opcionalmente, crea una cuenta en GitHub o GitLab para practicar los remotos. Importante: no ejecutes los…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 repo de práctica (fuera del repo del curso):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básico y revisión del staging: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Ramas y conflicto controlado. Crea una rama, edita la misma línea del README en ambas ramas y fuerza un conflicto al fusionar; resuélvelo editando los marcadores y confirmando.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.gitignore con patrones típicos de secretos y artefactos: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Simular una fuga. Crea un fichero secreto.env con una clave falsa, añádelo por error y haz commit. Comprueba que aparece en git log -p.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con gitleaks: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cómo detecta el secreto plantado en el historial.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Crea, cambia entre y fusiona tres ramas, documentando cada paso con git log --graph --oneline.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y resuelve un conflicto de merge en un fichero con dos ediciones incompatibles.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.gitignore completo para un proyecto Python de seguridad (entornos, claves, artefactos, cachés).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git log, git diff y git blame para investigar quién y cuándo cambió una línea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gitleaks sobre un repo con un secreto plantado y explica con tus palabras el hallazgo que reporta.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eliminar un secreto del historial con git filter-repo o BFG, y argumenta por qué además hay que rotar la credencial.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repositorio de práctica, simula la fuga de un secreto (clave ficticia) en un commit, detéctalo con gitleaks, y documenta el procedimiento correcto de remediación: rotación de la credencial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gitleaks detecta el secreto plantado en el historial; tu .gitignore incluye el patrón que lo habría bloqueado; y tu documento explica por qué "borrar el fichero en un commit…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ya empujado a un remoto — Rota la credencial de inmediato; reescribir el historial no basta si alguien ya lo clonó.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.gitignore no ignora un fichero — Ya estaba rastreado. Ejecuta git rm --cached fichero y vuelve a confirmar.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Conflicto de merge sin resolver — Edita los marcadores &lt;&lt;&lt;&lt;&lt;&lt;&lt;, =======, &gt;&gt;&gt;&gt;&gt;&gt;&gt;, haz git add y confirma.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detached HEAD — Hiciste checkout a un commit, no a una rama. Crea una rama desde ahí con git switch -c.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Push rechazado (non-fast-forward) — El remoto avanzó. Haz git pull --rebase, resuelve y vuelve a empujar.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sigue detectando tras borrar — El secreto persiste en commits anteriores. Reescribe el historial y rota la clave.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grave subir un secreto a Git? Porque el historial es distribuido y persistente: cualquiera que clone el repo se lleva el secreto, y hay bots que escanean GitHub en segundos.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¿git rm borra un secreto del historial? No: git rm lo quita del árbol actual, pero sigue presente en los commits anteriores. Hay que reescribir el historial (git filter-repo o BFG) y, antes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ramas si trabajo solo? No es obligatorio, pero las ramas te dejan experimentar con algo peligroso (un exploit, una refactorización) sin ensuciar main. Es buena higiene y prácticamente…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pasar gitleaks en cada commit? Sí: integrarlo como pre-commit hook evita las fugas antes de que ocurran. La prevención es mucho más barata que la remediación, que implica rotar credenciales y…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Chacon &amp; Straub, Pro Git (libro gratuito) — &lt;https://git-scm.com/book&gt;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— &lt;https://github.com/gitleaks/gitleaks&gt;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GitHub, Removing sensitive data from a repository — &lt;https://docs.github.com/authentication/keeping-your-account-and-data-secure/removing-sensitive-data-from-a-repository&gt;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Secrets Management Cheat Sheet — &lt;https://cheatsheetseries.owasp.org/cheatsheets/SecretsManagementCheatSheet.html&gt;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800-63B, gestión de credenciales (referencia sobre rotación) — &lt;https://pages.nist.gov/800-63-3/sp800-63b.html&gt;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8efac8b5c2dd33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8229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210eb4d17723e7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83864"/>
            <a:ext cx="82296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3</a:t>
            </a:r>
          </a:p>
        </p:txBody>
      </p:sp>
      <p:pic>
        <p:nvPicPr>
          <p:cNvPr id="3" name="Picture 2" descr="f75d60b0af7fd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947" y="1097280"/>
            <a:ext cx="653010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