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020 — Sistemas de numeración y encoding: binario, hex, base64 y URL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se representan y transforman los datos a bajo nivel, la base para leer volcados hexadecimales, decodificar payloads, ofuscar y desofuscar cargas y trabajar con protocolos. Al terminar…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entre binario, decimal, octal y hexadecimal con soltura.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relación entre ASCII, Unicode y UTF-8, y la diferencia entre bytes y 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Codificar y decodificar en Base64, hexadecimal y URL/percent encoding.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con criterio codificación, cifrado y hashing.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payloads codificados y en capas dentro de un contexto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heurísticamente el tipo de codificación de una cadena desconocida.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Bases numéricas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Conversión entre bases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ASCII, Unicode y UTF-8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Hex dump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Base64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URL/percent encoding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Encoding vs. cifrado vs. hash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mismo número puede escribirse en distintas bases sin cambiar su valor: 255 en decimal es 11111111 en binario y FF en hexadecimal. El binario es como piensa la máquina (bits), pero es incómodo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Decimal — Binario (nibble)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0 — 0000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0101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10 — 1010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15 — 1111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255 — 1111 1111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Hexadecimal: sistema en base 16 (0-9, A-F). Cada dígito representa exactamente 4 bits (un nibble), por lo que un byte son dos dígitos hex. Se prefija con 0x y domina en seguridad por su…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Nibble: grupo de 4 bits, la mitad de un byte, que se corresponde con un único dígito hexadecimal. Es la unidad que hace del hex una notación tan cómoda.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ASCII: mapeo original de caracteres a números de 7 bits (la A es 65). Cubre el inglés y es la base sobre la que se construyó Unicode; en UTF-8 los caracteres ASCII ocupan un solo byte idéntico.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Unicode y UTF-8: Unicode es el catálogo abstracto de code points de casi todos los idiomas; UTF-8 es la codificación que los traduce a secuencias de 1 a 4 bytes. Distinguir el carácter (abstracto)…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Base64: codificación que representa cada 3 bytes como 4 caracteres imprimibles de un alfabeto de 64 símbolos, con = de relleno. No cifra: es reversible por cualquiera y aumenta el tamaño en torno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URL/percent encoding: sustitución de caracteres reservados por %XX (su valor hex). %20 es espacio; se usa legítimamente en URLs y también para evadir filtros y WAFs en inyecciones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Codificación: transformación reversible sin secreto, para transporte o compatibilidad. No aporta confidencialidad porque cualquiera la revierte; confundirla con cifrado es un error de seguridad…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Bit — Dígito binario, 0 o 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Byte — Grupo de 8 bits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Nibble — Grupo de 4 bits = un dígito hex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 — Sistema de numeración (2, 8, 10, 16)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Hexadecimal — Base 16 (0-9, A-F), prefijo 0x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ASCII — Mapeo de caracteres a 7 bits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Trabajarás con xxd y hexdump para volcados hex, con base64 para codificar y decodificar, con Python (base64, binascii, urllib.parse) para automatizar, y con CyberChef…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Conversión de bases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Hex dump de una cadena, relacionando cada byte con su carácter ASCII: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Base64 ida y vuelta, comprobando que es trivialmente reversible: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URL encoding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encodings. En CyberChef, toma un texto, aplícale Base64 y después URL-encode; luego construye la receta inversa para revertirlo. Así ves cómo se pelan los payloads en capas.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hashing. Calcula el SHA-256 de admin y comprueba que no puedes recuperar admin a partir de él, a diferencia de lo que ocurre con Base64: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a mano 192 y 168 a binario y a hexadecimal; verifica el resultado con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una cabecera HTTP Authorization: Basic ... (Base64) y explica por qué transmitirla sin TLS es un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si 5f4dcc3b5aa765d61d8327deb882cf99 es un hash o una codificación, y de qué tipo, razonando por su longitud y su alfabeto.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payload XSS y aplícale por separado URL encoding y HTML entity encoding; explica para qué sirve cada uno en un ataque y en una defensa.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función que detecte heurísticamente si una cadena parece Base64, hex o URL-encoded, y justifica cada regla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una cadena con doble Base64 y documenta cada capa que vas revelando.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decoder.py, una utilidad que reciba una cadena e intente detectar y decodificar automáticamente su capa externa (Base64, hex o percent encoding), aplicándolo de forma recursiva hasta obtener…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sobre una cadena con dos capas (por ejemplo el URL-encode de un Base64), la herramienta revela el texto original indicando ambas capas en orden; ante un SHA-256 responde que…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Llamar "cifrado" a Base64 — Base64 es codificación reversible sin clave; no da confidencialidad. Corrige el concepto.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Base64 no decodifica (padding) — Faltan los = de relleno. Ajusta el padding o usa la variante URL-safe.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Caracteres raros al decodificar — Confundes bytes con texto. Trabaja en bytes y decodifica con la codificación de caracteres correcta.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Intentar "revertir" un hash — Los hashes no se revierten; a lo sumo se comparan o se atacan por diccionario/fuerza bruta.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URL encode/decode inconsistente — + frente a %20 según el contexto (form-urlencoded vs. path). Usa la función adecuada a cada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tipo equivocada — Una cadena hex también es Base64 válida. Aplica reglas por longitud, alfabeto y padding en orden.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¿Base64 aporta algo de seguridad? No en términos de confidencialidad: cualquiera lo decodifica sin clave. Solo sirve para transportar binario por canales de texto. Nunca lo uses para "proteger"…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los atacantes codifican los payloads? Para evadir filtros, WAFs o detección por firma. Encontrar una cadena Base64, hex o URL-encoded en un log suele merecer decodificarla y analizar qué…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¿Hashing es lo mismo que cifrado? No. El cifrado es reversible con clave y busca confidencialidad; el hash es unidireccional y busca integridad. Lo vemos a fondo en la Clase 021.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CyberChef? Una "navaja suiza" web para encadenar operaciones de codificación, cifrado y análisis en "recetas". Es ideal para desofuscar payloads en capas paso a paso y verificar tus propias…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4648, The Base16, Base32, and Base64 Data Encodings — &lt;https://www.rfc-editor.org/rfc/rfc4648&gt;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3986, Uniform Resource Identifier (URI): Generic Syntax — &lt;https://www.rfc-editor.org/rfc/rfc3986&gt;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Unicode Standard (Unicode Consortium) — &lt;https://home.unicode.org/&gt;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CyberChef (GCHQ) — &lt;https://gchq.github.io/CyberChef/&gt;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Python, documentación de base64 — &lt;https://docs.python.org/3/library/base64.html&gt;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4900514355d19f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0128"/>
            <a:ext cx="8229600" cy="8778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b28de8b876918d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532" y="1097280"/>
            <a:ext cx="3474936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