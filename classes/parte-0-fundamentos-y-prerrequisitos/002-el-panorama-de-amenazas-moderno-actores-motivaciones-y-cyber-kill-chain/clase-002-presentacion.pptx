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002 — El panorama de amenazas moderno: actores, motivaciones y Cyber Kill Chain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quién ataca, por qué lo hace y cómo se estructura un ataque dirigido de principio a fin. La defensa eficaz no reacciona a golpes aislados: anticipa el comportamiento del adversario y decide…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actores de amenaza por tipo, capacidad y motivación.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siete fases de la Cyber Kill Chain de Lockheed Martin.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controles defensivos en cada fase de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amenaza oportunista de amenaza persistente avanzada (APT).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informes de threat intelligence con vocabulario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indicadores de compromiso (IoC) de tácticas, técnicas y procedimientos (TTP) y su distinta caducidad.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Motivaciones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Cyber Kill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Ransomware moderno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Insider threat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Threat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todos los adversarios son iguales, y tratarlos como si lo fueran lleva a gastar mal el presupuesto de defensa. Conviene situar a cada actor en dos ejes independientes: su capacidad (recursos…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Lockheed Martin propuso en 2011 un modelo que describe un intrusion dirigido como una cadena de siete fases encadenadas, la Cyber Kill Chain. Su valor no es descriptivo sino operativo: si un ataque…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Conviene tomar la cadena como guía, no como dogma. Los ataques modernos iteran, saltan fases y a veces empiezan comprando un acceso ya existente a un initial access broker, saltándose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ransomware dejó de ser un programa que cifra archivos para convertirse en un ecosistema económico. El modelo RaaS (Ransomware as a Service) separa a quien desarrolla el malware de quien 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consumir threat intelligence es capital distinguir dos niveles de información. Un IoC (indicador de compromiso) es una evidencia concreta y atómica: un hash de un fichero malicioso, una dirección…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poder combinado de la Kill Chain y la distinción IoC/TTP es que permite asignar cada control defensivo a la fase donde actúa. La tabla siguiente ilustra el mapeo, que después construirás tú mismo…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de la Kill Chain — Señal observable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Actor de amenaza: entidad (persona o grupo) capaz de causar daño. Se caracteriza por su capacidad, sus recursos y su motivación, tres factores que deben evaluarse por separado para dimensionar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APT (Advanced Persistent Threat): adversario sofisticado y persistente, normalmente estatal o de crimen organizado de alto nivel. Su rasgo distintivo es que prioriza el sigilo y la permanencia…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 Kill Chain: modelo de siete fases (reconocimiento, armamento, entrega, explotación, instalación, C2 y acciones sobre objetivos). Su utilidad es que romper una sola fase frustra el ataque…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Reconocimiento: fase inicial en la que el atacante recopila información sobre la víctima (OSINT, escaneos) para preparar el ataque. Reducir la exposición pública encarece esta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Mando y control (C2): canal por el que un implante recibe órdenes de la infraestructura del atacante. Cortar la salida de red es uno de los controles más efectivos contra esta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evidencia concreta y atómica de un ataque (hash, IP, dominio). Es fácil de bloquear pero también trivial de rotar por el atacante, por lo que caduca rápido.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(Tácticas, Técnicas y Procedimientos): descripción de cómo opera un adversario. Es más estable que los IoC y constituye la base de la caza de amenazas y de una detección duradera.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APT — Advanced Persistent Threat: adversario sofisticado, persistente y con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Kill Chain — Modelo de 7 fases de un ataque dirigido de Lockheed Martin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/ C&amp;C — Command and Control: canal de órdenes entre implante y atacante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— Indicator of Compromise: evidencia atómica de un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— Tácticas, Técnicas y Procedimientos: comportamiento del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RaaS — Ransomware as a Service: modelo de alquiler del malware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fuentes reales de threat intelligence: la matriz de MITRE ATT&amp;CK (&lt;https://attack.mitre.org&gt;), el catálogo CISA KEV de vulnerabilidades explotadas activamente…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incidente público bien documentado (por ejemplo, un caso de ransomware o de compromiso de la cadena de suministro descrito en un aviso de CISA).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Kill Chain: para cada una de las 7 fases, escribe qué hizo el atacante en ese incidente. Si falta información, márcalo explícitamente como "desconocido" en lugar de inventarlo.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del actor: clasifica al adversario por tipo, motivación probable y nivel de recursos, y sitúalo en los dos ejes (capacidad y motivación). Justifica con evidencia del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por fase: junto a cada fase, escribe un control defensivo que la habría cortado (filtrado de correo en "entrega", EDR en "instalación", bloqueo de salida en "C2").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vs. TTP: extrae del informe 3 IoC y 3 TTP. Razona cuáles caducan antes y por qué, situándolos en la pirámide del dolor.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con ATT&amp;CK: identifica al menos 3 técnicas de MITRE ATT&amp;CK presentes en el incidente y anota sus IDs (formato Txxxx), verificándolos contra el sitio oficial.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de menor a mayor sofisticación: hacktivista, script kiddie, APT estatal, insider malicioso, y justifica el orden con los dos ejes.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romper la cadena en la fase de entrega es más barato que hacerlo en "acciones sobre objetivos".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IoC y uno de TTP para una campaña de phishing, y sitúalos en la pirámide del dolor.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Contrasta la motivación de un grupo de ransomware con la de una APT estatal: ¿qué objetivos persiguen y cómo cambia eso su comportamiento?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grupo APT documentado en ATT&amp;CK y resume sus TTP principales con al menos dos IDs de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tabla de detección propia: fase de la Kill Chain → señal observable → herramienta que la capta.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un programa que solo bloquea IoC queda desactualizado en horas y qué añadirías para una defensa duradera.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informe de una página tipo threat profile sobre un actor o campaña real: incluye clasificación del actor en los dos ejes, mapeo completo de la Kill Chain, al menos 5 técnicas ATT&amp;CK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técnica citada existe en la matriz oficial de ATT&amp;CK con su ID verificable contra attack.mitre.org, y cada fase de la Kill Chain tiene al menos un control defensivo…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"APT" a cualquier ataque — APT implica persistencia y recursos altos; la mayoría de ataques son oportunistas. Reserva el término para lo que lo merece.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Bloquear solo IoC y sentirse seguro — Los IoC rotan en horas; caza también por TTP y comportamiento, más arriba en la pirámide del dolor.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la Kill Chain como lineal e inviolable — Los ataques modernos iteran, saltan fases y compran accesos; úsala como guía, no como dogma.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insider threat — No todo ataque viene de fuera; los controles internos y la segregación de funciones importan tanto como el perímetro.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motivación con capacidad — Un actor muy motivado puede ser poco capaz y viceversa; evalúa ambos ejes por separado.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Pagar el rescate confiando en recuperar todo — La doble extorsión mantiene la amenaza aunque descifres; la prevención y los backups probados son la única salida fiable.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Kill Chain de Lockheed sigue vigente frente a ATT&amp;CK? Sí, son complementarias: la Kill Chain aporta la vista macro por fases y ATT&amp;CK detalla las técnicas concretas dentro de cada fase. Se usan…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ransomware es tan común hoy? Porque el modelo RaaS bajó la barrera de entrada al alquilar el malware, y la doble extorsión (cifrar más filtrar) aumentó la presión de pago incluso sobre…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threat intelligence es solo para grandes empresas? No. Incluso una pyme puede consumir feeds gratuitos como CISA KEV u OTX para priorizar parches sobre lo que de verdad se está explotando,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insider siempre es malicioso? No: muchos incidentes internos son negligentes (un clic en phishing, una mala configuración), no intencionados. Ambos casos requieren control, y la mayoría de las…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gano distinguiendo IoC de TTP en la práctica? Ganas durabilidad en la detección: bloquear un TTP obliga al atacante a rediseñar su forma de operar, mientras que bloquear un IoC solo le cuesta…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Lockheed Martin, Cyber Kill Chain — &lt;https://www.lockheedmartin.com/en-us/capabilities/cyber/cyber-kill-chain.html&gt;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Known Exploited Vulnerabilities Catalog — &lt;https://www.cisa.gov/known-exploited-vulnerabilities-catalog&gt;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Verizon Data Breach Investigations Report (DBIR) — &lt;https://www.verizon.com/business/resources/reports/dbir/&gt;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Threat Landscape — &lt;https://www.enisa.europa.eu/topics/cyber-threats/threats-and-trends&gt;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e6c290e0030d4c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ae8a05867d1352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6160"/>
            <a:ext cx="822960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