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271 — Seguridad de Bluetooth, BLE y radio IoT de corto alcance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periférico Bluetooth Low Energy propio desde el anuncio hasta la autorización de aplicación, usando un teléfono, BlueZ o una placa de desarrollo como instrumentos controlados. La clase…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Bluetooth Classic y BLE por arquitectura, no solo por nombre comercial.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advertising, conexión, pairing, bonding, seguridad de enlace, GATT y autorización de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y configurar un adaptador, placa de desarrollo o sniffer compatible, registrando firmware y limitaciones.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anuncios y una sesión de un periférico propio con herramientas oficiales.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direcciones públicas/aleatorias, RSSI, servicios, permisos y datos cifrados sin atribución excesiva.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que una característica sensible rechaza accesos no autenticados/no autorizados.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Classic vs 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Advertising y privacidad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Pairing, bonding y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GATT y autorización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Instrumentación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Telemetría y defensa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Zigbee y Thread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Bluetooth Classic y BLE comparten banda y una marca, pero tienen enlaces, perfiles y uso energético distintos. BLE organiza el descubrimiento mediante anuncios, establece conexiones sobre canales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BLE, el descubrimiento revela lo que el periférico decide anunciar: dirección, nombre opcional, UUIDs, fabricante y RSSI aproximado. La dirección puede ser pública, aleatoria estática o privada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dos controles que suelen mezclarse. El cifrado de enlace protege el transporte; la autorización decide si esa central puede ejecutar una operación. Un dispositivo puede tener…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Pairing negocia claves y propiedades de seguridad. Bonding guarda material para reconectar más tarde. «Just Works», entrada de passkey, comparación numérica y OOB ofrecen distintas garantías frente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seguridad de enlace no corrige una aplicación que envía secretos en advertising, usa comandos sin autorización o acepta firmware no firmado. Tampoco evita que presencia y patrones temporales sean…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Posición — Ejemplo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Host/central — BlueZ btmon, HCI del teléfono/PC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Central/periférico: roles de conexión BLE; no equivalen necesariamente a cliente/servidor GATT.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Advertising: tramas para descubrimiento y datos sin conexión.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GATT: modelo de atributos organizado en servicios y características.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ATT: protocolo de acceso a atributos que GATT utiliza.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Pairing: establecimiento de seguridad/claves; bonding conserva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LTK/IRK: claves usadas para cifrado de enlace y resolución de identidad privada.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HCI: interfaz entre host y controlador Bluetooth.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UUID — Identificador de servicio/característica; estándar o propietario.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Notification — Actualización GATT sin confirmación ATT.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Indication — Actualización GATT que requiere confirmación.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RPA — Dirección privada resoluble que rota y puede resolverse con IRK.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 Address — Valor que identifica una conexión BLE en la capa de enlace.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Connection interval — Periodicidad negociada de eventos de conexión.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vincula una operación GATT con estado de seguridad y decisión de aplicación, documenta la posición de captura, reconoce paquetes perdidos/cifrados y demuestra que un…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Banco mínimo: periférico BLE educativo o app de ejemplo sobre placa propia; central en Linux/teléfono de prueba; Wireshark; BlueZ. Captura aérea opcional: placa compatible con nRF Sniffer y firmware…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salida contiene identificadores de terceros que estén al alcance; minimiza, filtra y elimina lo incidental. No publiques direcciones, nombres ni payloads sin necesidad y base legal.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 anuncio a autorización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Objetivo. Verificar que una característica sensible de un periférico de práctica solo acepta escritura tras el estado de seguridad y autorización definidos.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Prerrequisitos. Clases 025 y 266; periférico/firmware propios; datos sintéticos; snapshot/configuración de restauración.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Topología. Periférico educativo ↔ central Linux/teléfono; nRF Sniffer opcional entre ambos; backend local simulado sin Internet.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firmware, UUIDs esperadas, método de pairing y matriz de acceso. Borra bonds previos en ambos extremos.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advertising durante 60 segundos. Anota dirección/tipo, intervalos aproximados, UUIDs y datos visibles. Decide si algo sensible sobra.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 descubrir y leer la característica pública sin pairing. Registra respuesta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enlace cifrado puede seguir permitiendo una acción no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captura HCI, nRF Sniffer y PTI de una placa.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de acceso GATT para estado sin pairing, bond nuevo, bond revocado y rol inválido.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falsos positivos de una alerta por direcciones BLE cambiantes.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añade Thread sobre IEEE 802.15.4 y por qué no equivale a Zigbee.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restauración que elimine bonds en los dos extremos y preserve evidencia separada.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PCAPNG/HCI, inventario, matriz de estados, evidencia del rechazo y éxito legítimo, análisis de privacidad del advertising, revocación y restauración.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posición de captura está declarada; los filtros usan campos reales de Wireshark; no se confunde descubrimiento con autorización; el caso revocado queda bloqueado después de…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— Por qué falla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«Descubrí el servicio, tengo acceso» — GATT discovery no concede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«No está en PCAP, no ocurrió» — el sniffer puede perder conexión/saltos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RSSI como metros — depende de entorno/antena/potencia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Compartir PCAP con claves — expone sesiones y privacidad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BLE, Zigbee y Thread como variantes — comparten banda/radio, no pila completa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Borrar bond en un solo extremo — deja estados inconsistentes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 sniffer puede leer toda conexión BLE cifrada? No. Debe captar la sesión y disponer del material/contexto compatible; aun así puede perder paquetes.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¿Flipper Zero es un sniffer BLE completo? No debe asumirse. Las capacidades dependen de la aplicación y firmware; para captura aérea reproducible se usa una herramienta documentada para seguir…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¿Thread reemplaza WiFi? No. Es una red IPv6 de baja potencia sobre 802.15.4 que se integra mediante border routers y sirve a otros perfiles de 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¿Cerrar commissioning basta? Reduce altas no autorizadas, pero deben mantenerse autorización, actualización firmada, revocación y monitoreo.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Bluetooth SIG, Core Specification — arquitectura, enlace, seguridad y GATT/ATT.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Nordic Semiconductor, nRF Sniffer for Bluetooth LE — hardware compatible, Wireshark, claves y límites de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Wireshark, campos reales btle y captura Bluetooth — esquemas y posiciones de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BlueZ, bluetoothctl y btmon — administración/captura HCI en Linux; opciones dependen de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Thread Group, Overview — IPv6 sobre IEEE 802.15.4, seguridad y bajo consumo.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Silicon Labs, Network Analyzer — PTI, timestamps, RSSI/LQI, CRC y trazas por nodo para Zigbee/Thread.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NIST, IR 8259A — identificación, configuración, protección de datos, actualización y estado de ciberseguridad de IoT.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3ce4a7cd1554d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72" y="1097280"/>
            <a:ext cx="781465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