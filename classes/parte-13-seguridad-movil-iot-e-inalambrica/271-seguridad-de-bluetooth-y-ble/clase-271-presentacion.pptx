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271 — Seguridad de Bluetooth y BLE</a:t>
            </a:r>
          </a:p>
          <a:p>
            <a:r>
              <a:rPr sz="1600">
                <a:solidFill>
                  <a:srgbClr val="2E8B57"/>
                </a:solidFill>
              </a:rPr>
              <a:t>parte 13 seguridad movil iot e inalambrica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Auditar dispositivos Bluetooth Low Energy (BLE), el protocolo inalámbrico dominante en wearables, cerraduras, sensores y gadgets IoT. El alumno entenderá la pila BLE (GAP/GATT), los modos de…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pila BLE: roles GAP, servicios y características GATT, y advertising.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Escanear y enumerar dispositivos y sus servicios/características.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los modos de emparejamiento (Just Works, Passkey, OOB) y sus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y escribir características de un dispositivo propio con gatttool/nRF Connect.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tráfico BLE con un sniffer y analizarlo en Wireshark.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controles ausentes (falta de cifrado, autorización en el cliente).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Pila BLE y roles GAP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GATT: servicios y características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Advertising y descubrimiento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Emparejamiento y cifrado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Enumeración con gatttool/nRF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Sniffing con nRF/Ubertooth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Replay y manipulación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Bluetooth Classic y BLE comparten familia, pero difieren en perfiles y uso. En BLE, advertising anuncia presencia y datos; una conexión descubre servicios y características GATT; seguridad de enlace…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«Just Works» puede ser apropiado cuando no existe interfaz, pero no autentica suficientemente frente a MITM en todos los escenarios. Numeric Comparison y passkey dependen de capacidades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direcciones privadas reducen seguimiento, aunque payload, ritmo, nombre y comportamiento pueden seguir correlacionando. Capturar tráfico de una conexión propia exige registrar versión, método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cerradura usa enlace BLE cifrado, pero acepta el mismo comando de apertura después de conectar cualquier teléfono emparejado. Falta autorización por usuario y frescura a nivel de aplicación. Se…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Advertising — Emisión BLE para descubrimiento y datos breves.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GATT — Modelo de servicios, características y operaciones 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Pairing — Proceso que establece parámetros y claves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Bonding — Conservación de claves para conexiones futuras.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Dirección privada — Dirección que rota para reducir seguimiento, con límites.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BLE cuando separa descubrimiento, enlace y autorización, identifica el método de pairing, prueba solo periféricos propios y propone protección contextual para una característica…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GAP (Generic Access Profile): define roles (central/periférico) y el advertising. Característica: controla descubrimiento y conexión.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GATT (Generic Attribute Profile): organiza datos en servicios y características con handles y UUID. Característica: es la superficie funcional del dispositivo.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Característica (characteristic): valor con propiedades (read/write/notify). Característica: leerla/escribirla puede cambiar el estado del dispositivo.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 Works: emparejamiento sin autenticación de usuario. Característica: vulnerable a MITM; muy común en IoT barato.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nRF Connect / nRF52840 dongle: app y hardware para escanear, interactuar y sniffear BLE. Característica: accesibles y bien documentados.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(módulo BLE): framework que enumera y manipula dispositivos BLE. Característica: automatiza recon y escritura de características.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Adaptador BLE (interno o dongle CSR/nRF), nRF52840 dongle o Ubertooth One para sniffing.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BlueZ (bluetoothctl, gatttool, hcitool), bettercap, nRF Connect (móvil/desktop), Wireshark.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con bluetoothctl scan on o bettercap ble.recon on y localiza tu dispositivo BLE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GATT: con gatttool o nRF Connect lista servicios y características, anotando handles, UUID y propiedades (read/write/notify).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 valores: lee características legibles y correlaciona con el estado del dispositivo (p. ej. nivel de batería).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valores: en tu dispositivo propio, escribe una característica de control y observa el efecto (encender/apagar, cambiar color).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 notificaciones: suscríbete a una característica notify y captura los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Sniff: con el nRF52840/Ubertooth captura una conexión y ábrela en Wireshark; comprueba si el enlace está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Replay: si el dispositivo acepta comandos sin autenticación, reproduce una escritura capturada para demostrar el impacto.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todos los servicios y características de un dispositivo BLE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qué característica controla una función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Cambia el estado del dispositivo escribiendo una característica.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tráfico BLE y determina si el emparejamiento usa Just Works.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Suscríbete a notificaciones y registra tres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debilidades del dispositivo (falta de cifrado/autorización).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 dispositivo BLE propio (p. ej. una bombilla o candado de juguete) y demuestra control no autenticado: identifica la característica de control y modifícala para cambiar su estado sin usar la…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aparece en el escaneo — No está en modo advertising; despiértalo o acércalo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gatttool no conecta — La app oficial lo tiene conectado; ciérrala y reintenta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Escritura sin efecto — Handle equivocado o requiere formato/valor concreto; revisa propiedades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Sniffer no captura la conexión — Perdió el evento de conexión; reinicia el sniffer antes de conectar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Tráfico ilegible en Wireshark — Enlace cifrado; necesitas la LTK o capturar el emparejamiento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interceptar cualquier tráfico 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si capturas el emparejamiento o el enlace no está cifrado. Con Just Works y sin cifrado adicional, el tráfico suele ser legible; con emparejamiento seguro necesitas la clave.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tantos dispositivos BLE son inseguros?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Algunos productos usan Just Works y confían demasiado en que solo la app oficial actuará como cliente. Si una característica sensible carece además de permisos de enlace y autorización de aplicación…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¿Sirve un dongle barato para empezar?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escanear e interactuar sí. Para sniffear conexiones necesitas hardware específico como el nRF52840 o Ubertooth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Bluetooth SIG — especificación Core y GATT: &lt;https://www.bluetooth.com/specifications/&gt;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Nordic nRF Connect: &lt;https://www.nordicsemi.com/Products/Development-tools/nrf-connect-for-desktop&gt;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BLE: &lt;https://www.bettercap.org/modules/ble/&gt;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Practical IoT Hacking, caps. de BLE — Chantzis et 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baf9762b6ded7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53512"/>
            <a:ext cx="8229600" cy="1591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