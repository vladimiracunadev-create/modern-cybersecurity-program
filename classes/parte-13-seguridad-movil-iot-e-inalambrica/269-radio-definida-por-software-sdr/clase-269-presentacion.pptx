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269 — Radio definida por software (SDR) e investigación de interferencias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un receptor o transceptor SDR convierte una porción del espectro en muestras digitales, cómo configurar y administrar el banco, y cómo interpretar señales sin confundir recepción…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frecuencia central, ancho de banda, tasa de muestreo, ganancia, I/Q, modulación y demodulación.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receptor SDR, transceptor, analizador de espectro y equipo calibrado de medición.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HackRF One o un receptor compatible para recepción dentro de límites documentados.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Administrar firmware, host, antenas, atenuación, almacenamiento y restauración del equipo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una grabación SigMF/IQ conocida y justificar frecuencia, tiempo y confianza de la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captura, acceso al contenido, transmisión, repetición, suplantación y jamming.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Cadena RF–IQ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Hardware y accesorios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Configuración y calibración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Recepción y demodulación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Transmisión y regulación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Interferencia y jamming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Telemetría y atribución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antena convierte energía electromagnética en una señal eléctrica. El frente RF filtra, amplifica y mezcla una banda alrededor de una frecuencia central. El convertidor entrega pares I/Q: 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tasa de muestreo limita el ancho de banda observable y también el volumen de datos. Más ganancia no significa «más alcance» sin costo: amplifica señal y ruido y puede saturar. Una línea en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impide un salto frecuente: ver energía no equivale a entender un protocolo; capturar tramas no concede claves; conocer claves no autoriza interceptar comunicaciones. Cada transición…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documentación estable de HackRF One lo define como transceptor half-duplex de 1 MHz a 6 GHz, con muestras I/Q de 8 bits y tasas documentadas de 2 a 20 Msps. Half-duplex significa que transmite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RTL-SDR típico es receptor y cubre un rango distinto según sintonizador; resulta más barato y reduce el riesgo de transmisión accidental. Un analizador de espectro dedicado puede aportar rango…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el dispositivo de laboratorio implica: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Registrar modelo, número de serie, revisión, versión de firmware y versión de hackrf-tools/GNU Radio.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SDR: radio donde funciones como filtrado/demodulación se implementan en software alrededor de hardware 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I/Q: componentes ortogonales de una señal compleja muestreada.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Frecuencia central: punto alrededor del cual el receptor captura una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muestreo: muestras por segundo; condiciona banda observable y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Ganancia: amplificación; demasiado alta satura y crea conclusiones falsas.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Cascada: espectro apilado en el tiempo; permite correlacionar duración y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Half-duplex: operación alternada de recepción o transmisión.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FFT — Transformación que aproxima contenido por frecuencia en una ventana.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SNR — Relación entre señal y ruido bajo condiciones definidas.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Saturación — Entrada excede rango y distorsiona la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Frecuencia imagen — Respuesta no deseada que puede parecer señal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PPM — Error relativo de frecuencia del reloj.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LNA — Amplificador de bajo ruido; no corrige saturación previa.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conserva metadatos y originales, distingue artefacto de señal mediante controles, no extrapola contenido desde energía, construye diagnóstico diferencial y propone…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Ruta con recepción física: HackRF One o receptor SDR compatible; antena de banda; atenuador/filtro cuando proceda; portátil aislado; hackrf-tools, GNU Radio, Universal Radio Hacker o inspectores…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comando produce muestras crudas de 8 bits intercaladas según hackrftransfer; frecuencia, tasa, ganancia y duración deben quedar en el manifiesto. Una frecuencia de ejemplo no concede permiso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Ruta sin hardware: dataset SigMF del instructor con tres escenarios: señal propia limpia, artefacto de saturación y periodo de degradación sintética. Se evalúan lectura de espectro, metadatos…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Investigación sin emisiones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Clasificar un incidente de disponibilidad usando grabaciones y logs, sin transmitir.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Topología. Archivos IQ/SigMF → estación offline de análisis; CSV de AP y clientes → cuaderno de tiempo; registro de switch/servicio → línea de base. Todos los datos son sintéticos o de un banco…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 los archivos como solo lectura, calcula SHA-256 y revisa metadatos: hora UTC, frecuencia, tasa, formato, ganancia y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espectro y cascada con los mismos parámetros para línea base e incidente. No normalices cada imagen de forma independiente sin anotarlo, porque esconderías diferencias de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inicio/fin de cada anomalía, ancho de banda aparente y si se mueve o permanece. Busca clipping o simetrías compatibles con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Une por tiempo con canal, ruido reportado, retransmisiones, desconexiones, CPU/reinicios de AP y estado del enlace cableado.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caudal aproximado de una captura HackRF a 20 Msps con I/Q de 8 bits por componente y explica el impacto en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ver una portadora fuerte no demuestra jamming.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HackRF One, RTL-SDR y analizador de espectro para una investigación de 915 MHz.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tres controles para distinguir saturación del receptor de una señal externa.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qué puede inferirse de una captura cifrada y qué requeriría claves/autorización 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informe de escalamiento para SUBTEL sin atribuir intención.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caso integrado de degradación inalámbrica y entrega timeline, espectrogramas comparables, tabla de hipótesis, decisión de continuidad, evidencia preservada y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distingue recepción/transmisión/repetición/suplantación/interferencia; identifica al menos un artefacto del receptor; no propone adquirir ni operar inhibidores; y…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— Consecuencia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Aumentar ganancia hasta «ver algo» — saturación e imágenes falsas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analizador calibrado a un SDR — medición de potencia no defendible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captura con contenido legible — ignora cifrado y protocolo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Ensayar jamming «a baja potencia» — riesgo legal y afectación externa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Atribuir intención desde RSSI/ruido — muchas causas producen el mismo síntoma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Omitir tasa/formato I/Q — archivo difícil o imposible de reproducir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¿HackRF One puede recibir y transmitir a la vez? No; la documentación lo especifica como transceptor half-duplex.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¿Puedo repetir una señal capturada? Técnicamente depende del protocolo y hardware; legalmente y éticamente requiere autorización y condiciones de espectro. Esta clase no lo practica.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 Flipper Zero reemplaza HackRF? No. Su módulo sub-GHz y protocolos integrados cubren casos concretos; HackRF expone muestras de una banda mucho más amplia con otra resolución y flujo. Véase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autorización corporativa permite usar un jammer? No. El permiso sobre activos no sustituye la ley del espectro ni las prohibiciones específicas.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Great Scott Gadgets, HackRF One — rango, half-duplex, tasa, resolución e interfaces del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Great Scott Gadgets, HackRF tools — sintaxis oficial de inventario y recepción/transmisión.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GNU Radio, sitio y documentación oficial — procesamiento reproducible de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SigMF, Specification — metadatos y portabilidad de grabaciones.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SUBTEL, Resolución Exenta 1985 y modificaciones — equipos de alcance reducido, bandas y condiciones; debe comprobarse la versión vigente antes de emitir.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Biblioteca del Congreso Nacional, Ley 18.168, General de Telecomunicaciones — artículo 36 B, interferencia/interceptación y prohibición de dispositivos; texto vigente a la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Biblioteca del Congreso Nacional, Plan General de Uso del Espectro Radioeléctrico, Decreto 15 — definición de interferencia perjudicial y atribución de bandas.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88d77740788f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3565"/>
            <a:ext cx="8229600" cy="930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