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264 — Pentest de aplicaciones iOS</a:t>
            </a:r>
          </a:p>
          <a:p>
            <a:r>
              <a:rPr sz="1600">
                <a:solidFill>
                  <a:srgbClr val="2E8B57"/>
                </a:solidFill>
              </a:rPr>
              <a:t>parte 13 seguridad movil iot e inalambrica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Realizar una evaluación de seguridad de una app iOS sobre un dispositivo con jailbreak: descifrar y analizar el IPA, inspeccionar el almacenamiento y el Keychain, interceptar tráfico TLS evadiendo…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Descifrar el binario Mach-O de una app propia con frida-ios-dump.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estáticamente el IPA (Info.plist, entitlements, cadenas, class-dump).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Inspeccionar el almacenamiento local y el Keychain con objection.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Interceptar tráfico TLS instalando un CA propio y evadiendo pinning.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Evadir detección de jailbreak en runtime con Frida.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Reportar hallazgos mapeados a OWASP MASVS con evidencia.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Preparación del dispositivo jailbroken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Descifrado del IPA (FairPlay)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Análisis estático de Mach-O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Almacenamiento y Keychain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Interceptación TLS y pinning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Detección de jailbreak y bypass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Reporte MASVS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evaluación iOS combina revisión de IPA propia o autorizada, configuración, almacenamiento, comunicaciones, autenticación, IPC y lógica de negocio. Un dispositivo con jailbreak facilita inspección…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Info.plist y los entitlements muestran esquemas, dominios asociados, transport security, grupos y capacidades. Strings y símbolos orientan la revisión, pero Swift y optimización dificultan…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red se usan cuentas de laboratorio y backend incluido en alcance. Instrumentar pinning permite observar el protocolo, no autoriza atacar endpoints de terceros. La autorización se prueba con…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app registra un esquema que recibe monto y beneficiario. Otra app de laboratorio puede invocarlo, pero la operación exige sesión y confirmación contextual; no hay transferencia automática. El…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útil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IPA — Paquete distribuible que contiene bundle y binarios de una app 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Jailbreak — Modificación que amplía acceso; altera el modelo del dispositivo de prueba.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Info.plist — Configuración declarativa del bundle y varias superficies.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Universal link — Enlace web asociado criptográficamente con una aplicación y dominio.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Snapshot — Imagen de interfaz que puede persistir al pasar a segundo plano.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Hay dominio cuando el alumno declara supuestos del dispositivo, vincula evidencia de bundle, datos, red y runtime con una propiedad, evita atacar terceros y produce un retest reproducible.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frida-ios-dump: herramienta que vuelca el binario descifrado desde memoria en un dispositivo con jailbreak. Característica: sortea el cifrado FairPlay para permitir 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Info.plist: manifiesto de la app con configuración, permisos de privacidad y ATS. Característica: revela endpoints y excepciones de seguridad de transporte.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App Transport Security (ATS): política que exige HTTPS moderno; sus excepciones (NSAllowsArbitraryLoads) debilitan la comunicación. Característica: hallazgo común de MASVS-NETWORK.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objection: wrapper de Frida con comandos iOS (ios keychain dump, ios sslpinning disable, ios jailbreak disable). Característica: automatiza tareas típicas.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Cycript/Frida: instrumentación en runtime para hookear métodos Objective-C/Swift. Característica: permite modificar el comportamiento en vivo.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Data Protection class: clase de accesibilidad de un ítem del Keychain. Característica: determina si un dato es legible con el dispositivo bloqueado.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Burp Suite/mitmproxy con su CA instalado como perfil de confianza en 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class-dump, Hopper/Ghidra, plutil para inspeccionar plists.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 la app vulnerable propia (DVIA-v2) en el dispositivo jailbroken.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Descifra el binario: ejecuta python3 dump.py DVIA-v2 y obtén el IPA descifrado.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estáticamente: descomprime el IPA; revisa Info.plist con plutil -p, extrae entitlements (codesign -d --entitlements :-) y vuelca clases con class-dump.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Busca secretos: strings &lt;binario&gt; | grep -iE "http://|apikey|secret|token".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Inspecciona almacenamiento: con objection, env para localizar directorios, luego revisa Documents/, Library/Preferences/.plist y bases SQLite.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Vuelca el Keychain: objection -g &lt;app&gt; explore → ios keychain dump y anota clases de accesibilidad.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Intercepta TLS: configura proxy y CA; si hay pinning, ejecuta ios sslpinning disable. Verifica el tráfico en Burp.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Descifra una app propia y confirma con otool -l que la sección LCENCRYPTIONINFO quedó a 0.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Localiza en el Info.plist cualquier excepción ATS y evalúa su riesgo.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Vuelca el Keychain de una app y clasifica cada ítem por su clase de protección.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script Frida que hookee un método de detección de jailbreak y lo neutralice.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el tráfico antes y después de evadir el pinning.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tus hallazgos a MASVS-STORAGE, MASVS-NETWORK y MASVS-RESILIENCE.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Completa un pentest de una app iOS vulnerable y entrega evidencia de tres hallazgos de distinta categoría. Criterio de aceptación: demuestras interceptación exitosa del tráfico HTTPS tras evadir el…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dump.py falla al conectar — frida-server no corre en el dispositivo o versión distinta; alinea versiones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class-dump devuelve poco — App en Swift; usa Frida/Ghidra en su lugar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Burp sin tráfico — CA no confiado o pinning; confía el perfil y evade pinning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App se cierra al abrir — Jailbreak detection; usa objection para desactivarla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codesign no muestra entitlements — Binario cifrado; descífralo primero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hay que descifrar el binario antes de analizarlo?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Las apps de App Store se distribuyen con cifrado FairPlay; el RE estático solo es útil sobre el binario descifrado que se vuelca desde memoria.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 más difícil hookear Swift que Objective-C?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Sí: Swift no expone metadatos de runtime tan ricos como Objective-C, por lo que class-dump aporta menos y suele recurrirse a Frida y análisis del binario.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hacer el pentest en el simulador de Xcode?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Parcialmente: el simulador usa binarios x86/arm no cifrados y facilita ciertas pruebas, pero no reproduce el Secure Enclave ni el comportamiento real del hardware.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MASTG — iOS testing: &lt;https://mas.owasp.org/MASTG/&gt;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frida-ios-dump: &lt;https://github.com/AloneMonkey/frida-ios-dump&gt;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DVIA-v2: &lt;https://github.com/prateek147/DVIA-v2&gt;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The Mobile Application Hacker's Handbook, caps. de análisis iOS.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b599508ee086711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534156"/>
            <a:ext cx="8229600" cy="4297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