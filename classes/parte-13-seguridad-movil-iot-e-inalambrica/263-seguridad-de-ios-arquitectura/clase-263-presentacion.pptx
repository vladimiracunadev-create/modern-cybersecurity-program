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263 — Seguridad de iOS: arquitectura</a:t>
            </a:r>
          </a:p>
          <a:p>
            <a:r>
              <a:rPr sz="1600">
                <a:solidFill>
                  <a:srgbClr val="2E8B57"/>
                </a:solidFill>
              </a:rPr>
              <a:t>parte 13 seguridad movil iot e inalambrica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Entender la arquitectura de seguridad de iOS —una de las más cerradas y robustas del mercado— para razonar sobre qué defiende y por qué el pentest de iOS difiere tanto del de Android. Cubriremos la…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Describir la cadena de arranque seguro (Boot ROM → iBoot → kernel) y su rol de confianza.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la función del Secure Enclave (SEP) y del coprocesador criptográfico.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Analizar el modelo de Data Protection por clases y su relación con el passcode.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Comparar el Keychain de iOS con el almacenamiento de una app.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Justificar por qué el pentest de iOS suele requerir un dispositivo con jailbreak.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las mitigaciones de explotación (ASLR, PAC, code signing) del sistema.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Cadena de arranque seguro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Secure Enclave (SEP)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Data Protection por clases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Sandbox y entitlements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Code signing y FairPlay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Keychain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Jailbreak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iOS verifica una cadena de componentes al iniciar y exige firma para el código ejecutable. En runtime, la sandbox restringe archivos y servicios; los entitlements conceden capacidades específicas…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Data Protection asocia clases de archivo con el estado de bloqueo y las claves del dispositivo. Keychain almacena elementos con políticas de accesibilidad y, cuando corresponde, control de acceso.…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Los grupos de acceso, extensiones y esquemas URL crean comunicación intencional entre componentes. Universal links incorporan asociación con dominios; un esquema personalizado puede ser reclamado por…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token se guarda en Keychain con una clase apropiada, pero la respuesta completa de login termina en un log y en una copia de preferencias. La fortaleza del Keychain no cubre duplicados. El equipo…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 operativo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útil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Entitlement — Capacidad firmada que autoriza acceso a determinados servicios.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Sandbox — Restricción del proceso a su contenedor e interfaces permitidas.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Data Protection class — Política que liga acceso a archivos con claves y estado del dispositivo.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Keychain — Almacén de credenciales con clases de accesibilidad y controles.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Team ID — Identidad del equipo firmante usada en controles de plataforma.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alumno domina la arquitectura si explica qué demuestra cada capa, selecciona una clase de protección según uso, rastrea datos duplicados y analiza una comunicación entre apps sin asumir que firma…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Secure Enclave (SEP): subsistema aislado que protege determinadas claves y operaciones y participa en autenticación y Data Protection. Característica: las claves configuradas para permanecer allí se…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Data Protection: cifrado de archivos por clases (Complete, CompleteUntilFirstUserAuthentication, None). Característica: las claves se derivan del passcode y del UID de hardware.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Entitlements: permisos declarados y firmados que autorizan capacidades (Keychain groups, push, etc.). Característica: no se pueden falsificar sin romper la firma.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Code signing: todo binario ejecutable debe estar firmado por un certificado de confianza de Apple. Característica: impide ejecutar código no firmado sin jailbreak.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Keychain: base de datos cifrada del sistema para credenciales, respaldada por el SEP. Característica: accesible por clases de protección similares a Data Protection.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Jailbreak: explotación que desactiva code signing y el sandbox para ejecutar código arbitrario. Característica: imprescindible para muchos análisis dinámicos.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Dispositivo iOS propio compatible con jailbreak (para laboratorio) o corellium/simulador para análisis limitado.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checkra1n/palera1n (jailbreaks basados en el bug de Boot ROM checkm8, hardware antiguo) — solo en dispositivo propio.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frida, objection, Cydia/Sileo con OpenSSH para acceso por SSH.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class-dump, Hopper/Ghidra para RE de binarios Mach-O.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Estudia la cadena de arranque: documenta con el Apple Platform Security Guide el flujo Boot ROM → LLB/iBoot → kernel y dónde se verifica cada firma.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Explora Data Protection: identifica en qué clase caería un fichero típico de una app y cómo el bloqueo del dispositivo afecta su accesibilidad.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Prepara el laboratorio (dispositivo propio): aplica el jailbreak con palera1n/checkra1n, instala OpenSSH y cambia la contraseña root inmediatamente.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Localiza contenedores de apps: por SSH, explora /var/containers/Bundle/Application/ y /var/mobile/Containers/Data/Application/.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Volca clases de un binario: copia el ejecutable de una app propia y ejecuta class-dump para ver interfaces Objective-C.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Inspecciona el Keychain: con objection (ios keychain dump) observa qué entradas guarda una app propia y su clase de accesibilidad.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con Android: redacta tres diferencias arquitectónicas clave que impactan el pentest (code signing, jailbreak vs. root, Data Protection vs. FBE).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con un diagrama la cadena de arranque seguro de iOS.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Describe cada clase de Data Protection y da un ejemplo de dato apropiado para cada una.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Investiga qué es checkm8 y por qué no puede parchearse por software.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tres entitlements sensibles y qué capacidad conceden.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el Keychain de iOS con el Android Keystore.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Justifica por qué class-dump funciona mejor en binarios Objective-C que en Swift.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Elabora una ficha técnica de arquitectura de seguridad iOS que, para un dato sensible concreto (p. ej. un token de sesión), explique dónde debería almacenarse, con qué clase de Data…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Jailbreak no soportado — Dispositivo/versión sin exploit público; usa hardware compatible con checkm8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SSH rechaza conexión — OpenSSH no instalado o servicio caído; instálalo desde Sileo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Contraseña alpine filtrada — Nunca la cambiaste; cámbiala tras el primer acceso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class-dump vacío — Binario Swift o cifrado; descífralo primero (frida-ios-dump)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App no arranca en jailbroken — Detección de jailbreak; se evade en la clase siguiente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iOS se considera más difícil de auditar que Android?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 el code signing obligatorio y el sandbox estricto: sin jailbreak no puedes ejecutar herramientas ni instrumentar apps, y los jailbreaks son cada vez más escasos.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¿El Secure Enclave puede extraerse o volcarse?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es una función que una app desactive. Es un subsistema con arranque y memoria protegidos; aun así, la seguridad completa depende de políticas de acceso, código de plataforma, dispositivo y forma…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hacer algo sin jailbreak?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Sí: análisis estático del IPA, revisión de Info.plist y entitlements, y pruebas de red con proxy, aunque el pinning y muchos controles requieren instrumentación.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Apple Platform Security Guide: &lt;https://support.apple.com/guide/security/welcome/web&gt;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MASTG — iOS Platform Overview: &lt;https://mas.owasp.org/MASTG/0x06a-Platform-Overview/&gt;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frida-ios-dump: &lt;https://github.com/AloneMonkey/frida-ios-dump&gt;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The Mobile Application Hacker's Handbook, caps. iOS.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747d077da72d59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097280"/>
            <a:ext cx="7857066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