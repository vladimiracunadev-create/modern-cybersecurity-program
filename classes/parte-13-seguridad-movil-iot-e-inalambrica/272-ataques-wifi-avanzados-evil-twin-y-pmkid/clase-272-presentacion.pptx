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272 — Auditoría WiFi avanzada: Evil Twin, PMKID y defensa</a:t>
            </a:r>
          </a:p>
          <a:p>
            <a:r>
              <a:rPr sz="1600">
                <a:solidFill>
                  <a:srgbClr val="2E8B57"/>
                </a:solidFill>
              </a:rPr>
              <a:t>parte 13 seguridad movil iot e inalambrica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en un laboratorio aislado cómo los clientes eligen una red WiFi, qué demuestra una captura de autenticación y cómo detectar puntos de acceso no autorizados. WiFi Pineapple se estudia como…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SSID, BSSID, canal, RSN, autenticación, asociación, 4-way handshake, PMKID, SAE y PMF.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observación pasiva, conexión a una red, captura de frames e interpretación del contenido.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y administrar un AP de laboratorio o WiFi Pineapple con firmware, país, red de gestión, filtros, credenciales y restauración.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Evil Twin inocuo con clientes propios y portal sin captura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Capturar una asociación iniciada manualmente y evaluar una contraseña sintética offline.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un AP no autorizado correlacionando inventario, beacon/RSN, infraestructura y comportamiento del cliente.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Identidad WiFi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Captura y cifrado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Handshake/PMKID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Evil Twin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WiFi Pineapple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Detección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Controles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SSID es el nombre de red que el usuario reconoce; múltiples AP legítimos pueden compartirlo. El BSSID suele identificar una interfaz de radio concreta, pero puede modificarse. Los beacons anuncian…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Evil Twin reproduce suficientes señales de una red esperada para atraer conexiones. Puede ser abierto, usar una contraseña de laboratorio conocida o imitar una configuración Enterprise en un…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muestra dos planos. El cliente toma una decisión con datos que pueden o no autenticar la red; el defensor observa radio e infraestructura. Ver dos BSSID para un SSID no basta para…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modo monitor, un adaptador recibe frames del canal y ancho configurados. Puede perder frames de otros canales, por señal débil, saturación o capacidades del driver. Los frames de gestión revelan…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Incluso tras descifrar la capa WiFi, TLS u otro cifrado de aplicación sigue protegiendo payload. Asociarse a un AP tampoco concede acceso a Internet, a una VLAN interna ni a datos. Son afirmaciones…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WPA2-Personal, la contraseña y el SSID intervienen en la derivación de material de clave. Un 4-way handshake contiene nonces e integridad suficientes para comprobar offline si una candidata…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WPA3-Personal usa SAE, diseñado para resistir el ataque pasivo offline basado en una sola captura que caracteriza WPA2-PSK. Modo transición puede seguir ofreciendo WPA2 y ampliar superficie.…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SSID: nombre lógico de red; no autentica al operador.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BSSID: identificador de una interfaz/AP en una BSS; útil para correlación, falsificable.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RSN: información de seguridad anunciada/negociada para WPA2/WPA3.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4-way handshake: confirma material de clave y deriva claves temporales; no transporta la contraseña en claro.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PMKID: identificador derivado de PMK y participantes; su disponibilidad/utilidad depende de configuración.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SAE: intercambio autenticado usado por WPA3-Personal, resistente a verificación pasiva offline tradicional.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PMF: protección de determinados frames de gestión; opcional/requerida según modo.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Beacon — Frame periódico con identidad y capacidades del 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Probe — Solicitud/respuesta de descubrimiento; el comportamiento depende del cliente.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Association — Paso por el que cliente y AP establecen relación 802.11; no garantiza acceso superior.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Radiotap — Metadatos de captura como canal, tasa y RSSI aportados por el driver.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Canal — Porción del espectro; una captura fija no ve simultáneamente todos.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Captive portal — Aplicación web posterior a la conexión; no es autenticación WiFi.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dominio cuando el alumno explica exactamente qué contiene la captura, prueba controles sin desautenticar ni recolectar credenciales, administra/restaura el equipo y produce una alerta con esquema…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Banco mínimo: dos AP/routers propios o un AP software con hostapd, un cliente desechable, adaptador monitor compatible y Wireshark. Opcional: WiFi Pineapple del modelo documentado. Aislamiento…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nombres de campo se verifican contra la referencia de filtros de la versión instalada. Si radiotap.channel.freq no existe en la captura, no se inventa: se declara ausencia.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Gemelo inocuo y control medible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Objetivo. Demostrar que confiar solo en SSID induce una conexión equivocada y que un perfil seguro la impide.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Prerrequisitos. Clases 025, 036–040 y 026; dos AP propios; cliente restaurable; consentimiento; ausencia de terceros en el banco.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Topología. AP-A legítimo LAB-SECURE → servicio local 10.20.0.10; AP-B de auditoría → portal estático «LAB AUTORIZADO, NO INGRESE DATOS» sin formularios ni Internet; sensor monitor; cliente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Procedimiento.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modelo, firmware, país, canales, potencias, BSSID, RSN y credenciales sintéticas. Verifica que ningún AP enruta fuera del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AP-A y conecta manualmente el cliente. Captura beacons y asociación; exporta el perfil/estado esperado.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AP-B con el mismo SSID solo dentro del banco, pero con un BSSID controlado y portal inocuo. Deshabilita captura de credenciales y funciones de deauth.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integrador — De radio a respuesta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SOC detecta CORP-WIFI con BSSID no inventariado y RSN WPA2-Personal, mientras la red oficial usa WPA2-Enterprise. Un cliente gestionado registra rechazo de certificado y el switch no conoce la MAC…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BSSID no es identidad criptográfica y aun así es útil.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Distingue «capturé handshake», «verifiqué una candidata» y «leí tráfico de aplicación».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AP software, WiFi Pineapple y WIDS como objetivo, herramienta y control.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regla para SSID corporativo con RSN inesperado usando un esquema de captura dado.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falsos negativos de un sensor que salta canales.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respuesta a un rogue AP sin deauth ni interferencia.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topología, inventario, PCAPNG, análisis de selección, validación de perfil/certificado, regla WIDS, prueba offline sintética, respuesta y restauración.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no hay terceros, deauth, Internet ni recolección de credenciales; las afirmaciones distinguen captura/asociación/contenido; el control bloquea AP-B y conserva AP-A; y el…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Error — Por qué falla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«Mismo SSID = misma red» — el nombre no autentica operador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«Tengo PCAP, veo todo» — canal, pérdida y cifrado limitan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Deauth para obtener handshake — afecta disponibilidad y puede ser ilegal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Capturar contraseñas en portal — impacto innecesario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Generalizar funciones entre Pineapple — modelos/firmware difieren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WIDS alerta todo BSSID nuevo — alta tasa de vecinos y reemplazos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¿Capturar un handshake rompe WPA2? No. Permite verificar candidatas offline bajo condiciones concretas. Una contraseña fuerte fuera del conjunto no se revela.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¿PMF evita Evil Twin? No por sí solo. Protege ciertos frames de gestión una vez establecida la seguridad; la autenticación de red/perfil sigue siendo esencial.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¿WiFi Pineapple es necesario? No. APs propios, hostapd y un adaptador monitor permiten aprender el mecanismo. Pineapple integra flujos y facilita comparar administración/telemetría.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¿Puedo leer HTTPS al controlar el AP? Normalmente no: TLS sigue protegiendo contenido si el cliente valida certificados. Controlar la red no concede claves de aplicación.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IEEE, 802.11 — base normativa de MAC/PHY; acceso completo puede requerir licencia.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Wi-Fi Alliance, WPA3 — SAE y PMF en certificación WiFi; la configuración concreta importa.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Wireshark, Display Filter Reference: WLAN — nombres reales de campos para filtros reproducibles.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hostapd, documentación y código — AP software y autenticación para bancos controlados.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Hak5, WiFi Pineapple Mark VII: UI, Recon/handshakes y manual Mark VII — funciones del modelo/firmware documentado, incluida la advertencia de uso de deauth.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NIST, SP 800-153 — seguridad de WLAN, configuración, monitoreo y rogue 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NIST, SP 800-97 — fundamentos de seguridad IEEE 802.11; se complementa con estándares posteriores.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bdaa62f8fa8dd8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45864"/>
            <a:ext cx="8229600" cy="2206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