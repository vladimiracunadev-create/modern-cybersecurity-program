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268 — Análisis de hardware: UART, JTAG y SPI</a:t>
            </a:r>
          </a:p>
          <a:p>
            <a:r>
              <a:rPr sz="1600">
                <a:solidFill>
                  <a:srgbClr val="2E8B57"/>
                </a:solidFill>
              </a:rPr>
              <a:t>parte 13 seguridad movil iot e inalambrica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Acceder al nivel más bajo de un dispositivo embebido a través de sus interfaces de depuración físicas: UART para obtener una consola serie, JTAG/SWD para control del procesador y volcado de memoria…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Identificar interfaces UART, JTAG/SWD y SPI en una placa por inspección y medición.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Conectar un adaptador USB-serie/lógico y obtener una consola UART.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Usar JTAG/SWD con OpenOCD para detener el CPU y volcar memoria.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Leer un chip de flash SPI con un programador (CH341A/Bus Pirate/flashrom).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Interpretar señales con un analizador lógico para identificar protocolos.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Extraer firmware o credenciales aprovechando el acceso físico.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Seguridad eléctrica y voltajes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Identificación de puertos en PCB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UART: consola serie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Analizador lógico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JTAG/SWD con OpenOCD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SPI y volcado de flash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Contramedidas del fabricante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Explicación en profundidad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UART, JTAG/SWD y SPI cumplen funciones diferentes. UART es una consola serie asíncrona; JTAG/SWD ofrece depuración y prueba del chip; SPI conecta periféricos, con frecuencia flash. Encontrar pines no…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La primera práctica es pasiva: fotografías, continuidad con el equipo apagado y analizador lógico de alta impedancia. En UART se comparte tierra, se confirma nivel —a menudo 3,3 V o 1,8 V— y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 JTAG/SWD, deshabilitar depuración en producción puede ser apropiado, pero debe conservarse una ruta segura de fabricación y recuperación. Los fusibles son potencialmente irreversibles y nunca se…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Tres lecturas de flash producen hashes distintos. Antes de analizar «firmware cambiante», el alumno revisa alimentación, contacto y contención del bus. Solo cuando las lecturas coinciden se acepta…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 útil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UART — Enlace serie asíncrono con RX/TX y referencia común.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JTAG/SWD — Interfaces de depuración y prueba de circuitos.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SPI — Bus síncrono usado por memorias y periféricos.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Nivel lógico — Tensión que representa estados digitales; no asumir 5 V.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Contención — Dos dispositivos conducen una línea de manera incompatible.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dominio cuando el alumno identifica una interfaz sin dañar la placa, documenta niveles y pinout, obtiene lecturas repetibles en modo no destructivo y explica cómo reducir acceso de producción…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UART: comunicación serie asíncrona (TX, RX, GND, VCC) usada para consolas de depuración. Característica: a menudo expone un shell root sin autenticación.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JTAG/SWD: interfaz de depuración que controla el procesador (leer/escribir registros y memoria). Característica: permite volcar RAM/flash y saltar protecciones.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SPI: bus serie síncrono (MOSI, MISO, CLK, CS) que conecta el CPU al chip de flash. Característica: se puede leer el flash directamente con un programador.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Analizador lógico: dispositivo que captura señales digitales para decodificar protocolos. Característica: identifica baud rate y pinout desconocidos.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OpenOCD: software que habla JTAG/SWD con adaptadores para depuración y volcado. Característica: soporta multitud de targets ARM/MIPS.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flashrom: utilidad para leer/escribir chips de flash SPI. Característica: soporta muchos programadores (CH341A, Bus Pirate).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Adaptador USB-UART (FTDI/CP2102), multímetro, analizador lógico (Saleae/clon), programador SPI (CH341A) o Bus Pirate, JTAG/SWD (J-Link, FT2232, ST-Link).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Cables Dupont, pinza de test (SOIC clip) para leer flash sin desoldar.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Inspecciona la PCB de un dispositivo propio: busca cabeceras de 4 pines (UART) y de 2x5/10 pines (JTAG), y el chip de flash (SOIC-8).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el pinout UART: con el multímetro localiza GND (continuidad al plano de tierra), VCC (~3.3 V), y usa el analizador lógico para hallar TX (actividad al arrancar) y el baud rate.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Conecta el adaptador UART (TX↔RX cruzados, GND común, sin conectar VCC si el equipo se auto-alimenta) y abre la consola con screen.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el arranque: observa los logs de U-Boot; intenta interrumpirlo para entrar a su consola.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Busca shell: al terminar el arranque, comprueba si hay una consola root sin contraseña.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JTAG/SWD: conecta el adaptador, lanza OpenOCD, halt el CPU y dumpimage de la flash/RAM.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SPI directo: con la pinza SOIC sobre el chip de flash, vuelca su contenido con flashrom y analízalo con binwalk (clase 267).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Identifica y etiqueta el pinout UART de una placa propia usando multímetro y analizador lógico.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Captura y guarda el log de arranque completo por UART.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Interrumpe U-Boot y lista sus variables de entorno.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Vuelca el flash SPI con flashrom y verifica su tamaño esperado.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OpenOCD, detén el CPU y lee una región de memoria.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el firmware obtenido por SPI con la descarga oficial (si existe).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Obtén evidencia de un dispositivo de laboratorio por dos observaciones no destructivas —por ejemplo, log UART y dos lecturas SPI coincidentes—. Criterio de aceptación: documentas pinout, niveles…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Consola serie muestra basura — Baud rate incorrecto; prueba 9600/57600/115200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salida por UART — TX/RX invertidos o pin equivocado; cruza TX↔RX y reidentifica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Dispositivo se reinicia al conectar — Alimentaste VCC indebidamente; no conectes VCC si se auto-alimenta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OpenOCD no detecta el target — Archivo de config equivocado o JTAG deshabilitado por fusible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flashrom no reconoce el chip — Mal contacto de la pinza o chip no soportado; especifica -c manualmente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sé qué pin es UART sin documentación?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con multímetro (GND por continuidad, VCC ~3.3 V estable) y con el analizador lógico observa qué pin tiene ráfagas de datos al encender: ese es TX.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¿Puedo dañar el dispositivo?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Sí, si aplicas voltaje incorrecto o cortocircuitas pines. Trabaja a 3.3 V, verifica antes de conectar VCC y usa un adaptador con el mismo nivel lógico.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usar SPI si ya tengo UART?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UART puede no dar shell o exponer solo parte del sistema; leer el flash por SPI extrae la imagen completa aunque el software lo impida.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The Hardware Hacking Handbook — Jasper van Woudenberg, Colin O'Flynn (No Starch Press).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OpenOCD: &lt;https://openocd.org/&gt; · flashrom: &lt;https://www.flashrom.org/&gt;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Practical IoT Hacking, caps. de hardware — Chantzis et al.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JTAGulator (identificación de pinout): &lt;http://www.grandideastudio.com/jtagulator/&gt;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5909bca47f98b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800" y="1097280"/>
            <a:ext cx="6220399" cy="5303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