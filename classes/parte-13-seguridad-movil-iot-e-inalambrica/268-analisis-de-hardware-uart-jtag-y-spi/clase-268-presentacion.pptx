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268 — Análisis de hardware: UART, JTAG/SWD y SPI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Investigar de forma no destructiva las interfaces físicas de un dispositivo embebido propio: reconocer la placa, medir niveles, observar UART/SPI, identificar JTAG o SWD, adquirir evidencia repetible…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 banco seguro con límite de corriente, tierra común, ESD, documentación y restauración.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UART, JTAG/SWD y SPI mediante inspección, datasheet, continuidad y captura pasiva.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adaptadores con el nivel lógico, orientación, velocidad y target correctos.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un arranque UART y decodificar una transacción SPI sin escribir sobre el dispositivo.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dos lecturas de flash y aceptar la imagen solo si tamaño y hashes son coherentes.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prueba una consola, un IDCODE, una traza o un volcado y qué permanece incierto.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Seguridad eléctrica y ESD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Reconocimiento de PCB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UART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Analizador lógico y Bus Pirate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JTAG/SWD y OpenOCD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SPI y flashrom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Protección de producción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hilera de cuatro pines no «es UART» por su forma. Puede transportar alimentación, I²C, SWD o señales propietarias. El análisis empieza con el dispositivo apagado: fotografía ambas caras…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nivel lógico es una propiedad eléctrica, no el número «serial» en el sistema operativo. TTL/CMOS de 1,8 V o 3,3 V no es RS-232, que usa tensiones incompatibles. Una línea que parece inactiva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no promete que toda rama produzca acceso. Muestra un embudo de reducción de incertidumbre. Solo después de confirmar señales se selecciona un instrumento activo. El resultado válido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UART es comunicación serie asíncrona: no lleva reloj compartido y depende de velocidad, bits de datos, paridad y parada. En una placa suelen interesar TX del objetivo, RX del objetivo y GND. Escuchar…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logs pueden revelar versiones, particiones, argumentos de kernel, errores y nombres de interfaces. Son evidencia sensible. El control no consiste únicamente en quitar el header: se eliminan…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JTAG es un estándar de prueba y depuración con cadena de dispositivos; SWD es una interfaz de depuración de dos señales común en microcontroladores Arm. Un pinout supuesto y un archivo de target…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un IDCODE consistente o conectar al Debug Access Port demuestra que la ruta responde. No demuestra que toda memoria sea legible. Los microcontroladores implementan niveles de protección…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UART: enlace serie asíncrono; una consola puede ser solo salida, interactiva o autenticada.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JTAG: interfaz de prueba/depuración con cadena y señales de reloj/datos/control.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SWD: interfaz de depuración Arm con menos señales que JTAG; las capacidades dependen del target.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SPI: bus serie síncrono controlador-periférico; el chip select delimita el dispositivo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HiZ: alta impedancia; estado que evita conducir activamente una línea.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eléctrica: dos salidas conducen valores incompatibles sobre la misma línea.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IDCODE: identificador leído por ciertas rutas JTAG; orienta la identificación, no autoriza memoria.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DUT/target — Dispositivo bajo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GND — Referencia eléctrica común; se identifica antes de conectar señales.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Baud — Tasa de símbolos de UART; no siempre equivale a bits útiles por segundo.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Pinout — Asignación documentada de función a cada pin.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 — Sistema en chip que integra procesador y periféricos.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 flash — Memoria no volátil común en firmware embebido.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formula y confirma un pinout sin depender de la forma del conector, registra tensión y parámetros, obtiene evidencia pasiva interpretable, acepta un volcado solo por…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Banco recomendado: placa educativa o router retirado y propio; fuente con límite de corriente; tapete ESD; multímetro; analizador lógico compatible con sigrok; adaptador USB-UART con nivel…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Administración del instrumental: anota modelo, revisión, firmware y controladores; actualiza desde el proyecto/fabricante; respalda configuraciones; no guardes firmware de clientes en almacenamiento…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copies literalmente &lt;sonda&gt;, &lt;mcu-exacto&gt; ni &lt;programador&gt;: son marcadores que obligan a seleccionar configuración documentada. No se usa -w en esta práctica.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Del pin desconocido a una captura defendible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Objetivo. Identificar UART y una segunda evidencia pasiva —captura SPI o segundo log— en una placa educativa, sin modificarla.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Prerrequisitos. Clases 004, 026, 267 y 025; habilidades básicas de multímetro; autorización del propietario; placa sin conexión a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Topología. Placa objetivo alimentada por su fuente → GND común → analizador lógico. El adaptador UART se conecta solo después de confirmar nivel. El portátil de análisis permanece sin conexión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 un ID al DUT y registra modelo, revisión, estado, firmware visible y fotos. Descarga datasheets desde fuentes primarias.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DUT apagado, localiza GND por continuidad. Marca pines candidatos sin soldar ni raspar pistas.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Alimenta con su fuente y mide cada candidato respecto de GND. Detén la práctica ante tensión inesperada, calentamiento u olor.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RX/TX cruzados no justifican conectar VCC.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log UART de solo salida, enumera qué evidencia falta para afirmar «shell root».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analizador lógico, Bus Pirate y sonda SWD para investigar una EEPROM SPI.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control de producción que deshabilite debug sin impedir recuperación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 dos volcados diferentes en 37 bytes, plantea un diagnóstico eléctrico antes de interpretar firmware.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los prerrequisitos que faltan antes de iniciar un laboratorio ChipWhisperer.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cuaderno de banco con fotos, hipótesis, medidas, pinout, parámetros, captura anotada, comandos exactos, hashes, límites, controles y restauración.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ninguna conexión se basó solo en apariencia; el alumno demuestra por qué la captura corresponde al protocolo; toda lectura activa es repetible; no se escribe flash ni se…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ilegible en UART — baud/formato/nivel incorrecto o ruido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salida — pin equivocado, consola deshabilitada o ventana perdida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OpenOCD no encuentra target — sonda, pinout, reset o archivo incorrectos; protección activa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SPI difieren — contacto, alimentación o contención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DUT deja de arrancar — alimentación o escritura accidental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«JTAG presente = memoria extraíble» — confunde interfaz con autorización/capacidad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¿Puedo usar un CH341A directamente? Solo si la revisión, tensión y chip son compatibles. El nombre del programador no garantiza nivel correcto ni seguridad in circuit.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¿Quitar el conector protege JTAG? Dificulta acceso, pero test points y pistas pueden seguir disponibles. Debe combinarse con protección del silicio y firmware firmado.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¿Bus Pirate reemplaza todo el banco? No. Integra muchas funciones de baja velocidad, pero multímetro, analizador dedicado y sonda de depuración responden preguntas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¿ChipWhisperer prueba que una implementación es insegura? Una práctica sobre un target educativo demuestra un fenómeno bajo condiciones concretas. Evaluar un producto exige modelo de amenaza…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OpenOCD, User's Guide — separación entre configuración de adaptador, transporte y target.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flashrom, documentación oficial — identificación, lectura, verificación, programadores y soporte por chip.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 Pirate, Hardware y Logic analyzers — protocolos, diferencias de revisión y capacidades de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sigrok, proyecto oficial — captura y decodificación con hardware compatible.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Arm, Debug Interface Architecture Specification — arquitectura JTAG/SWD; el soporte concreto depende del procesador.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IEEE, IEEE 1149.1 — estándar de acceso de prueba JTAG.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NewAE, ChipWhisperer: Getting Started — plataforma, componentes, análisis de potencia e inyección de fallos.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942bed7eb4ab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94" y="1097280"/>
            <a:ext cx="385981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