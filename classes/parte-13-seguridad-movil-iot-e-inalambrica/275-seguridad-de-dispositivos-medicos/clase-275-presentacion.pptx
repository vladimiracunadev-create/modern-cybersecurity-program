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275 — Seguridad de dispositivos médicos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los riesgos de ciberseguridad únicos de los dispositivos médicos —donde un fallo puede causar daño físico directo a un paciente— y cómo se evalúan y regulan. El alumno estudiará 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superficie de ataque de dispositivos médicos implantables y hospitalarios.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los sistemas médicos priorizan seguridad del paciente (safety) y disponibilidad.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vulnerabilidades históricas reales y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marco regulatorio (FDA, IEC 62304, IEC 80001, MDR) a un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divulgación coordinada de vulnerabilidades de forma responsable.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controles alineados con guías de la FDA y AAMI.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Panorama y safety vs. security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Dispositivos implantables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Dispositivos hospitalarios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Vulnerabilidades históricas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Regulación (FDA, IEC, MDR)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SBOM y gestión de parches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Divulgación coordinada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dispositivo médico puede incluir hardware, software, red hospitalaria, servicio remoto y procesos humanos. La pregunta no termina en «¿puede explotarse?»: se rastrea si una pérdida de integridad…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guía final de FDA de febrero de 2026 aborda diseño, sistema de calidad y contenido de presentaciones previas a mercado para dispositivos con riesgo de ciberseguridad. La legislación estadounidense…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Parchar exige comprobar compatibilidad, validación y ventana clínica. Aplazar indefinidamente tampoco es neutral: se documentan riesgo residual y mitigaciones como segmentación, deshabilitar…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pruebas se realizan en gemelos, simuladores o dispositivos retirados y descontaminados, sin conexión a pacientes ni redes clínicas. Un hallazgo se comunica coordinadamente y evita detalles 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fabricante publica una corrección para un monitor. El hospital no la instala de inmediato porque requiere validación con su central, pero segmenta el equipo, bloquea acceso remoto y programa…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Cyber device — Categoría legal estadounidense definida por FD&amp;C Act; no todo dispositivo mundial.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TPLC — Gestión del producto durante diseño, mercado, soporte y retiro.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SBOM — Inventario de componentes que acelera evaluación, sin demostrar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CVD — Divulgación coordinada de vulnerabilidades.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Daño clínico — Consecuencia sobre paciente, diagnóstico, terapia o continuidad.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conecta una amenaza con una consecuencia clínica, reparte responsabilidades, diseña parche y mitigación temporal y prepara divulgación sin probar sobre pacientes ni…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Dispositivo médico implantable (IMD): dispositivo dentro del cuerpo (marcapasos, DAI) con telemetría inalámbrica. Característica: restricciones severas de energía y de seguridad del paciente.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Bomba de infusión: dispositivo que administra fármacos; frecuentemente en red. Característica: una manipulación de dosis puede ser letal.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Safety vs. security: safety protege al paciente de fallos; security protege de ataques. Característica: en medicina, security es un requisito de safety.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IEC 62304: estándar del ciclo de vida del software de dispositivos médicos. Característica: exige gestión de riesgos del software.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IEC 80001: gestión de riesgo de dispositivos médicos en redes de TI. Característica: gobierna su integración hospitalaria.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SBOM (Software Bill of Materials): inventario de componentes de software. Característica: la FDA lo exige para rastrear vulnerabilidades de terceros.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unidades de laboratorio propias / retiradas de servicio o simuladores; nunca dispositivos clínicos activos.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Técnicas heredadas de esta parte: análisis de firmware (267), hardware UART/JTAG (268), SDR (269) y BLE (271) aplicadas éticamente.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 regulatoria: FDA guidance, MDS2 (Manufacturer Disclosure Statement for Medical Device Security).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caso público documentado (p. ej. vulnerabilidades divulgadas en bombas de infusión o marcapasos) a partir de avisos de la FDA/ICS-CERT (CISA).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 la amenaza: identifica activos (paciente, dosis, telemetría), vectores (RF, red, físico) y consecuencias de safety.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 superficie de ataque por capas (app clínica, red hospitalaria, RF del implante, firmware) reutilizando el enfoque de la clase 266.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Evalúa controles existentes: cifrado de telemetría, autenticación, límites de dosis codificados por hardware, watchdog.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el marco regulatorio: relaciona el caso con requisitos de la guía de la FDA, IEC 62304 y IEC 80001.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divulgación coordinada: simula un informe responsable dirigido al fabricante (impacto, reproducción a alto nivel, plazo, sin exploit público).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mitigaciones: SBOM, segmentación de red clínica, actualizaciones firmadas, límites de seguridad físicos.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 superficie de ataque de un marcapasos con telemetría inalámbrica.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en medicina la seguridad es un requisito de safety.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 una vulnerabilidad médica real divulgada y su impacto potencial.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 un hallazgo con IEC 62304 e IEC 80001.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borrador de aviso de divulgación coordinada.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límite de seguridad de hardware que evite una sobredosis por software.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 informe de evaluación de riesgo y divulgación coordinada para un dispositivo médico (basado en un caso público o una unidad de laboratorio propia). Criterio de aceptación: el informe…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Síntoma / problema — Causa y cómo abordarlo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Probar hardware clínico activo — Riesgo a vidas y delito; usa solo unidades de laboratorio o análisis de casos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security y safety por separado — En medicina se integran; modela ambas juntas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Publicar el exploit sin coordinar — Puede causar daño; sigue divulgación coordinada con el fabricante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el ciclo de vida largo — Dispositivos operan décadas; planifica parcheo y SBOM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Asumir red aislada — Los hospitales están cada vez más conectados; aplica IEC 80001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la seguridad de dispositivos médicos es diferente de otro IoT?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el impacto es directo sobre la salud y la vida del paciente, el ciclo de vida es larguísimo, el parcheo es difícil (requiere revalidación clínica) y hay regulación estricta.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investigar la seguridad de un dispositivo médico legalmente?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sobre unidades propias/retiradas de servicio y siguiendo divulgación coordinada. Muchos fabricantes tienen programas de reporte. Nunca sobre dispositivos conectados a pacientes.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papel juega el SBOM?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Permite saber qué componentes de terceros usa el dispositivo para reaccionar cuando aparece una vulnerabilidad en una librería, algo crítico dado su ciclo de vida prolongado.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FDA — Cybersecurity in Medical Devices, guía final vigente…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ICS Medical Advisories: &lt;https://www.cisa.gov/news-events/cybersecurity-advisories&gt;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IEC 62304 e IEC 80001 (ciclo de vida y gestión de riesgo en red).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Practical IoT Hacking, secciones de dispositivos médicos — Chantzis et 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62092df063851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23844"/>
            <a:ext cx="8229600" cy="8503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