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266 — Seguridad de IoT: panorama y superficie de ataque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modelo mental completo de la superficie de ataque de un dispositivo IoT: aplicación móvil, API/nube, comunicaciones de red, firmware y hardware físico. El alumno aprenderá a mapear…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Modelar la superficie de ataque IoT en sus cinco capas (móvil, nube/API, red, firmware, hardware).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OWASP IoT Top 10 a un dispositivo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servicios y protocolos de un dispositivo con herramientas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plan de evaluación (threat model) para un dispositivo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las debilidades recurrentes del ecosistema IoT.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Montar un laboratorio seguro y aislado para pruebas IoT.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Anatomía de un producto IoT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OWASP IoT Top 10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Enumeración de red y servicios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APIs y comunicación con la nube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Threat modeling del dispositivo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Laboratorio aislado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Credenciales y actualización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producto conectado combina dispositivo, aplicación móvil, servicio cloud, identidad, red local, actualización y soporte. Una cerradura puede proteger bien su radio y exponer cuentas en la API;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IR 8259A define una base de capacidades técnicas: identificación, configuración, protección de datos, control de interfaces, actualización, conocimiento del estado y seguridad del dispositivo.…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amenaza física cambia supuestos: el atacante puede abrir carcasa, cortar energía o leer flash. La respuesta no siempre es hacer todo inviolable, sino proteger claves, detectar manipulación cuando…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sensor recibe firmware firmado, pero su app usa una API sin separación entre hogares. El control de actualización no cubre autorización cloud. El inventario por capas descubre ambos propietarios y…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Producto IoT — Dispositivo y servicios necesarios para su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Capability baseline — Conjunto adaptable de capacidades, no lista de aprobación.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Provisioning — Incorporación inicial de identidad, claves y configuración.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Fin de vida — Momento y proceso en que cesa soporte y se gestiona retiro.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Efecto físico — Cambio sobre entorno o seguridad causado por el producto.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 dominio cuando el alumno dibuja todas las capas y actores, sigue un dato y un comando, adapta la base NIST al impacto y propone soporte, actualización y retiro verificables.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Superficie de ataque IoT: conjunto de todos los puntos de entrada del sistema (app, API, radio, puertos, interfaces físicas). Característica: es multicapa y a menudo se pivota entre capas.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IoT Top 10: lista de los diez riesgos más críticos en IoT (credenciales débiles, servicios inseguros, interfaces inseguras, falta de actualización, etc.). Característica: guía de priorización.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MQTT/CoAP: protocolos de mensajería ligeros habituales en IoT. Característica: frecuentemente sin autenticación ni cifrado por defecto.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Threat model: representación estructurada de activos, amenazas y vectores. Característica: dirige el pentest hacia lo que más importa.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Hardcoded credentials: credenciales embebidas en el firmware o la app. Característica: comprometen todos los dispositivos del mismo modelo.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OTA (Over-The-Air) update: mecanismo de actualización remota del firmware. Característica: si no está firmado, permite instalar firmware malicioso.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Dispositivo IoT propio de bajo costo (cámara, enchufe, bombilla inteligente) para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Nmap, Wireshark, netcat para enumeración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Router/AP de laboratorio aislado o VLAN dedicada para contener el dispositivo.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Suite/mitmproxy para inspeccionar el tráfico app↔nube.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Aísla el dispositivo: conéctalo a una red/VLAN de laboratorio sin acceso a tu red principal.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Descubre y enumera: con Nmap identifica IP, puertos abiertos y servicios (Telnet, HTTP, RTSP, UPnP, MQTT).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tráfico: usa tcpdump/Wireshark durante el emparejamiento y el uso normal; identifica protocolos y destinos en la nube.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la app móvil: aplica lo aprendido en las clases 261–264 para revisar cómo la app se comunica con el dispositivo y la nube.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las APIs: intercepta con Burp las llamadas a la nube; busca autenticación débil, IDOR o falta de TLS.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credenciales por defecto: intenta acceso con usuarios/contraseñas típicos documentados del fabricante.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el threat model: en una tabla, lista activos, entradas por capa, amenazas y prioridad de prueba.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diagrama de las cinco capas de tu dispositivo IoT y anota un riesgo por capa.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tres hallazgos potenciales al OWASP IoT Top 10.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con Nmap los servicios de un dispositivo propio y clasifícalos por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en el tráfico si el dispositivo usa TLS o texto claro para hablar con la nube.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si el modelo tiene credenciales por defecto documentadas públicamente.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threat model de una página para el dispositivo.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 un mapa de superficie de ataque de un dispositivo IoT propio que cubra las cinco capas y un plan de evaluación priorizado. Criterio de aceptación: el plan identifica al menos un servicio de…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 no encuentra el dispositivo — Aislamiento de red o firewall; verifica la VLAN y usa -sn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Tráfico a la nube ilegible — Va por TLS; intercéptalo desde la app con proxy y CA propio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dispositivo deja de funcionar — Escaneo agresivo lo bloqueó; reduce la intensidad (-T2)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puertos abiertos — Solo se comunica saliente a la nube; céntrate en app/API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Emparejamiento falla en laboratorio — Requiere Internet; permite salida controlada y monitorízala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dónde empiezo a auditar un dispositivo IoT?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el modelado de la superficie: enumera red, revisa la app y las APIs. Suelen ser el camino más rápido antes de abrir el hardware.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IoT es tan inseguro históricamente?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Costes bajos, ciclos de desarrollo cortos, falta de actualizaciones, credenciales por defecto y reutilización de firmware sin endurecer.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abrir el dispositivo desde el principio?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siempre. El análisis de red, app y nube da mucho valor sin tocar el hardware; el análisis físico se reserva para profundizar (clases 267–268).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IoT Top 10: &lt;https://owasp.org/www-project-internet-of-things/&gt;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Firmware Security Testing Methodology (FSTM): &lt;https://github.com/scriptingxss/owasp-fstm&gt;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Practical IoT Hacking — Chantzis, Stais, Calderon, Deirmentzoglou, Woods.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IR 8259 Rev. 1 — Foundational Cybersecurity Activities for IoT Product Manufacturers: &lt;https://csrc.nist.gov/pubs/ir/8259/r1/final&gt;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65d389ca6ef3a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765" y="1097280"/>
            <a:ext cx="4002469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