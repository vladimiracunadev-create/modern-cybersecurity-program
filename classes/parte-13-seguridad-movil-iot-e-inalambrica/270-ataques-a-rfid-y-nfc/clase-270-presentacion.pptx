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270 — Auditoría de RFID, NFC y credenciales de proximidad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 sistema de proximidad propio sin reducirlo a «clonar una tarjeta». El alumno distinguirá tecnología, credencial, lector, controlador y backend; identificará familias LF/HF; observará…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RFID LF, HF/NFC, UHF y las familias/protocolos relevantes sin inferir seguridad solo por frecuencia o forma.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Separar identificador, datos, claves, autenticación, emulación y autorización del backend.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credencial, lector, herramienta de análisis y control defensivo por su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y administrar Flipper Zero, Proxmark3 o lector compatible con firmware, cliente, respaldo y borrado seguros.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una credencial de laboratorio sin escribirla ni atacar claves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logs del controlador y demostrar si el backend decide por UID, dato autenticado o estado adicional.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LF, HF/NFC y UHF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Credencial–lector–controlador–backend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UID, memoria y autenticación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Lectura, escritura y emulación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Proxmark3 y lectores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Flipper Zero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y mitigación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RFID abarca sistemas que intercambian identidad o datos por radio. En control de acceso son comunes credenciales LF alrededor de 125 kHz y HF a 13,56 MHz; NFC es un conjunto de tecnologías HF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frecuencia ayuda a seleccionar antena e instrumento. No dice por sí sola si una credencial es clonable, si hay criptografía o si el sistema acepta solo un número. «MIFARE» tampoco basta: Classic…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explica por qué copiar un valor visible no prueba bypass. El lector puede ejecutar autenticación mutua; el controlador puede usar claves diversificadas; el backend puede exigir horario…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Identificación: reconocer una tarjeta o leer un UID/serial. Ese valor puede ser público y no secreto.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a datos: leer bloques o archivos. Puede requerir selección de aplicación, permisos o claves.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Autenticación: demostrar conocimiento de una clave o ejecutar un protocolo desafío-respuesta.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Autorización: decisión de negocio sobre una puerta, compra o servicio. Ocurre en lector/controlador/backend según diseño.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RFID LF: familias de baja frecuencia usadas en proximidad; no todas comparten codificación o formato.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NFC: tecnologías HF a 13,56 MHz con modos y protocolos definidos; proximidad no implica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UID: identificador de chip/tarjeta; según familia puede ser fijo, aleatorio o emulable y no debe asumirse secreto.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Sector/bloque/archivo: unidades de organización que dependen de la tecnología.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 mutua: ambas partes prueban conocimiento/identidad antes de intercambiar datos protegidos.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Emulación: herramienta responde como una credencial compatible bajo condiciones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Diversificación de claves: derivación de claves por credencial para limitar el impacto de una extracción.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PICC — Tarjeta/objeto sin contacto en terminología ISO 14443.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PCD — Dispositivo lector que genera el campo e inicia comunicación.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APDU — Unidad de comando/respuesta usada por aplicaciones de tarjetas inteligentes.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ATQA/SAK — Respuestas de selección ISO 14443A que ayudan a caracterizar tarjeta.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Crypto-1 — Cifrado histórico asociado a MIFARE Classic; no representa toda MIFARE.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DESFire — Familia con aplicaciones y autenticación criptográfica; la seguridad depende de versión/configuración.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identifica una familia con evidencia, separa UID/datos/autenticación/autorización, usa solo credenciales de prueba, interpreta la decisión del backend y demuestra que un…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Banco mínimo: dos credenciales de prueba de familias conocidas, lector USB PC/SC o NFC de teléfono en modo compatible, aplicación local y registro sintético. Banco avanzado: Proxmark3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comandos consultan tecnologías compatibles y no son una orden universal: revisa help de la versión instalada. No se incluyen recuperación de claves, escritura ni clonado porque el objetivo del…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UID no es autorización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Objetivo. Demostrar con dos credenciales de prueba que identificación, lectura y acceso son decisiones diferentes.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Prerrequisitos. Clase 025; banco aislado; credenciales adquiridas para docencia; logs exportables; firmware/cliente registrados.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Topología. Credencial A/B ↔ herramienta de identificación; credencial A/B ↔ lector de mesa → controlador/backend simulado → evento allow/deny. No hay cerradura ni datos personales.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Inventaría cada credencial sin asumir tecnología por color o forma. Registra herramienta, antena, firmware y hora.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búsqueda LF y HF por separado. Conserva salida cruda y conclusión: familia probable, frecuencia e información visible.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la credencial autorizada A, registra qué campos puede leer sin autenticación y cuáles no. No ejecutes ataques de clave.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El UID copiado no abre la puerta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herramienta lee un UID y lo emula, pero el lector de prueba deniega. El resultado no «desmiente» la captura: demuestra que el sistema exige algo adicional. El alumno revisa si el lector autenticó…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cinco objetos como credencial, lector, instrumento, objetivo o control defensivo.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dos tarjetas a 13,56 MHz pueden tener propiedades de seguridad opuestas.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lector PC/SC, Proxmark3 y Flipper Zero para identificar una tarjeta desconocida.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alerta de «viaje imposible» entre lectores usando campos reales de un CSV 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respuesta ante un lector portátil hallado junto a una puerta sin asumir que fue utilizado.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qué competencia no puede certificarse con trazas grabadas.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del sistema de mesa: arquitectura, identificación de credenciales, matriz UID/datos/autenticación/autorización, eventos, prueba del control, revocación, restauración y limitaciones.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toda credencial es propia/de prueba; el alumno no generaliza una debilidad entre familias; demuestra una decisión insegura y su corrección con resultados observables…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 — Por qué falla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«13,56 MHz = NFC clonable» — frecuencia no define memoria, claves ni backend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«Leí UID, leí la tarjeta» — UID puede ser lo único visible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«Flipper soporta NFC, entonces reemplaza Proxmark3» — profundidad, trazas y soporte difieren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Firmware/cliente Proxmark3 mezclados — comandos/resultados incompatibles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Probar en una puerta real — riesgo físico y acceso no autorizado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Revocar todo el lote — impacto operacional no proporcional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¿Flipper Zero puede clonar cualquier credencial? No. La documentación diferencia tecnologías y, en algunos casos, solo permite emular UID o datos disponibles. Autenticación, claves, lector y backend…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¿Proxmark3 es siempre mejor? Es más especializado para investigación RFID LF/HF, pero requiere aprendizaje y compatibilidad. Un lector PC/SC puede ser más adecuado para una aplicación NFC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funda bloqueadora resuelve el sistema? Reduce lectura accidental/remota en ciertas condiciones, pero no corrige enrolamiento, backend, pérdida de credencial o tailgating.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¿Leer mi propia tarjeta basta para practicar? Solo si también controlas el sistema y los datos asociados. Propiedad física no siempre concede derecho a extraer secretos de un emisor tercero.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NFC Forum, Specifications — arquitectura y especificaciones NFC; algunas requieren acceso del programa miembro.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NXP, MIFARE product portfolio — diferencia familias; no se atribuye una propiedad a toda la marca.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RfidResearchGroup, Proxmark3 — firmware/cliente, documentación y soporte por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Flipper Devices, documentación de Flipper Zero, especificaciones de hardware y lectura/emulación NFC — interfaces, familias y límites documentados.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SIA, OSDP — enlace lector-controlador y Secure Channel.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NIST, SP 800-116 Rev. 1 — uso de credenciales PIV en acceso físico; referencia de arquitectura y niveles, no prescripción universal.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NIST, SP 800-53 Rev. 5 — controles de acceso físico, identidad, auditoría y respuesta.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4c9222725c241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9089"/>
            <a:ext cx="8229600" cy="10799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