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270 — Ataques a RFID y NFC</a:t>
            </a:r>
          </a:p>
          <a:p>
            <a:r>
              <a:rPr sz="1600">
                <a:solidFill>
                  <a:srgbClr val="2E8B57"/>
                </a:solidFill>
              </a:rPr>
              <a:t>parte 13 seguridad movil iot e inalambrica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y auditar tecnologías RFID de baja frecuencia (125 kHz) y alta frecuencia/NFC (13.56 MHz): cómo funcionan las tarjetas de acceso y de transporte, sus debilidades criptográficas históricas…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RFID LF (125 kHz) de HF/NFC (13.56 MHz) y sus estándares.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e identificar tags con un Proxmark3.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debilidad de MIFARE Classic (Crypto-1) y los ataques nested/darkside.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Recuperar claves y volcar el contenido de una tarjeta MIFARE propia.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Clonar un tag propio a una tarjeta regrabable (magic card).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Recomendar controles para sistemas de acceso por proximidad.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Fundamentos RFID/NFC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LF 125 kHz (EM4100/HID)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HF/NFC 13.56 MHz (MIFARE, NTAG)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Crypto-1 y ataques a MIFARE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Proxmark3: lectura y volcado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Clonado y magic cards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Endurecimiento de accesos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RFID agrupa tecnologías distintas; NFC opera a corta distancia en 13,56 MHz y define modos e interoperabilidad. Una tarjeta puede emitir un identificador fijo, autenticar criptográficamente 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coloca la decisión fuera del medio físico. Un sistema que autoriza solo por UID hereda riesgo de copia; uno con desafío-respuesta debe proteger claves y evitar replay; el backend puede…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laboratorio utiliza tarjetas compradas para práctica y un lector propio, sin credenciales de transporte, pago o acceso real. Se identifica tecnología, se lee información pública, se cambia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emulador presenta el mismo UID, pero el lector exige respuesta criptográfica y contador coherente. La copia falla. El informe distingue la exposición del identificador de la resistencia de…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UID — Identificador de tag; su estabilidad y seguridad dependen de tecnología.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Anticolisión — Procedimiento para seleccionar tags presentes simultáneamente.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Challenge-response — Autenticación que prueba conocimiento sin repetir una respuesta fija.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Replay — Reutilización de una comunicación anterior.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Sector/block — Organización de memoria presente en algunas familias de tarjetas.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identifica la tecnología, separa UID, memoria, criptografía y backend, reproduce una prueba solo con tarjetas propias y calibra la conclusión al control realmente…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RFID LF (125 kHz): tags simples tipo EM4100/HID Prox que suelen transmitir solo un ID sin cifrado. Característica: clonables trivialmente.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NFC (13.56 MHz): subconjunto de HF para comunicación de corto alcance (pagos, tags NTAG). Característica: soportado por smartphones.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MIFARE Classic: tarjeta HF con el cifrado propietario Crypto-1. Característica: roto; sus claves se recuperan en segundos/minutos.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Proxmark3: herramienta versátil de lectura/escritura/emulación RFID LF y HF. Característica: soporta ataques a MIFARE y clonado.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Ataque nested/darkside: técnicas que explotan debilidades de Crypto-1 para recuperar claves de sectores. Característica: requieren al menos una clave o son de fuerza reducida.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Magic card: tarjeta con bloque 0 regrabable que permite fijar un UID arbitrario. Característica: usada para clonar MIFARE Classic.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Proxmark3 (RDV4/Easy) con firmware Iceman, o ACR122U para NFC básico.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libnfc/mfoc/mfcuk en Linux para MIFARE; NFC Tools en móvil.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Tarjetas y tags propios; magic cards para pruebas de clonado.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tus tags: con lf search y hf search determina la tecnología de tarjetas propias.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LF simple: lee un EM4100 propio (lf em 410x reader) y observa que solo entrega un 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HF/NFC: con hf 14a info obtén UID, ATQA/SAK y el tipo de MIFARE.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Ataca MIFARE Classic (propia): ejecuta hf mf autopwn (o mfoc) para recuperar claves de los sectores.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Vuelca la tarjeta: genera el dump completo y ábrelo para inspeccionar los datos de los bloques.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Clona a magic card: escribe el dump y fija el UID en una magic card y verifica que el lector la reconoce igual.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NTAG/NDEF: lee un tag NTAG213 propio y su registro NDEF con NFC Tools.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y clasifica tres tags propios por frecuencia y estándar.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el ID de un tag LF EM4100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Recupera las claves de una MIFARE Classic propia y explica qué ataque se usó.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Vuelca y analiza los sectores de una tarjeta propia.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Clona un tag propio a una magic card y verifica la lectura.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tres recomendaciones para endurecer un sistema de acceso por proximidad.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Recupera todas las claves de una tarjeta MIFARE Classic de tu propiedad, vuelca su contenido y clónala a una magic card. Criterio de aceptación: el clon es reconocido por el mismo lector que la…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hf search no detecta nada — Tag HF fuera de antena o es LF; prueba lf search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autopwn no recupera claves — Tarjeta no es Classic (DESFire) o hardened; usa otra técnica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emulación de UID no funciona en el lector — El sistema valida memoria, autenticación, estado o backend. Documenta qué capa rechazó la tarjeta; no intentes copiar una credencial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Magic card rechaza el UID — Tipo de magic (gen1a/gen2) equivocado; usa el comando adecuado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Lecturas intermitentes — Mala posición/antena; centra el tag sobre la antena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MIFARE Classic sigue en uso si su cifrado está roto?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costo e inercia de despliegue. Muchos sistemas heredados no se han migrado, aunque las alternativas seguras (DESFire) existen desde hace años.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¿Clonar un tag LF es realmente tan fácil?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Sí: la mayoría solo emite un ID sin autenticación, así que leerlo y reescribirlo en un tag regrabable basta. Por eso no debe usarse como único control de acceso.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clonar tarjetas de pago o transporte con esto?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de forma útil ni legal: los sistemas de pago usan criptografía fuerte y validación en backend; intentarlo es fraude.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Proxmark3 (Iceman): &lt;https://github.com/RfidResearchGroup/proxmark3&gt;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libnfc/mfoc: &lt;https://github.com/nfc-tools&gt;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Investigación sobre Crypto-1 (Nohl, Garcia et al.) — publicaciones académicas de la ruptura de MIFARE.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Practical IoT Hacking, caps. de RFID — Chantzis et 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31a62510110e1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53512"/>
            <a:ext cx="8229600" cy="15910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