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267 — Hacking de firmware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obtener, desempaquetar y analizar el firmware de un dispositivo embebido para descubrir credenciales, claves, binarios vulnerables y backdoors, y a emular el firmware para pruebas…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Obtener firmware por descarga oficial, volcado de flash o interceptación OTA.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el sistema de ficheros con binwalk y utilidades relacionadas.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estáticamente binarios, scripts y configuraciones en busca de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Emular el firmware o binarios con QEMU/FAT para pruebas dinámicas.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la seguridad de la actualización (firma, cifrado) del firmware.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Reportar hallazgos con evidencia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Obtención del firmware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Formatos y binwalk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Sistemas de ficheros (SquashFS, JFFS2)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Búsqueda de secretos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Análisis de binarios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Emulación con QEMU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Seguridad de la actualización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imagen puede contener cabecera del fabricante, bootloader, kernel, device tree, rootfs, configuración, particiones de recuperación y firma. binwalk reconoce patrones; un patrón es candidato, 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busca cuentas, scripts de inicio, certificados, claves privadas, servicios y mecanismos de actualización. Una cadena encontrada puede ser una clave pública o dato de prueba; se valida…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Firmar actualizaciones protege autenticidad e integridad si la raíz de confianza y la verificación están protegidas. Anti-rollback evita instalar una versión antigua firmada pero vulnerable. NIST SP…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emulación rara vez reproduce hardware, drivers, secure elements o nube. Sirve para observar servicios bajo supuestos y debe marcarse como parcial. Una prueba que funciona en QEMU no demuestra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Dos imágenes oficiales contienen la misma clave privada de servidor. La evidencia se confirma comparando huellas en unidades propias. El problema no es solo «secreto en firmware»: una clave…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Rootfs — Sistema de archivos raíz usado por el runtime embebido.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Bootloader — Código inicial que prepara y carga etapas posteriores.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Anti-rollback — Control que rechaza versiones anteriores aun si están firmadas.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Root of trust — Componente protegido en el que comienza una decisión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 parcial — Ejecución aproximada que no reproduce todo el hardware.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conserva offsets y hashes, distingue detección de validación, explica firma y rollback, identifica una exposición con flujo de uso y limita las conclusiones de la…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binwalk: herramienta que identifica y extrae firmas de archivos dentro de una imagen de firmware. Característica: automatiza la extracción del sistema de ficheros.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SquashFS: sistema de ficheros comprimido de solo lectura muy común en IoT. Característica: se monta/extrae con unsquashfs.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Firmware Analysis Toolkit (FAT)/Firmadyne: entorno de emulación de firmware con QEMU. Característica: permite ejecutar la interfaz web del dispositivo sin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Bootloader (U-Boot): cargador de arranque de sistemas embebidos. Característica: su consola puede permitir volcar/flashear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de firmware: verificación criptográfica de integridad y origen del OTA. Característica: si falta, se puede instalar firmware modificado.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Entropía: medida de aleatoriedad; alta entropía sugiere cifrado o compresión. Característica: ayuda a detectar particiones cifradas.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para binarios extraídos; qemu-user para ejecutar binarios ARM/MIPS.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Obtén el firmware: descarga la imagen oficial de un router propio o usa DVRF/IoTGoat.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 la imagen: binwalk firmware.bin y observa entropía con binwalk -E para detectar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rootfs: binwalk -e o unsquashfs; localiza /etc, /bin, /www.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Caza secretos: busca shadow/passwd, claves privadas, certificados, cadenas de conexión y credenciales hardcodeadas.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binarios: identifica servicios (httpd, telnetd) y ábrelos en Ghidra buscando funciones peligrosas (strcpy, system).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Emula: ejecuta el firmware con FAT/Firmadyne y accede a su interfaz web para pruebas dinámicas.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el OTA: analiza si la imagen está firmada/cifrada e intenta comprender el mecanismo de actualización.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sistema de ficheros de una imagen de práctica y lista sus servicios de arranque.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al menos una credencial o clave embebida y explica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la entropía de la imagen y argumenta si está cifrada.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en Ghidra un uso peligroso de system() en un binario del firmware.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 el firmware y accede a su panel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si la actualización del dispositivo está firmada.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una imagen de firmware (propia o de práctica) y produce un informe con al menos dos hallazgos: una credencial/clave embebida y una función potencialmente vulnerable en un binario. Criterio de…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binwalk no extrae nada — Firmware cifrado (alta entropía); busca la clave o vuelca el flash directamente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unsquashfs falla — Variante/compresión no estándar (LZMA/XZ); usa binwalk con soporte o sasquatch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 no arranca la web — Falta NVRAM/hardware; usa Firmadyne que la simula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Binario no corre en QEMU — Arquitectura equivocada; usa qemu-&lt;arch&gt; correcto y libs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veo un blob — Partición única; segméntala por offsets de binwalk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obtengo el firmware si no hay descarga oficial?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Puedes volcarlo del chip de flash por SPI/JTAG (clase 268), interceptar una actualización OTA, o extraerlo desde la app/nube del fabricante.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el firmware está cifrado?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la clave en el bootloader o en una versión previa sin cifrar, o vuelca la RAM/flash tras el descifrado en tiempo de ejecución mediante acceso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emulación reemplaza al hardware real?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muchas pruebas de la interfaz web y servicios sí, pero periféricos y comportamiento dependiente de hardware requieren el dispositivo físico.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Firmware Security Testing Methodology: &lt;https://github.com/scriptingxss/owasp-fstm&gt;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binwalk: &lt;https://github.com/ReFirmLabs/binwalk&gt;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Firmware Analysis Toolkit / Firmadyne: &lt;https://github.com/attify/firmware-analysis-toolkit&gt;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Practical IoT Hacking, caps. de firmware — Chantzis et 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23b08cc4dec47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15768"/>
            <a:ext cx="8229600" cy="2066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