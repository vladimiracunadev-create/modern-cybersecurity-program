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265 — Ingeniería inversa de aplicaciones móviles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la ingeniería inversa (RE) de aplicaciones móviles combinando análisis estático (desensamblado y decompilación de bytecode/nativo) con análisis dinámico (instrumentación con Frida). El alumno…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Decompilar APK (smali/Java) y binarios nativos Mach-O/ELF (.so).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Navegar código en Ghidra/jadx para reconstruir la lógica de una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Instrumentar funciones en runtime con Frida (hooks, tracing, modificación de retornos).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y evadir ofuscación y anti-tampering (checks de integridad, anti-debug).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Parchear smali o binarios y recompilar/reempaquetar una app propia.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el proceso de RE de forma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Formatos: DEX, Mach-O, ELF, .so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Desensamblado y decompilación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Análisis dinámico con Frida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Tracing y hooking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Ofuscación y su análisis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Anti-tampering y anti-debug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Parcheo y reempaquetado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Android, APK contiene manifiesto, recursos, DEX y posiblemente bibliotecas ELF; en iOS, el bundle contiene Mach-O, recursos y metadatos. Descompilar produce una aproximación, no el fuente…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comienza por puntos de entrada y flujos de datos, no por leer cada función. Strings, URLs, APIs criptográficas y llamadas nativas orientan; referencias cruzadas revelan quién usa un valor. JNI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ofuscación eleva coste y reduce señales; no reemplaza proteger secretos ni autorizar en servidor. Reempaquetar una app propia sirve para comprender firma e integridad. Distribuir una app…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JADX muestra una constante llamada APIKEY. La traza revela que identifica el cliente ante un servicio público y que toda operación sensible requiere token por usuario. Se reporta exposición de…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DEX — Bytecode ejecutado por Android Runtime.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Mach-O — Formato de ejecutables de plataformas Apple.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JNI/bridge — Interfaz entre código gestionado y nativo.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 cruzada — Relación entre uso y definición en un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Reempaquetado — Reconstrucción y firma de una copia autorizada para laboratorio.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RE móvil cuando conserva el artefacto, cruza capas gestionada y nativa, formula hipótesis desde flujos, las valida dinámicamente y calibra el impacto sin confundir nombres u…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DEX (Dalvik Executable): bytecode de Android; se desensambla a smali y se decompila a Java aproximado. Característica: legible con jadx.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Ghidra: suite de RE de la NSA para binarios nativos con decompilador a C. Característica: gratuita y potente para ARM/.so/Mach-O.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frida-trace: genera handlers automáticos para funciones y registra sus llamadas. Característica: descubre el flujo sin leer todo el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Ofuscación: transformación que dificulta la lectura (renombrado, control-flow flattening, cadenas cifradas). Característica: aumenta el coste, no lo impide.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Anti-tampering: comprobaciones de integridad (firma, checksums) que detectan modificación. Característica: se evaden hookeando el check.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Reempaquetado: recompilar una app modificada y volver a firmarla. Característica: requiere una clave de firma propia.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objetivo legítimo: un CrackMe de Android/iOS o una app propia con un "secreto" a recuperar.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Decompila: ábrela en jadx y localiza la clase/método que valida el secreto o realiza la lógica de interés.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el nativo: si la lógica está en un .so, cárgalo en Ghidra y estudia la función exportada relevante.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 con Frida: hookea la función de validación, registra sus argumentos y su valor de retorno.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 el retorno: cambia el resultado de la función (p. ej. forzar true) y observa el cambio de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anti-tampering: si la app comprueba su firma, localiza el check y neutralízalo con un hook.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Parchea estáticamente: edita el smali correspondiente, recompila con apktool, firma con tu clave e instala la app modificada.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CrackMe de Android recuperando el secreto solo con análisis estático.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Frida que imprima los argumentos de una función de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en Ghidra una función nativa y renómbrala/anota según su propósito.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Evade un check de detección de debugger con un hook.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Parchea una condición en smali y demuestra el nuevo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esfuerzo de resolver el reto por vía estática vs. dinámica.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CrackMe móvil y recupera su secreto/flag por dos vías independientes: una estática (leyendo/parcheando el código) y una dinámica (hook con Frida). Criterio de aceptación: documentas ambos…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jadx muestra // decompilation failed — Ofuscación agresiva; recurre a smali o análisis dinámico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 no engancha la función — Nombre/firma mal escritos o cargada tarde; usa frida-trace para descubrir símbolos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 reempaquetada no instala — No está firmada o firma inválida; fírmala con apksigner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 detecta el parche — Anti-tampering activo; evádelo con un hook antes de parchear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no reconoce el .so — Arquitectura equivocada; selecciona el binario ARM correcto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¿Estático o dinámico: cuál uso primero?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Suelen combinarse. El estático da el mapa general; el dinámico confirma comportamiento y sortea ofuscación de cadenas y control de flujo.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ofuscación hace imposible el 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Aumenta tiempo y dificultad. La instrumentación puede observar ejecuciones concretas, pero no garantiza cubrir todas las rutas y puede alterar comportamiento; se combina con análisis estático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.so requiere Ghidra y el DEX 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DEX es bytecode de alto nivel decompilable casi a Java; el .so es código máquina ARM/x86 que necesita un decompilador de binarios nativos como Ghidra.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Ghidra: &lt;https://ghidra-sre.org/&gt;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jadx: &lt;https://github.com/skylot/jadx&gt; · Frida handbook: &lt;https://frida.re/docs/&gt;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MASTG — Reverse Engineering: &lt;https://mas.owasp.org/MASTG/0x04c-Tampering-and-Reverse-Engineering/&gt;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Mobile Application Hacker's Handbook, caps. de 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c81dd2717f00e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63824"/>
            <a:ext cx="8229600" cy="11704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