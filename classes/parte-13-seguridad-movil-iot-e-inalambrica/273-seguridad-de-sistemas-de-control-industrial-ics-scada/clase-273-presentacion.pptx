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273 — Seguridad de sistemas de control industrial (ICS/SCADA)</a:t>
            </a:r>
          </a:p>
          <a:p>
            <a:r>
              <a:rPr sz="1600">
                <a:solidFill>
                  <a:srgbClr val="2E8B57"/>
                </a:solidFill>
              </a:rPr>
              <a:t>parte 13 seguridad movil iot e inalambrica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la seguridad de sistemas de control industrial y SCADA donde un fallo puede tener consecuencias físicas. El alumno estudiará Purdue como referencia, zonas y conductos y las propiedades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modelo Purdue y la segmentación TI/OT.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los protocolos ICS carecen de autenticación y cifrado.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dispositivos y protocolos ICS con herramientas seguras.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tráfico Modbus/DNP3 en Wireshark.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Interactuar con un PLC simulado para leer/escribir registros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controles de IEC 62443 y NIST SP 800-82 a un caso.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ICS vs. TI: prioridades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Modelo Purdue y zonas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Componentes: PLC, HMI, RTU, DCS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Protocolos (Modbus, DNP3, S7)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Enumeración segura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Casos: Stuxnet, TRITON, Ukraine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IEC 62443 y SP 800-82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OT mide o cambia el mundo: PLC ejecuta lógica, HMI presenta estado, estaciones de ingeniería modifican programas y sistemas de seguridad llevan el proceso a condición segura. La consecuencia puede…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Zonas y conductos agrupan activos por función y riesgo y controlan flujos necesarios. El modelo Purdue es una referencia, no una topología obligatoria ni un firewall por nivel. Inventario y diagramas…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Protocolos como Modbus/TCP fueron diseñados sin autenticación en muchos despliegues. Encapsular, segmentar y restringir comandos reduce exposición, pero el control también necesita identidad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regla permite todo desde la estación de ingeniería porque «es de confianza». Su cuenta comprometida puede modificar múltiples PLC. El equipo limita destino, función y ventana, usa jump host con…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PLC — Controlador que ejecuta lógica sobre entradas y salidas.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HMI — Interfaz para observar y operar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Zona/conducto — Agrupación y comunicación controlada según riesgo y función.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SIS — Sistema independiente destinado a llevar el proceso a estado seguro.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Passive monitoring — Observación sin generar sondeo hacia activos 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OT cuando relaciona activo con consecuencia física, propone zonas y flujos necesarios, prioriza descubrimiento pasivo y diseña cambio, backup y recuperación con participación de…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SCADA: sistema de supervisión y adquisición de datos que monitoriza y controla procesos distribuidos. Característica: prioriza disponibilidad y tiempo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PLC (Controlador Lógico Programable): dispositivo que ejecuta la lógica de control de un proceso físico. Característica: acepta comandos de escritura sin autenticar en muchos protocolos.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Purdue: arquitectura de referencia por niveles (0 proceso físico a 5 red corporativa). Característica: guía la segmentación entre OT y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Modbus/TCP tradicional: protocolo industrial simple que no incorpora autenticación ni cifrado en su forma base. Característica: el acceso de red y controles externos determinan quién puede intentar…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DNP3: protocolo común en servicios eléctricos/agua. Característica: más rico que Modbus pero también inseguro sin Secure Authentication.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 desmilitarizada industrial (iDMZ): capa intermedia entre TI y OT. Característica: control de flujo estricto entre niveles Purdue.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Simuladores: Conpot (honeypot ICS), GRFICS (planta virtual), OpenPLC, ModbusPal, PLC de práctica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con disectores Modbus/DNP3, nmap con scripts NSE ICS (solo contra simuladores), pymodbus.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el laboratorio: despliega OpenPLC/GRFICS o Conpot en una red aislada.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modelo Purdue del entorno simulado: ubica proceso, PLC, HMI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de forma segura: con nmap contra el simulador, identifica el puerto 502 y usa modbus-discover.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el protocolo: captura tráfico Modbus en Wireshark y descompón funciones (read/write coils, holding registers).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Interactúa con el PLC: con pymodbus lee registros y, en tu simulador, escribe un valor observando el efecto en la HMI/proceso simulado.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Estudia casos reales: analiza cómo Stuxnet, la red eléctrica de Ucrania y TRITON comprometieron OT y qué controles habrían ayudado.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defensas: segmentación Purdue/iDMZ, monitorización pasiva, allowlisting, IEC 62443 zonas y conductos.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tres diferencias de prioridades entre seguridad TI y 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PLC, HMI, historiador y firewall en los niveles del modelo Purdue.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un PLC Modbus simulado y lista sus registros.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Descompón una transacción Modbus capturada indicando función y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registro en tu simulador y describe el impacto en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 un incidente ICS real y los controles IEC 62443 que lo habrían mitigado.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un PLC simulado propio, demuestra la ausencia de autenticación de Modbus: lee y modifica un holding register y observa el cambio reflejado en la HMI/proceso simulado. Criterio de aceptación…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detiene el proceso — Nunca escanees producción; usa solo simuladores y escaneo pasivo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no descompone Modbus — Puerto no estándar; fuerza el disector "Decode As" TCP/502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pymodbus no conecta — Firewall/segmentación o IP/puerto erróneos; verifica el simulador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Registros vacíos — Dirección/función incorrecta; revisa el mapa de memoria del PLC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coils y registers — Tipos de datos distintos; consulta la especificación Modbus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no puedo escanear un ICS como una red TI normal?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muchos dispositivos OT son frágiles: un escaneo agresivo puede colgar un PLC y detener un proceso físico con consecuencias graves. En OT se prioriza el análisis pasivo.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los protocolos industriales no tienen cifrado?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diseñaron hace décadas para redes aisladas y deterministas, priorizando latencia y fiabilidad. La convergencia TI/OT los expuso sin que su diseño evolucionara.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marco debo seguir para asegurar OT?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IEC 62443 (zonas y conductos, niveles de seguridad SL) y NIST SP 800-82 son las referencias centrales para arquitectura y controles.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800-82 Rev. 3: &lt;https://csrc.nist.gov/pubs/sp/800/82/r3/final&gt;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ISA/IEC 62443: &lt;https://www.isa.org/standards-and-publications/isa-standards/isa-iec-62443-series-of-standards&gt;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for ICS: &lt;https://attack.mitre.org/matrices/ics/&gt;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Conpot: &lt;https://github.com/mushorg/conpot&gt; · GRFICS: &lt;https://github.com/Fortiphyd/GRFICSv2&gt;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6dc55456b7da57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186" y="1097280"/>
            <a:ext cx="5531628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