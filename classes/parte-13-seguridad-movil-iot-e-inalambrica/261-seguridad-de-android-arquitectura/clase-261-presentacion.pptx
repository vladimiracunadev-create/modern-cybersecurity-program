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261 — Seguridad de Android: arquitectura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el modelo de seguridad de Android de extremo a extremo —desde el kernel Linux y SELinux hasta el sandbox de aplicaciones, el modelo de permisos y el almacenamiento de claves— para poder…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capas de la pila Android (kernel, HAL, ART, framework, apps) y su rol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cómo el sandbox por UID y SELinux aíslan aplicaciones entre sí.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modelo de permisos (install-time, runtime, permisos peligrosos) y sus abusos.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dónde y cómo Android almacena secretos (Keystore, SharedPreferences, cifrado de disco).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componentes de una app (Activities, Services, Broadcast Receivers, Content Providers) y su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impacto de rootear un dispositivo sobre las garantías del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Pila Android y arranque verificado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Sandbox por UID y SELinux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de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Componentes de aplicación e IPC (Intents)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Android Keystore y almacenamiento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Firma de APK y actualización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Root y su impacto en el modelo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asigna normalmente un UID Linux distinto a cada aplicación. El kernel separa procesos y archivos; SELinux añade control obligatorio; el framework media permisos e IPC; y Verified Boot protege…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Activity, Service, BroadcastReceiver o ContentProvider puede abrir una frontera mediante Binder. Declarar un permiso no basta si el componente queda exportado sin necesidad o confía en datos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Keystore permite crear claves no exportables y, según dispositivo y configuración, respaldadas por hardware. Esto no significa que todo dato cifrado quede seguro: el proceso autorizado puede pedir…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guarda informes en su directorio privado, pero exporta un ContentProvider que acepta cualquier identificador. El sandbox funciona exactamente como fue diseñado: otra app no lee archivos…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UID de aplicación — Identidad Linux usada para aislar procesos y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Binder — Mecanismo principal de IPC en Android.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Componente exportado — Punto de entrada accesible desde otras aplicaciones según manifiesto y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Verified Boot — Cadena de verificación de integridad de componentes de arranque.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Keystore — Servicio para claves y operaciones criptográficas con opciones de respaldo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arquitectura cuando sigue una solicitud desde otra app hasta el recurso, identifica qué capa decide, explica los límites de sandbox y Keystore y propone una prueba verificable…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 de aplicación: cada app corre con un UID Linux único; el kernel impide que una acceda a los ficheros de otra. Característica clave: aislamiento por proceso, no por confianza en 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SELinux (enforcing): control de acceso obligatorio (MAC) que confina incluso a root mediante políticas. Característica: reduce el impacto de una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 peligroso (dangerous): permiso que da acceso a datos privados (contactos, ubicación, cámara) y requiere consentimiento del usuario en runtime desde Android 6. Característica: revocable por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Keystore: servicio para crear y usar claves con restricciones; algunas pueden estar respaldadas por TEE o StrongBox. Característica: el material configurado como no exportable se usa mediante…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 Provider: componente que expone datos estructurados vía URI content://. Característica: si está exported sin permisos, otras apps leen sus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 signing (v2/v3): firma del paquete que garantiza que no fue alterado desde su publicación. Característica: la clave del desarrollador ancla la identidad de la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Studio + AVD (emulador) o un dispositivo físico de pruebas de tu propiedad.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(Android Debug Bridge), incluido en platform-tools.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Emulador con imagen Google APIs (no Play Store) para obtener acceso root fácilmente.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dispositivo con Magisk para root en hardware real, solo en equipo propio.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un AVD con API 30+ e imagen Google APIs. Arráncalo desde Android Studio o con emulator -avd &lt;nombre&gt; -writable-system.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el sandbox: instala una app de prueba y localiza su UID: adb shell pm list packages -U | grep &lt;paquete&gt;. Observa que su directorio /data/data/&lt;paquete&gt; no es legible por otras apps.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SELinux: ejecuta adb shell getenforce. Consulta el contexto de un proceso con adb shell ps -Z.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permisos de una app instalada: adb shell dumpsys package &lt;paquete&gt; | sed -n '/requested permissions/,/install permissions/p'.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 componentes exportados: extrae el APK (adb shell pm path &lt;paquete&gt; + adb pull) y ábrelo con aapt dump xmltree base.apk AndroidManifest.xml buscando android:exported="true".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Keystore: con una app de ejemplo que genere una clave, observa que el material no aparece en el sistema de ficheros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Rootea el emulador: adb root (en imágenes de ingeniería) y comprueba cómo ahora adb shell accede a /data/data/ de cualquier app: constata que el root anula el sandbox.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un diagrama de la pila Android indicando en qué capa vive cada control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cinco permisos "peligrosos" y explica qué dato o hardware protege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SharedPreferences en claro vs. EncryptedSharedPreferences y di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un APK real (propio) todos los componentes exported y clasifica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por qué SELinux mitiga una vulnerabilidad de escalada a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diferencia entre TEE y StrongBox para el respaldo del Keystore.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app de prueba (por ejemplo, una que tú compiles) y produce un inventario de superficie de ataque local: tabla con todos sus componentes, su estado exported, permisos requeridos y dónde…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adb: no devices/emulators found — El servidor adb no ve el AVD; reinícialo con adb kill-server &amp;&amp; adb start-server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adbd cannot run as root in production builds — Imagen Play Store; usa una imagen Google APIs o de ingeniería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al leer /data/data — El sandbox lo impide sin root; usa un AVD rooteable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getenforce devuelve Permissive — Imagen de desarrollo; en producción SELinux está en Enforcing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Manifiesto ilegible tras apktool — Falta reconstruir recursos; usa aapt dump xmltree sobre el APK original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sandbox de Android me protege aunque instale una app maliciosa?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Limita su acceso a otras apps y al sistema, pero la app maliciosa sigue pudiendo abusar de los permisos que le concedas y de componentes mal expuestos por otras apps.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¿Rootear cambia el modelo de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Introduce autoridad y software que pueden eludir controles y puede alterar garantías de arranque, según método y dispositivo. En laboratorio facilita observación, pero las conclusiones deben…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deberían guardarse las claves criptográficas de una app?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Android Keystore con las restricciones apropiadas y respaldo hardware cuando el dispositivo lo ofrezca. SharedPreferences puede almacenar configuración no secreta, pero no material de clave en…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Android Platform Overview: &lt;https://mas.owasp.org/MASTG/0x05a-Platform-Overview/&gt;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Security Model (documentación oficial): &lt;https://source.android.com/docs/security&gt;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Keystore System: &lt;https://developer.android.com/training/articles/keystore&gt;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cap. Android — Chell, Erasmus, Colley, Whitehouse.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fe8e43579029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86" y="1097280"/>
            <a:ext cx="410982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