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072 — Metasploit Framework: arquitectura y uso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comprenderá la arquitectura interna de Metasploit Framework —módulos, datastore, base de datos y workspaces— y adquirirá soltura operando msfconsole: buscar módulos, leer su documentación…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los seis tipos de módulos de Metasploit (exploit, payload, auxiliary, post, encoder, nop) y su función en la cadena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Inicializar la base de datos de Metasploit y organizar el trabajo en workspaces separados por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Buscar, seleccionar y configurar módulos usando search, use, set, setg y options.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Importar resultados de Nmap dentro de Metasploit para poblar hosts y servicios automáticamente.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módulos auxiliares de escaneo y enumeración sin necesidad de un exploit.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separar el datastore global del local evita errores de configuración en engagements con múltiples objetivos.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Arquitectura: exploit, payload, auxiliary, post, encoder, nop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msfconsole y comandos base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Base de datos PostgreSQL y msfdb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Workspaces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Datastore: set vs setg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Importación de Nmap (dbnmap, dbimport)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Módulos auxiliares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es el marco de explotación más usado del mundo, y su valor no está en tener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exploits sino en estandarizar la cadena de ataque: descubrir, explotar, cargar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payload, mantener acceso y hacer post-explotación, todo con una interfaz común y una base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que recuerda lo aprendido. Entender su arquitectura de módulos es lo que separa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usarlo con criterio de copiar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seis tipos de módulo, y cada uno cumple un rol distinto en la cadena. Los exploits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aprovechan una vulnerabilidad concreta para conseguir ejecución. Los payloads son 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Exploit: módulo que aprovecha una vulnerabilidad específica de un servicio o software. Característica clave: siempre se combina con un payload para lograr ejecución de código en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Payload: código que se ejecuta tras una explotación exitosa (ej. shell de comandos, Meterpreter). Característica clave: puede ser staged (se envía en etapas) o stageless (se envía completo de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Auxiliary: módulo sin payload asociado, usado para escaneo, fuzzing o fuerza bruta. Característica clave: es la herramienta principal para enumeración profunda dentro del propio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Post: módulo que se ejecuta sobre una sesión ya establecida. Característica clave: automatiza tareas de post-explotación como recolección de credenciales o información del sistema.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Datastore: almacén interno de variables de configuración (RHOSTS, LHOST, LPORT, etc.). Característica clave: setg fija un valor global visible para todos los módulos, mientras set lo fija solo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Workspace: contenedor lógico dentro de la base de datos de Metasploit que agrupa hosts, servicios y hallazgos de un mismo engagement. Característica clave: separa físicamente los datos de distintos…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msfdb: utilidad de inicialización y gestión de la base de datos PostgreSQL que respalda a Metasploit. Característica clave: sin ella, Metasploit funciona pero pierde persistencia entre sesiones.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 Framework — Marco de explotación que estandariza la cadena de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— Unidad funcional del framework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Exploit — Módulo que aprovecha una vulnerabilidad para lograr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— Código que se ejecuta tras el éxito del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Auxiliary — Módulo de escaneo, enumeración o fuzzing sin explotar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 — Módulo que opera sobre una sesión ya establecida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 Linux o Parrot OS con Metasploit Framework preinstalado (msfconsole --version para confirmar).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PostgreSQL como backend de base de datos, gestionado por msfdb.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Metasploitable2 desplegada en una red interna aislada (host-only) como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para el reconocimiento previo que luego se importará a Metasploit.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Inicialización recomendada: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Arranca la consola y confirma el estado de la base de datos: msfconsole -q seguido de dbstatus.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y selecciona un workspace dedicado al laboratorio: workspace -a labparte3 y luego workspace labparte3.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escaneo de Nmap directamente desde Metasploit para poblar la base de datos: dbnmap -sV -p- 192.168.56.101.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los datos importados con hosts y services; confirma que aparecen los puertos y versiones detectados.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módulos relacionados con un servicio identificado, por ejemplo vsftpd: search vsftpd.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el módulo correspondiente y revisa su documentación: use exploit/unix/ftp/vsftpd234backdoor seguido de info.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las opciones requeridas con options y fíjalas: set RHOSTS 192.168.56.101.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set y setg con un ejemplo concreto de RHOSTS y LHOST.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seis tipos de módulos de Metasploit y da un caso de uso real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Importa un archivo XML de Nmap generado previamente con dbimport y verifica los hosts cargados.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módulo auxiliar para detectar la versión de SSH del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dos workspaces distintos y demuestra, mostrando hosts en cada uno, que los datos no se mezclan.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módulos con search combinando type:exploit y platform:unix y explica qué representa cada filtro.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Dejar un workspace de laboratorio completamente poblado: hosts descubiertos, servicios con versión importados desde Nmap, y al menos un módulo auxiliar ejecutado con su resultado documentado.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comando hosts muestra el objetivo de laboratorio, services lista al menos tres servicios con su versión, y existe al menos una entrada generada por un módulo auxiliar…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dbstatus responde "No connection" — PostgreSQL detenido o msfdb no inicializada; ejecutar sudo systemctl start postgresql y luego msfdb init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search devuelve cientos de resultados — Búsqueda sin filtros; usar type:, platform: o cve: para acotar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opciones no persisten al cambiar de módulo — Se usó set en lugar de setg para variables comunes como RHOSTS/LHOST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dbnmap corre pero no aparece nada en hosts — No hay workspace activo o la base de datos no está conectada; verificar con dbstatus y workspace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módulo buscado no existe — Ruta escrita a mano con errores; copiar el path exacto que devuelve search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msfconsole tarda mucho en arrancar — Está reconstruyendo la caché de módulos tras una actualización; es normal la primera vez, esperar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obligatoriamente la base de datos para usar Metasploit?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es obligatoria para lanzar un único exploit, pero es muy recomendable en cualquier engagement real: persiste hosts, servicios, credenciales y loot entre sesiones, algo esencial cuando hay…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real entre un módulo auxiliary y un exploit?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módulos auxiliary no entregan un payload ni buscan ejecución de código; sirven para escaneo, enumeración o fuerza bruta. Los exploit sí buscan ejecutar código en el objetivo y siempre se combinan…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¿Metasploit Pro aporta mucho valor sobre el Framework gratuito?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 añade automatización de flujos, generación de informes y una interfaz gráfica, pero el Framework gratuito cubre la enorme mayoría del contenido técnico necesario para aprender y para ejecutar…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agregar mis propios módulos a Metasploit?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Kennedy, D. et al. "Metasploit: The Penetration Tester's Guide" (No Starch Press) — referencia histórica de arquitectura del framework.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Rapid7, documentación oficial de Metasploit: &lt;https://docs.metasploit.com/&gt;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Offensive Security, Metasploit Unleashed: &lt;https://www.offsec.com/metasploit-unleashed/&gt;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(Penetration Testing Execution Standard), fase de Exploitation: &lt;http://www.pentest-standard.org&gt;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T1595 (Active Scanning) como contexto de la fase previa a la explotación: &lt;https://attack.mitre.org/techniques/T1595/&gt;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65f3c82c41cef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32404"/>
            <a:ext cx="8229600" cy="1033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