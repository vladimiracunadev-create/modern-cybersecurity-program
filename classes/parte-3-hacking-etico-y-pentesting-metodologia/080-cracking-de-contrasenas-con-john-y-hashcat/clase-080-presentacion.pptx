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080 — Cracking de contraseñas con John y Hashcat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aprenderá a recuperar contraseñas en texto claro a partir de hashes obtenidos legítimamente en un laboratorio, usando John the Ripper y Hashcat: identificar el tipo de hash correcto, elegir…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correctamente el tipo de hash y su modo correspondiente en Hashcat (-m) y John (--format).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ataques de diccionario, de reglas, de máscara e híbridos según el contexto del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y aprovechar la aceleración por GPU en Hashcat frente al uso de CPU.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reglas de mutación conocidas (best64, rockyou-30000) sobre wordlists estándar como rockyou.txt.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los KDF lentos (bcrypt, scrypt, Argon2) resisten el cracking masivo por diseño.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una recomendación de política de contraseñas basada en los resultados obtenidos.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Identificación del tipo de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Ataque de diccionario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Reglas de mutación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Ataques de máscara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Ataques híbridos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Aceleración por GPU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Salting y rainbow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post-explotación y la enumeración producen hashes de contraseñas. Algunos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reutilizan directamente (Pass-the-Hash, Clase 078), pero muchos —los de servicios web,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aplicaciones, los que hay que usar en un portal— necesitan la contraseña en claro,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recuperarla es el cracking. La idea es la de la Clase 057 vista desde el 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ofensivo: como un hash no se invierte, se hashean candidatos hasta encontrar uno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coincida. Todo el arte está en generar buenos candidatos rápido.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primer paso, y el que más se falla, es identificar el tipo de hash. John the Ripper 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Tipo/modo de hash: identificador del algoritmo criptográfico usado para generar el hash (NTLM, MD5, SHA-256, bcrypt, sha512crypt). Característica clave: en Hashcat corresponde al parámetro numérico…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conocer qué modo de hash usa cada sistema propio permite a seguridad estimar de antemano cuán rápido podría un atacante crackear una filtración de esas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diccionario: prueba cada palabra de una lista predefinida contra el hash objetivo. Característica clave: extremadamente rápido y efectivo, porque la mayoría de contraseñas humanas derivan…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correr el mismo ataque contra los propios hashes de usuarios (con autorización) identifica contraseñas débiles antes de que lo haga un atacante externo.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Rainbow table: estructura precomputada que relaciona hashes con sus contraseñas de origen para acelerar la búsqueda inversa sin salt. Característica clave: es completamente ineficaz contra hashes…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exigir salt individual por credencial en cualquier sistema propio es un requisito no negociable de cualquier revisión de almacenamiento de contraseñas.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de mutación (rules): conjunto de transformaciones (mayúscula inicial, sufijo numérico, sustitución leet) aplicadas automáticamente a cada palabra de un diccionario. Característica clave…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Cracking — Recuperar la contraseña en claro a partir de su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Identificación de hash — Determinar el algoritmo antes de atacar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John the Ripper / Hashcat — Herramientas de cracking (CPU y GPU)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diccionario — Probar listas de contraseñas conocidas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rockyou — Diccionario clásico de contraseñas filtradas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de mutación — Transforman el diccionario imitando hábitos humanos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John the Ripper: sudo apt install john; ofrece autodetección de formato y es especialmente cómodo en CPU.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Hashcat: sudo apt install hashcat; domina en velocidad cuando hay GPU disponible. Verifica los dispositivos con hashcat -I.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rockyou.txt: wordlist estándar incluida en Kali, descomprimir con gunzip -k /usr/share/wordlists/rockyou.txt.gz.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Reglas: best64.rule incluida por defecto en /usr/share/hashcat/rules/; también existen conjuntos más agresivos como rockyou-30000.rule.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hashid o hashcat --identify: para determinar el tipo de hash antes de lanzar cualquier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Hashes obtenidos exclusivamente en tu propio laboratorio (por ejemplo, con secretsdump.py de una VM propia, o hashes generados manualmente para práctica con openssl passwd o mkpasswd).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GPU con drivers actualizados (opcional pero recomendado): Hashcat aprovecha CUDA/OpenCL; sin GPU, funciona igualmente en modo CPU (-D 1) aunque más lento.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tipo de hash antes de cualquier ataque: hashcat --identify hashes.txt o hashid '$1$xyz$abc...'.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un ataque de diccionario puro con Hashcat (ejemplo para NTLM, modo 1000): hashcat -m 1000 -a 0 hashes.txt /usr/share/wordlists/rockyou.txt.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el ataque añadiendo reglas de mutación: hashcat -m 1000 -a 0 hashes.txt rockyou.txt -r /usr/share/hashcat/rules/best64.rule.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ataque de máscara para contraseñas de 8 caracteres con patrón letra+dígito: hashcat -m 1000 -a 3 hashes.txt '?l?l?l?l?d?d?d?d'.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un ataque híbrido diccionario más máscara (por ejemplo, palabra + año): hashcat -m 1000 -a 6 hashes.txt rockyou.txt '?d?d?d?d'.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el proceso con John the Ripper, que autodetecta el formato: john --wordlist=rockyou.txt hashes.txt y consulta resultados con john --show hashes.txt.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los resultados acumulados en Hashcat: hashcat -m 1000 hashes.txt --show.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tres tipos de hash distintos (por ejemplo NTLM, MD5 y bcrypt) y anota su modo -m correspondiente en Hashcat.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tasa de éxito de un ataque de diccionario puro frente a diccionario más regla best64 sobre el mismo conjunto de hashes.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máscara Hashcat para contraseñas del patrón Nombre2024! y ejecútala.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ataque híbrido (-a 6 o -a 7) combinando diccionario y máscara.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aproximadamente la diferencia de velocidad (hashes por segundo) entre CPU y GPU para el mismo modo de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hash bcrypt con factor de coste 12 cambia radicalmente la estrategia de ataque frente a un NTLM.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a partir de un conjunto de hashes de tu laboratorio (mínimo 10, con al menos dos tipos distintos), crackea el máximo número posible y produce un informe de fortaleza de contraseñas.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alumno documenta el tipo de hash de cada conjunto, el ataque exacto usado para crackearlo, el porcentaje total recuperado, una clasificación de las contraseñas obtenidas…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reporta "No hashes loaded" — El modo -m no coincide con el formato real del hash; confirmar con hashcat --identify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reporta "Separator unmatched" — El archivo mezcla formatos (usuario:hash y hash suelto); limpiar el archivo dejando un formato consistente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Velocidad de cracking muy baja e inesperada — El hash usa un KDF lento por diseño (bcrypt/Argon2) o no hay GPU disponible; ajustar expectativas de tiempo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John no detecta el formato automáticamente — Especificar el formato manualmente con --format=nt o el que corresponda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rockyou.txt no se encuentra — Falta descomprimir /usr/share/wordlists/rockyou.txt.gz con gunzip -k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máscara tarda demasiado — El patrón elegido es demasiado amplio; reducir el espacio con suposiciones más específicas sobre longitud y conjunto de caracteres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usar John the Ripper o Hashcat?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John destaca en CPU, en la variedad de formatos soportados y en su autodetección cómoda. Hashcat domina en velocidad bruta cuando hay GPU disponible. En la práctica profesional se usan ambos según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logro crackear un hash bcrypt o Argon2?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están diseñados deliberadamente para ser lentos y usar salt individual; cada intento de contraseña cuesta un cómputo significativo, a diferencia de MD5 o NTLM que permiten miles de millones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¿Realmente ayudan tanto las reglas de mutación?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de forma considerable: la mayoría de contraseñas humanas son una palabra base con una mutación predecible (mayúscula inicial, año al final, símbolo de cierre). Reglas como best64 capturan…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Qué debo hacer con las contraseñas que logro crackear en un engagement real?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Hashcat, documentación oficial — &lt;https://hashcat.net/hashcat/&gt;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John the Ripper (Openwall) — &lt;https://www.openwall.com/john/&gt;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800-63B, Digital Identity Guidelines - Authentication and Lifecycle Management — &lt;https://pages.nist.gov/800-63-3/sp800-63b.html&gt;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OWASP, Password Storage Cheat Sheet — &lt;https://cheatsheetseries.owasp.org/cheatsheets/PasswordStorageCheatSheet.html&gt;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T1110 Brute Force — &lt;https://attack.mitre.org/techniques/T1110/&gt;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992c43aa52d52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169" y="1097280"/>
            <a:ext cx="4811661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