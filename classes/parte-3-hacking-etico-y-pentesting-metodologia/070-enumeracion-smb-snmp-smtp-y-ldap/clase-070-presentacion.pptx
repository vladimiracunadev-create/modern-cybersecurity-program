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070 — Enumeración: SMB, SNMP, SMTP y LDAP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información detallada de los servicios más jugosos de una red corporativa: recursos compartidos y usuarios por SMB, dispositivos y comunidades por SNMP, cuentas válidas por SMTP y estructura…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shares, usuarios y políticas por SMB con herramientas específicas.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información de dispositivos vía SNMP con comunidades por defecto.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Validar usuarios de correo con comandos SMTP (VRFY/RCPT).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Consultar un directorio LDAP anónimo para mapear la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Correlacionar los datos enumerados con vectores de ataque posteriores.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SMB: shares y sesiones nulas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enum4linux / smbclient / crackmapexec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SNMP y comunidades por defecto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SMTP VRFY/RCPT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LDAP anónimo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Correlación con ataques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Documentación de la enumeración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escaneo dice qué servicios hay; la enumeración interroga a cada uno para sacarle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lo que revela sin autenticación o con credenciales mínimas. Es la fase que más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 el resultado de un pentest y la que peor se hace por prisa, porque su valor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 en una herramienta espectacular sino en la disciplina de preguntarle a cada servicio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exactamente lo que ese servicio suele filtrar. Cuatro protocolos concentran la mayor parte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del botín en una red típica, y cada uno tiene su repertorio.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SMB (puertos 139/445) es la joya de la enumeración en entornos Windows porque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SMB (Server Message Block): protocolo de compartición de archivos de Windows. Característica clave: las sesiones nulas pueden listar shares y usuarios sin credenciales.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Sesión nula: conexión SMB anónima. Característica clave: en sistemas antiguos revela usuarios, grupos y políticas.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SNMP (Simple Network Management Protocol): gestión de dispositivos vía UDP/161. Característica clave: las comunidades public/private suelen quedar por defecto y exponen la MIB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SMTP VRFY/RCPT: comandos que verifican existencia de buzones. Característica clave: permiten enumerar usuarios válidos si el servidor no lo bloquea.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LDAP anónimo: consulta al directorio sin autenticación. Característica clave: puede revelar OUs, usuarios y atributos de Active Directory.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CrackMapExec: navaja suiza para redes Windows/AD. Característica clave: enumera y valida credenciales SMB/LDAP a escala.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— Interrogar cada servicio para extraer todo lo que revela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SMB (139/445) — Protocolo de compartición de Windows; muy rico en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Sesión nula — Conexión SMB sin credenciales que puede filtrar usuarios y shares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Compartición (share) — Recurso publicado por SMB; puede contener secretos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de contraseñas — Umbral de bloqueo; decide la estrategia de spraying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enum4linux / smbclient — Herramientas de enumeración y navegación SMB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Objetivo: Metasploitable o un Windows/AD de laboratorio propio en red aislada.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Sustituye TARGET por la IP de tu objetivo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SMB integral: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Listar shares con smbclient (sesión nula):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con CrackMapExec (shares y usuarios):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SNMP con comunidad por defecto: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de usuarios por SMTP: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LDAP anónima: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todos los shares de tu objetivo e identifica cuáles permiten lectura anónima.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de SNMP la lista de procesos en ejecución del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tres usuarios válidos por SMTP y explica qué comando los reveló.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por LDAP la unidad organizativa (OU) de usuarios.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un usuario SMB con un buzón SMTP: ¿coinciden los nombres?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qué harías con un share de lectura que contenga un script con credenciales.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dossier de enumeración del objetivo: lista de shares con permisos, al menos cinco usuarios, datos SNMP relevantes (SO, procesos o interfaces) y estructura LDAP si aplica.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dossier contiene ≥5 usuarios enumerados con la técnica que los reveló, al menos un share accesible identificado y un dato SNMP concreto (versión de SO o proceso), todo con…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enum4linux sin usuarios — Sesiones nulas deshabilitadas; prueba con credenciales de bajo privilegio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snmpwalk "Timeout" — Comunidad incorrecta o puerto filtrado; prueba private o -v1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SMTP no responde a VRFY — El servidor lo deshabilitó; usa RCPT TO como alternativa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ldapsearch "Operations error" — Falta base DN; especifica -b con el dominio correcto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MIBs numéricas ilegibles — Instala snmp-mibs-downloader y descomenta mibs en snmp.conf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SMB es tan valioso en un pentest?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concentra archivos, usuarios y, a menudo, credenciales en scripts o configuraciones. Además, es la puerta a ataques de AD como Pass-the-Hash o relay.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¿SNMP sigue siendo relevante hoy?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sobre todo en impresoras, routers y switches donde public nunca se cambió. SNMPv3 con autenticación es lo recomendable, pero muchos equipos siguen en v1/v2c.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enumeración SMTP funciona siempre?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Muchos servidores modernos deshabilitan VRFY y devuelven la misma respuesta para usuarios válidos e inválidos, frustrando la enumeración.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hago si LDAP permite bind anónimo?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Kim, P. The Hacker Playbook 3 (2018).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CrackMapExec — &lt;https://www.crackmapexec.wiki/&gt;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enum4linux — &lt;https://labs.portcullis.co.uk/tools/enum4linux/&gt;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T1087 Account Discovery — &lt;https://attack.mitre.org/techniques/T1087/&gt;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5e4449ec220d9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26564"/>
            <a:ext cx="8229600" cy="30449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