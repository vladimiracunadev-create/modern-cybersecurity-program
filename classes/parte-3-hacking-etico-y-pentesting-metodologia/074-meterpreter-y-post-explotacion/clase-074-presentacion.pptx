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074 — Meterpreter y post-explotación</a:t>
            </a:r>
          </a:p>
          <a:p>
            <a:r>
              <a:rPr sz="1600">
                <a:solidFill>
                  <a:srgbClr val="2E8B57"/>
                </a:solidFill>
              </a:rPr>
              <a:t>parte 3 hacking etico y pentesting metodologia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dominará Meterpreter, el payload avanzado de Metasploit que se ejecuta en memoria, y las tareas fundamentales de post-explotación: reconocimiento del sistema comprometido, migración de…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Operar los comandos esenciales de Meterpreter sobre sistema de archivos, procesos y 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Migrar Meterpreter a un proceso más estable para sobrevivir al cierre del proceso explotado originalmente.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Recolectar información del sistema comprometido y credenciales mediante módulos post.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Intentar elevar privilegios con getsystem y evaluar honestamente cuándo esta técnica funciona y cuándo 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Documentar el loot obtenido (hashes, archivos, capturas) como evidencia reproducible para un informe de pentesting.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Justificar el tratamiento seguro y confidencial de las credenciales extraídas durante un engagement.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Arquitectura de Meterpreter (ejecución en memoria)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Comandos de sistema, archivos y procesos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migrate y estabilidad de la sesión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Recolección de credenciales (hashdump, kiwi)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Módulos post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getsystem y elevación de privilegios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Loot y evidencias en la base de datos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Conseguir una shell es donde muchos aficionados celebran y donde el pentester profesional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empieza. El objetivo de un pentest no es "entrar", sino demostrar hasta dónde puede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llegar un atacante y qué impacto real tendría: qué datos, qué privilegios, qué alcance en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red. Esa es la fase de post-explotación, y Meterpreter es la herramienta con la 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Metasploit la ejecuta.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Meterpreter es un payload avanzado con una propiedad que define su valor: se ejecuta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enteramente en memoria y no escribe en disco por defecto, inyectándose en el espacio de un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Meterpreter: payload avanzado que se inyecta en memoria y expone un intérprete de comandos extensible mediante extensiones (stdapi, priv, kiwi). Característica clave: no escribe en disco por defecto…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migrate: comando que mueve la sesión de Meterpreter a otro proceso en ejecución. Característica clave: aporta estabilidad y en ocasiones permite heredar el contexto de privilegios de un proceso más…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hashdump: comando que vuelca los hashes de contraseñas almacenados localmente (SAM en Windows, /etc/shadow equivalente en Linux vía módulos). Característica clave: requiere privilegios elevados…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kiwi (integración de Mimikatz): extensión de Meterpreter que extrae credenciales en texto claro y tickets Kerberos de la memoria de procesos Windows. Característica clave: solo funciona si la…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Módulo post: script que se ejecuta sobre una sesión ya establecida para automatizar tareas de post-explotación. Característica clave: post/multi/recon/localexploitsuggester analiza el sistema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Loot: conjunto de datos extraídos del objetivo (hashes, archivos, capturas de pantalla) almacenados y catalogados por Metasploit. Característica clave: queda registrado en la base de datos del…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Post-explotación — Fase que demuestra el alcance real tras obtener acceso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Meterpreter — Payload avanzado que se ejecuta en memoria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Ejecución en memoria — No escribe en disco; reduce la huella forense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migrate — Traslada la sesión a un proceso estable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Estabilidad de sesión — Evitar perder el acceso si el proceso original muere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hashdump — Extrae los hashes de cuentas locales (SAM)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sesión de Meterpreter activa, obtenida en la clase anterior contra Metasploitable2/3 o, idealmente, contra una VM Windows de laboratorio propia con un servicio deliberadamente vulnerable (para…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Confirmar que la sesión sigue activa con sessions -l antes de iniciar el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Espacio en disco local (loot/) para almacenar los archivos descargados durante la práctica.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una sesión Meterpreter activa (confirmada con sessions -i 1):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 el sistema comprometido: sysinfo, getuid, ps.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Explora el sistema de archivos remoto: pwd, ls, y descarga un archivo de interés: download /etc/passwd loot/passwd (o su equivalente en Windows).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Migra la sesión a un proceso más estable para evitar perderla si el servicio original se cierra: migrate -N explorer.exe (Windows) o al PID de un proceso persistente en Linux.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un módulo post de reconocimiento desde msfconsole (con la sesión en background, background primero): run post/multi/recon/localexploitsuggester.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un módulo post de enumeración de usuarios conectados (Windows): run post/windows/gather/enumloggedonusers.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Intenta elevar privilegios: getsystem, y si tiene éxito, vuelca los hashes locales: hashdump.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Meterpreter es considerado más sigiloso que una shell de comandos tradicional.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Migra la sesión a otro proceso y demuestra que sobrevive al cierre del proceso originalmente explotado.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localexploitsuggester y elige una de las rutas de escalada sugeridas, explicando por qué aplicaría en ese sistema.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Descarga un archivo del objetivo con download y verifica su integridad comparándolo en tu máquina Kali.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privilegios necesita específicamente hashdump para funcionar y qué ocurre si se ejecuta sin ellos.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tres artefactos de loot distintos (por ejemplo, hash, archivo de configuración, captura de pantalla) que incluirías como evidencia en un informe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Desde la perspectiva de un equipo de respuesta a incidentes, describe qué artefacto forense (proceso inyectado, conexión de red, clave de registro) permitiría detectar una sesión Meterpreter activa…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Reto: Desde una sesión Meterpreter activa en el laboratorio propio, recolectar evidencia verificable de impacto: información del sistema, al menos un archivo descargado, y, si el nivel de privilegio…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se presenta la salida de sysinfo/getuid del objetivo, un archivo efectivamente descargado a la máquina atacante, y al menos una entrada visible en loot o creds dentro del…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getsystem falla en todos los intentos — No existe una ruta de escalada conocida disponible; ejecutar localexploitsuggester para identificar alternativas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hashdump devuelve "Insufficient privileges" — La sesión no corre como SYSTEM/root; intentar elevar primero con getsystem o un exploit local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sesión Meterpreter se cae al detener el servicio explotado — No se realizó migrate; migrar a un proceso estable apenas se obtiene la sesión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load kiwi falla con error de arquitectura — El proceso migrado no coincide en arquitectura (x86 vs x64) con el payload cargado; migrar a un proceso de la arquitectura correcta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aparece nada en loot tras ejecutar un módulo post — El módulo no guarda loot por diseño, o guardó en notes; revisar ambos comandos desde msfconsole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download falla con permisos denegados — El usuario actual no tiene acceso al archivo; intentar migrar a un proceso con más privilegios primero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sesión se vuelve inestable tras migrate — Se migró a un proceso de corta duración (ej. un notepad.exe recién abierto); elegir un proceso del sistema estable y de larga vida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¿Meterpreter está siempre disponible tras cualquier exploit?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Depende del exploit y de la plataforma objetivo. En Linux, en ocasiones solo se obtiene una shell de comandos simple, que puede intentar actualizarse a Meterpreter con sessions -u &lt;id&gt;.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es tan importante migrar de proceso?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el proceso explotado inicialmente puede cerrarse (perdiendo la sesión) o pertenecer a un contexto de poco valor. Migrar a un proceso estable como explorer.exe en Windows mantiene el acceso…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¿getsystem es en sí mismo un exploit?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exactamente; usa varias técnicas conocidas de elevación local (impersonación de named pipes, duplicación de tokens) que funcionan solo si el sistema es susceptible a ellas. Si fallan, se requiere…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debo tratar las credenciales que extraigo durante un pentest real?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Kennedy, D. et al. "Metasploit: The Penetration Tester's Guide" (No Starch Press) — capítulo dedicado a Meterpreter y post-explotación.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Rapid7, documentación oficial de Meterpreter: &lt;https://docs.metasploit.com/docs/using-metasploit/advanced/meterpreter/meterpreter.html&gt;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ATT&amp;CK, táctica TA0006 (Credential Access): &lt;https://attack.mitre.org/tactics/TA0006/&gt;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ATT&amp;CK, táctica TA0004 (Privilege Escalation): &lt;https://attack.mitre.org/tactics/TA0004/&gt;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Kim, P. "The Hacker Playbook 3" (2018) — metodología de post-explotación en engagements reales.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ATT&amp;CK, técnica T1055 (Process Injection), relevante para detección de Meterpreter: &lt;https://attack.mitre.org/techniques/T1055/&gt;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ATT&amp;CK, técnica T1003 (OS Credential Dumping), relevante para hashdump y kiwi: &lt;https://attack.mitre.org/techniques/T1003/&gt;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8f1153406a094c6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7485" y="1097280"/>
            <a:ext cx="3929029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