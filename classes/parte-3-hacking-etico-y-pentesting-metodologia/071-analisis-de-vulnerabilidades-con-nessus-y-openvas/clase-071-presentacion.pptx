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071 — Análisis de vulnerabilidades con Nessus y OpenVAS</a:t>
            </a:r>
          </a:p>
          <a:p>
            <a:r>
              <a:rPr sz="1600">
                <a:solidFill>
                  <a:srgbClr val="2E8B57"/>
                </a:solidFill>
              </a:rPr>
              <a:t>parte 3 hacking etico y pentesting metodologia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aprenderá a operar dos escáneres de vulnerabilidades de clase empresarial —Nessus (edición Essentials) y OpenVAS/Greenbone Vulnerability Management (GVM)— para descubrir, clasificar y…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Instalar y configurar Nessus Essentials y OpenVAS/GVM en un entorno de laboratorio aislado.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Crear políticas de escaneo ajustadas al alcance (scope) definido en un contrato de pentesting.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escaneos de descubrimiento y de vulnerabilidades autenticados y no autenticados.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Interpretar el puntaje CVSS v3.1 (base, temporal, ambiental) de un hallazgo.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Correlacionar un hallazgo del escáner con su entrada correspondiente en CVE/NVD.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falsos positivos de riesgos reales y priorizar la remediación según impacto de negocio.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Arquitectura de un escáner de vulnerabilidades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Nessus Essentials: instalación y activation code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OpenVAS/Greenbone (GVM): arquitectura de contenedores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Políticas de escaneo y templates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Escaneo autenticado vs no autenticado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CVSS v3.1: vectores base, temporal y ambiental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Correlación con CVE, NVD y CPE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escáner de vulnerabilidades (Nessus, OpenVAS/Greenbone) automatiza la comparación entre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 que encuentra en un objetivo y una base de firmas de problemas conocidos. Su valor 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amplitud: revisa cientos de hosts contra decenas de miles de comprobaciones en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tiempo que un humano tardaría en mirar uno. Su límite es que no piensa: no encadena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hallazgos, no entiende el contexto de negocio y, sobre todo, no confirma explotabilidad.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 eso el escaneo no sustituye al pentest; lo alimenta. Interpretar bien su salida —separar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 real de lo ruidoso— es la destreza que esta clase enseña.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Nessus (Tenable): escáner de vulnerabilidades comercial con motor de plugins (NASL - Nessus Attack Scripting Language). Característica clave: base de firmas actualizada diariamente y detección 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OpenVAS / GVM (Greenbone Vulnerability Management): suite open source que sucede al proyecto original OpenVAS; usa NVTs (Network Vulnerability Tests) en lugar de plugins propietarios. Característica…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CVSS (Common Vulnerability Scoring System): estándar del FIRST (Forum of Incident Response and Security Teams) para puntuar severidad de 0.0 a 10.0. Característica clave: se compone de métricas base…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CVE (Common Vulnerabilities and Exposures): identificador único y estandarizado (ej. CVE-2024-XXXX) mantenido por MITRE para una vulnerabilidad específica. Característica clave: es un identificador…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NVD (National Vulnerability Database): base de datos del NIST que enriquece cada CVE con puntaje CVSS, CWE y referencias. Característica clave: es la fuente "oficial" que los escáneres consultan para…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EPSS (Exploit Prediction Scoring System): puntaje de FIRST que estima la probabilidad de que un CVE sea explotado en los próximos 30 días. Característica clave: complementa a CVSS porque mide…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Falso positivo: hallazgo reportado por el escáner que no representa un riesgo real (banner mal interpretado, versión backportada con parche aplicado). Característica clave: requiere verificación…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Escáner de vulnerabilidades — Herramienta que compara el objetivo con firmas conocidas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Nessus — Escáner comercial estándar de la industria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OpenVAS / Greenbone (GVM) — Alternativa open source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Plugin / NVT — Comprobación individual de un escáner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Base de firmas — Catálogo de problemas conocidos que el escáner busca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Escaneo autenticado — Con credenciales; audita desde dentro, menos falsos positivos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Máquina atacante: Kali Linux o Parrot OS (VM), 4 GB RAM mínimo, red interna tipo "host-only" o "internal network" en VirtualBox/VMware — nunca conectada directamente a redes de producción o internet…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Nessus Essentials: descargar desde tenable.com/products/nessus/nessus-essentials, registrar activation code gratuito (email), instalar .deb/.rpm según distro: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OpenVAS/GVM: en Kali puede instalarse nativo o vía Docker. Nativo: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Vía Docker: docker pull greenbone/gvm seguido de un docker-compose con los servicios gvmd, ospd-openvas, redis-server y notus-scanner.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Máquinas víctima: Metasploitable2 y Metasploitable3 (VMs deliberadamente vulnerables de Rapid7), desplegadas en la misma red interna aislada.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Complementos: nmap para descubrimiento previo, navegador para las consolas web de Nessus/GVM, cuenta de NVD (nvd.nist.gov) para consulta manual de CVEs.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Levantar la red interna en el hipervisor y confirmar que Kali y Metasploitable2 están en el mismo segmento sin salida a producción: ip a en Kali, ping &lt;IP-metasploitable&gt;.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Iniciar el servicio de Nessus (sudo systemctl start nessusd) y acceder a https://localhost:8834, completando el asistente con el activation code.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Crear un nuevo escaneo: New Scan → Basic Network Scan, definir Name: Lab-Metasploitable2, Targets: 192.168.56.101 (IP de la víctima).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Configurar credenciales SSH en la pestaña Credentials para habilitar escaneo autenticado (usuario msfadmin, contraseña msfadmin — credenciales por defecto documentadas de Metasploitable2).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Lanzar el escaneo y esperar finalización; revisar el resumen por severidad (Critical/High/Medium/Low/Info).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Abrir un hallazgo "Critical", leer el Synopsis, Description, Solution y el vector CVSS asociado (ej. AV:N/AC:L/PR:N/UI:N/S:U/C:H/I:H/A:H).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Levantar GVM (sudo gvm-start o docker-compose up -d según la instalación) y esperar sincronización del feed comunitario (puede tardar horas la primera vez).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Instalar Nessus Essentials y realizar un escaneo de descubrimiento (host discovery) sobre el rango 192.168.56.0/24.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Configurar un escaneo autenticado completo contra Metasploitable2 y exportar el reporte en formato PDF/HTML.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Instalar GVM y ejecutar una tarea "Full and fast" contra la misma víctima, comparando tiempos de ejecución con Nessus.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Tomar los cinco hallazgos "Critical" de Nessus, buscar su CVE en NVD y documentar el vector CVSS y el EPSS de cada uno.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al menos un falso positivo en los resultados y justificar por escrito por qué no representa riesgo real.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Redactar una tabla de priorización de remediación (Critical → Info) considerando explotabilidad (EPSS), exposición e impacto de negocio simulado.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Reto: Ejecutar escaneos autenticados con Nessus y GVM contra Metasploitable2 y producir un informe consolidado que incluya: (a) total de hallazgos por severidad de cada herramienta, (b) al menos 5…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informe debe listar como mínimo un hallazgo "Critical" (ej. vsftpd 2.3.4 backdoor, CVE-2011-2523) detectado por ambas herramientas, con su vector CVSS transcrito…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Nessus queda en "Activating..." indefinidamente — Falta conexión a internet para validar el activation code la primera vez; verificar DNS/proxy y reintentar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GVM: "No suitable feed found" o tarea nunca inicia — El feed comunitario aún no terminó de sincronizar; esperar con sudo greenbone-feed-sync y revisar logs de notus-scanner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Escaneo autenticado marcado como "Credentialed checks: no" — Credenciales SSH incorrectas o servicio SSH deshabilitado en el target; validar con ssh msfadmin@&lt;IP&gt; manualmente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escáner tumba un servicio de la víctima — Política demasiado agresiva (plugins de DoS habilitados); usar plantilla "Basic Network Scan" sin plugins destructivos en labs frágiles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Reporte lleno de "Info" sin hallazgos accionables — Escaneo no autenticado contra un host bien parchado externamente; complementar con escaneo autenticado y revisión manual de servicios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Discrepancia grande entre Nessus y GVM para el mismo host — Feeds de plugins/NVTs distintos y con distinta fecha de actualización; documentar la discrepancia en vez de descartarla sin análisis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¿Es legal usar Nessus u OpenVAS contra cualquier IP que yo elija?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Solo es legal contra sistemas propios o con autorización explícita por escrito (contrato de pentesting con reglas de engagement). Escanear activos de terceros sin permiso puede constituir un…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¿Un escáner de vulnerabilidades reemplaza el pentest completo?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El escáner detecta vulnerabilidades conocidas por firma, pero no encadena ataques, no valida impacto real ni encuentra fallos de lógica de negocio. Es una herramienta dentro del proceso 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¿Un puntaje CVSS alto significa que debo remediar primero esa vulnerabilidad?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necesariamente. CVSS base no considera si el activo es crítico para el negocio ni si el exploit está siendo usado activamente; para eso existen el vector temporal, el ambiental, EPSS y fuentes…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¿Nessus Essentials sirve para un pentest profesional real?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🏢 En la empresa: los escáneres comerciales equivalentes son Tenable Nessus / Tenable.io, Qualys VMDR y Rapid7 InsightVM (Nexpose) — mismos conceptos, distinta herramienta según el empleador.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Rapid7, documentación oficial de Metasploitable2/3: &lt;https://github.com/rapid7/metasploitable3&gt;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Tenable, Nessus Essentials: &lt;https://www.tenable.com/products/nessus/nessus-essentials&gt;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Greenbone Networks, documentación de GVM: &lt;https://greenbone.github.io/docs/&gt;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FIRST, CVSS v3.1 Specification Document y EPSS: &lt;https://www.first.org/cvss/v3.1/specification-document&gt; · &lt;https://www.first.org/epss/&gt;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National Vulnerability Database: &lt;https://nvd.nist.gov&gt;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PTES (Penetration Testing Execution Standard), fase Vulnerability Analysis: &lt;http://www.pentest-standard.org&gt;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a6db68a2d63d0b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195828"/>
            <a:ext cx="8229600" cy="11064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