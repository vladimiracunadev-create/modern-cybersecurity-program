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069 — Reconocimiento activo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hosts vivos, puertos abiertos, servicios y versiones interactuando directamente con el objetivo mediante escaneo. El reconocimiento activo, sobre todo con nmap, convierte el mapa OSINT en…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hosts vivos con barridos ICMP/ARP y nmap -sn.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puertos TCP/UDP con distintas técnicas (SYN, connect, UDP).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servicios y versiones con -sV y sistema operativo con -O.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scripts NSE para enumeración específica.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Ajustar el timing y la evasión para equilibrar sigilo y velocidad.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Descubrimiento de hosts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SYN scan vs. connect 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Escaneo UDP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Detección de versión -sV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Nmap Scripting Engine (NSE)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Timing y evasión (-T, --scan-delay)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Guardado de resultados (-oA)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reconocimiento activo empieza en el instante en que se envía el primer paquete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objetivo. A cambio de esa exposición se obtiene lo que el recon pasivo no puede dar: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estado real y actual de la infraestructura —qué hosts están vivos ahora, qué puertos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 abiertos en este momento, qué versiones exactas corren—. Todo lo de la [Clase 029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033](../../parte-1-redes-y-seguridad-de-redes/029-nmap-descubrimiento-de-hosts-y-tecnicas-de-ping/README.md)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aplica aquí, pero con una diferencia de mentalidad importante: en un pentest cada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paquete cuenta como evidencia y puede disparar una alerta, así que el recon activo se hace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SYN scan (-sS): envía SYN y no completa el handshake. Característica clave: rápido y relativamente sigiloso; requiere privilegios de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Connect scan (-sT): completa el three-way handshake vía la pila del SO. Característica clave: no necesita root pero es más ruidoso y lento.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versión (-sV): interroga banners para identificar producto y versión. Característica clave: base para mapear CVEs.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NSE: motor de scripts Lua de nmap. Característica clave: categorías como default, safe, vuln, auth para tareas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UDP (-sU): sondea puertos UDP. Característica clave: lento por la ausencia de respuestas; imprescindible para SNMP/DNS.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Timing templates (-T0–-T5): presets de velocidad. Característica clave: -T4 es un buen equilibrio; -T0/-T1 para evasión.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activo — Recolección enviando tráfico directo al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Descubrimiento de hosts — Determinar qué direcciones están vivas (-sn)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SYN scan (-sS) — Escaneo semiabierto; rápido, requiere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Connect scan (-sT) — Usa connect(); sin privilegios pero visible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UDP (-sU) — Cubre DNS, SNMP, NTP; lento y ambiguo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versión (-sV) — Identifica servicio y versión exactos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laboratorio aislado: Kali como atacante y Metasploitable 2/3 o una VM propia como objetivo, en una red host-only sin salida a Internet.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TARGET por la IP de tu VM vulnerable (por ejemplo 192.168.56.101).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hosts vivos en el segmento: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SYN rápido de los 1000 puertos comunes: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completo de todos los puertos TCP: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versión y SO sobre los puertos abiertos: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UDP de servicios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con NSE (-sC = categoría default, es decir --script=default):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-sS requiere root y -sT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tiempo de un escaneo -T2 frente a -T4 sobre el mismo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NSE para obtener el título HTTP de un servidor web (--script http-title).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solo los puertos UDP 53 y 161 e interpreta los estados open|filtered.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salida -oA y localiza el archivo .gnmap: ¿para qué sirve?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comando de escaneo sigiloso con --scan-delay y -T1.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inventario de servicios de tu VM objetivo: lista de puertos abiertos TCP y UDP, servicio, versión y sistema operativo estimado, guardado con -oA.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inventario incluye al menos cinco puertos abiertos con su versión (-sV), un intento de detección de SO y los ficheros de salida .nmap, .gnmap y .xml presentes en disco.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"You requested a scan type which requires root" — Usa sudo o cambia a -sT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puertos aparecen filtered — Firewall o host equivocado; verifica ruta y estado del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UDP eterno — Es normal; limita puertos con -p y usa --host-timeout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-O no acierta el SO — Pocos puertos abiertos; añade -sV y --osscan-guess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Detectan el escaneo al instante — -T5 es muy ruidoso; baja a -T2 y usa --scan-delay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¿masscan reemplaza a nmap?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masscan es ultrarrápido para descubrir puertos abiertos en rangos enormes, pero nmap es superior en detección de versión y NSE. Se combinan: masscan para descubrir, nmap para profundizar.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 veces un puerto sale open|filtered?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típico en UDP: nmap no recibe respuesta y no puede distinguir si está abierto o filtrado. Usa scripts o -sV para confirmar.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escaneo puede tumbar un servicio?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servicios frágiles (impresoras, SCADA, dispositivos IoT) pueden caer con escaneos agresivos. Baja el timing y coordínalo con el cliente si están en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scripts NSE son seguros?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Lyon, G. Nmap Network Scanning — &lt;https://nmap.org/book/&gt;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NSE — &lt;https://nmap.org/nsedoc/&gt;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Penetration Testing, cap. de escaneo (No Starch Press, 2014).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masscan — &lt;https://github.com/robertdavidgraham/masscan&gt;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366a90198aade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10712"/>
            <a:ext cx="8229600" cy="676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