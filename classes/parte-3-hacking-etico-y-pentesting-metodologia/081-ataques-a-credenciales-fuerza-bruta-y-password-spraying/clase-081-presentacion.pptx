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081 — Ataques a credenciales: fuerza bruta y password spraying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Atacar la autenticación en línea de servicios reales (SSH, RDP, SMB, web, correo) diferenciando fuerza bruta, credential stuffing y password spraying, y entendiendo cómo evitar bloqueos de cuenta. El…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fuerza bruta, stuffing y spraying y cuándo usar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ataques con Hydra, Medusa y CrackMapExec contra servicios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password spraying que evite bloqueos por política de lockout.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listas de usuarios y contraseñas contextuales.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controles defensivos (MFA, lockout, detección).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Fuerza bruta vs. spraying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Credential stuffing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Políticas de lockout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Hydra / Medusa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Spraying en 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Contraseñas contextuales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Defensas: MFA y detección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Atacar credenciales en línea —contra un portal, un servicio SMB, un Kerberos— choca con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defensa sencilla y muy extendida: el bloqueo por intentos fallidos. Probar mil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contraseñas contra una cuenta la bloquea a los pocos intentos, genera alertas y 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consigue nada. Por eso la estrategia profesional invierte el problema, y esa inversión es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concepto central de la clase.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fuerza bruta clásica prueba muchas contraseñas contra una cuenta: rápida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bloquear, ruidosa, poco útil en línea. El password spraying hace lo contrario: prueba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Fuerza bruta: muchas contraseñas contra un usuario. Característica clave: dispara bloqueos de cuenta rápidamente.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Password spraying: una o pocas contraseñas contra muchos usuarios. Característica clave: evita el lockout al no acumular fallos por cuenta.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Credential stuffing: reutilizar pares usuario:contraseña filtrados. Característica clave: explota la reutilización de contraseñas entre servicios.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Lockout policy: umbral de fallos que bloquea una cuenta. Característica clave: define cuántos intentos y en qué ventana son seguros.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Contraseña contextual: basada en la organización/temporada (Verano2024). Característica clave: alta tasa de acierto en spraying.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MFA: segundo factor de autenticación. Característica clave: neutraliza la mayoría de estos ataques aunque la contraseña sea correcta.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Fuerza bruta en línea — Muchas contraseñas contra una cuenta; se bloquea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Bloqueo de cuenta — Defensa que congela la cuenta tras N fallos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Password spraying — Una contraseña común contra muchas cuentas; evade el bloqueo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Credential stuffing — Reutilizar credenciales filtradas de otras brechas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Contraseña contextual — Empresa2024! y similares; cumplen la política pero son obvias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 de contraseñas — Umbral de bloqueo que dicta el ritmo del spraying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listas: usuarios enumerados (clases 068/070) y contraseñas contextuales (nombre de empresa + año + símbolo). Objetivo: servicios de laboratorio propios (un SSH, un SMB, una web de prueba).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Fuerza bruta controlada de SSH (un usuario, lista corta):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Password spraying en SMB con CrackMapExec (una contraseña, muchos usuarios):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a formulario web con Hydra (http-post-form de laboratorio):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Respeta el lockout: calcula intentos seguros (p. ej. 1 intento cada 30 min si el umbral es 5/30min).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Marca los éxitos y valida el acceso manualmente con las credenciales obtenidas.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usuarios comprometidos y la contraseña que funcionó.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recomendación defensiva (MFA + lockout + alertas).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spraying evita bloqueos que la fuerza bruta provoca.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lista de 10 contraseñas contextuales para una empresa ficticia.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una cadencia de spraying segura dada una política de 5 fallos por 15 minutos.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 stuffing con un par filtrado (de laboratorio) y explica el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Hydra y CrackMapExec para spraying en 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tres controles que hacen inviable el spraying.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 un password spraying controlado en tu laboratorio que comprometa al menos una cuenta sin bloquear ninguna.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documentas la lista de usuarios, la(s) contraseña(s) probada(s), la cadencia respetando el lockout, al menos una credencial válida encontrada y verificada, y cero cuentas…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Cuentas bloqueadas masivamente — Ataste demasiados intentos; usa spraying con cadencia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Hydra "child died" — Demasiados hilos (-t) para el servicio; reduce a 1-4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http-post-form nunca acierta — Cadena de fallo (Invalid) mal elegida; inspecciona la respuesta real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CrackMapExec sin éxitos — Contraseña no contextual; ajusta a patrones de la organización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Bloqueado por MFA — La contraseña es correcta pero hay 2FA; documenta como control efectivo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spraying es tan efectivo?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en cualquier organización grande, con una sola contraseña muy común (Empresa2024!) es probable que al menos un usuario la use. Al probar una contraseña contra todos, evitas bloqueos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sé cuántos intentos son seguros?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Necesitas conocer (o estimar) la política de lockout: umbral de fallos y ventana de observación. Mantente por debajo del umbral por cuenta y espaciando en el tiempo.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¿MFA detiene estos ataques?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gran medida sí: aunque adivines la contraseña, el segundo factor bloquea el acceso. Por eso MFA es la recomendación número uno en el informe.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¿Credential stuffing es legal en un pentest?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Kim, P. The Hacker Playbook 3 (2018).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T1110 Brute Force — &lt;https://attack.mitre.org/techniques/T1110/&gt;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Hydra — &lt;https://github.com/vanhauser-thc/thc-hydra&gt;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— Credential Stuffing Prevention — &lt;https://cheatsheetseries.owasp.org/&gt;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22a7e7ab11cc2d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7560"/>
            <a:ext cx="822960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