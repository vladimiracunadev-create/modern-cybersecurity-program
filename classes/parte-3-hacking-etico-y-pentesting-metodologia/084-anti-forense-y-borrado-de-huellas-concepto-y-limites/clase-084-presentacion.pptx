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084 — Anti-forense y borrado de huellas (concepto y límites)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las técnicas anti-forense (borrado de logs, timestomping, cifrado, wiping, ocultación) desde el punto de vista del defensor: reconocer sus indicios, comprender sus límites (qué casi nunca se…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categorías de técnicas anti-forense y ubicarlas en MITRE ATT&amp;CK (Defense Evasion, Indicator Removal T1070).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indicios que dejan (gaps en logs, timestamps inconsistentes, entradas faltantes) durante una investigación.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el borrado rara vez es completo (copias, journaling, memoria, telemetría centralizada).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controles que hacen la evidencia resistente: reenvío de logs, WORM, monitoreo de integridad.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Argumentar por qué el pentester ético documenta y preserva, en lugar de ocultar, su actividad.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Categorías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Borrado de logs (T1070) y sus rastros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Por qué el borrado es incompleto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Telemetría resistente a manipulación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Ética del engagement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anti-forense agrupa las técnicas para borrar o falsear las huellas de una intrusión.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estudia en un curso de seguridad defensiva por una razón precisa: entender cómo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 borrar el rastro es lo que enseña a diseñar telemetría que no se pueda borrar.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se aborda desde esa óptica —conocer el ataque para construir la defensa— y con una tesis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la recorre entera: el borrado casi nunca es completo, y el propio intento de borrar es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 detectable.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cataloga esto bajo Defense Evasion, y da un mapa mental útil de las categorías: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Anti-forense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Conjunto de técnicas orientadas a dificultar el análisis forense. Característica clave para el defensor: casi todas dejan su propio rastro (una ausencia sospechosa es, en sí, un indicador).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Indicator Removal (T1070)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 ATT&amp;CK de eliminación de artefactos (logs, historiales, archivos). En Windows, borrar el Security Event Log genera el propio Event ID 1102 ("audit log cleared").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Modificación de las marcas de tiempo (MACE) de un archivo para despistar. Se detecta comparando los timestamps de $STANDARDINFORMATION con $FILENAME en NTFS, que suelen divergir tras la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forwarding (reenvío de logs)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Anti-forense — Técnicas para borrar o falsear las huellas de una intrusión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Defense Evasion — Táctica que cataloga estas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Borrado de logs (T1070) — Eliminar registros; deja un hueco detectable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 — Falsear las marcas de tiempo de un fichero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MFT — Tabla maestra de ficheros de NTFS; guarda varios timestamps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$STANDARDINFORMATION / $FILENAME — Atributos NTFS cuya incoherencia delata manipulación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Enfoque de análisis, en tu laboratorio: un colector de logs (rsyslog/Wazuh/Elastic) recibiendo eventos de una VM propia, y herramientas forenses de lectura (Autopsy, análisis de $MFT, Get-WinEvent).…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(defensivo)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reenvío de logs. Configura una VM Linux propia para enviar sus logs en tiempo real a un colector central (otra VM tuya):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actividad. Realiza acciones normales (login, sudo) para poblar /var/log/auth.log y confirma que llegan al colector.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Simular el borrado local. En la VM origen (tuya), trunca el log local para ver el efecto: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resiliencia. Comprueba en el colector que los eventos previos siguen presentes: el borrado local no los alcanzó. Ese es el control que quieres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en Windows. En una VM Windows propia, revisa cómo el propio acto de limpiar el log deja rastro: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 — detección. Analiza el $MFT de un archivo cuyo timestamp fue modificado y observa la divergencia $SI vs $FN. Documenta la firma.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recomendaciones. Egress de logs, almacenamiento inmutable, alertas sobre Event ID 1102 y sobre gaps de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borrar el Security log de Windows es contraproducente para un atacante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lugares donde la evidencia "borrada" suele sobrevivir (journaling, VSS, memoria, SIEM).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alerta que dispare cuando un host deja de enviar logs (silencio anómalo).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cómo detectar timestomping en NTFS.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Argumenta, para un contrato de pentest, por qué el consultor no debe borrar sus huellas y qué cláusula lo regula.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que tu arquitectura de logging preserva evidencia pese a un borrado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la config de reenvío, (b) evidencia en el colector de eventos anteriores al truncado local, y (c) una regla/alerta que detecta el Event ID 1102 o el silencio de…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truncate/wevtutil cl elimina toda la evidencia — Falso: el reenvío central y el journaling conservan copias. Diseña logging centralizado.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alertar sobre el Event ID 1102 — Es una señal de oro. Añádelo a tu SIEM como detección de alta prioridad.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Pentester que "limpia" logs en un engagement — Viola el contrato y la ley. El consultor documenta y preserva; coordina cualquier limpieza con 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solo en logs locales — Manipulables. Reenvía a almacenamiento inmutable (WORM).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gaps de logging — Una ausencia inexplicable de eventos es, en sí, un indicador de compromiso.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anti-forense hace la evidencia irrecuperable?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nunca por completo. Journaling del sistema de archivos, Volume Shadow Copies, memoria RAM y, sobre todo, la telemetría ya enviada al SIEM suelen conservar rastros.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pentester ético borra sus huellas?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engagement exige transparencia y trazabilidad; borrar registros obstruiría la capacidad del cliente de auditar y aprendería nada. Toda acción se registra en 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mejor defensa contra la manipulación de logs?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Reenvío inmediato a un colector central con almacenamiento inmutable y alertas sobre eventos de limpieza y sobre silencios anómalos.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Indicator Removal (T1070) · Defense Evasion (TA0005)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Ligh, Case, Levy, Walters — The Art of Memory Forensics.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 (journaling y $MFT).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documentación del Event ID 1102 (audit log cleared).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2c0a627f841d8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800"/>
            <a:ext cx="8229600" cy="5302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