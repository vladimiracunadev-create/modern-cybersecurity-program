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194560"/>
            <a:ext cx="804672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200" b="1">
                <a:solidFill>
                  <a:srgbClr val="0B3D2E"/>
                </a:solidFill>
              </a:rPr>
              <a:t>Clase 082 — Persistencia en sistemas comprometidos</a:t>
            </a:r>
          </a:p>
          <a:p>
            <a:r>
              <a:rPr sz="1600">
                <a:solidFill>
                  <a:srgbClr val="2E8B57"/>
                </a:solidFill>
              </a:rPr>
              <a:t>parte 3 hacking etico y pentesting metodologia</a:t>
            </a:r>
          </a:p>
          <a:p>
            <a:r>
              <a:rPr sz="1200">
                <a:solidFill>
                  <a:srgbClr val="22282E"/>
                </a:solidFill>
              </a:rPr>
              <a:t>Programa de Ciberseguridad Moderna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8229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0B3D2E"/>
                </a:solidFill>
              </a:rPr>
              <a:t>🎯 Objetivo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82296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Establecer y documentar mecanismos de persistencia —mantener el acceso tras reinicios o cambios de credenciales— tanto en Linux como en Windows, entendiendo cómo los usan los atacantes reales y…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8229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0B3D2E"/>
                </a:solidFill>
              </a:rPr>
              <a:t>📚 Resultados de aprendizaje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82296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Al finalizar, el alumno podrá: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Implementar persistencia en Linux (cron, servicios, claves SSH, .bashrc).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Implementar persistencia en Windows (Run keys, tareas programadas, servicios).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Reconocer técnicas avanzadas (WMI event subscription, DLL hijacking) a nivel conceptual.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Mapear cada técnica a MITRE ATT&amp;CK y a su método de detección.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Limpiar los mecanismos instalados al cerrar el engagement.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8229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0B3D2E"/>
                </a:solidFill>
              </a:rPr>
              <a:t>🗺️ Temas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82296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1 — Persistencia Linux: cron y systemd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2 — Claves SSH autorizadas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3 — Persistencia Windows: Run keys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4 — Tareas programadas y servicios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5 — WMI event subscription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6 — Mapeo a ATT&amp;CK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7 — Limpieza y responsabilidad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8229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0B3D2E"/>
                </a:solidFill>
              </a:rPr>
              <a:t>🧠 Explicación en profundidad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82296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Un acceso se puede perder: la máquina se reinicia, el proceso vulnerable se cierra, la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credencial usada caduca. La persistencia son las técnicas para recuperar el acceso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automáticamente sin volver a explotar desde cero. En un pentest tiene un doble propósito: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demostrar que un atacante real podría afianzarse (parte del impacto que se reporta) y, sobre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todo, enseñar al equipo azul qué buscar, porque cada técnica de persistencia deja un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artefacto detectable. La persistencia mapea a la táctica Persistence de MITRE ATT&amp;CK, y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usar ese vocabulario conecta el hallazgo con la detección.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8229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0B3D2E"/>
                </a:solidFill>
              </a:rPr>
              <a:t>📖 Definiciones y características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82296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Persistencia: capacidad de recuperar el acceso tras reinicios o rotación de credenciales. Característica clave: convierte un acceso efímero en duradero.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Cron/systemd timer: ejecución programada en Linux. Característica clave: reejecuta un payload periódicamente o al arranque.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authorizedkeys: clave pública que permite login SSH sin contraseña. Característica clave: sobrevive a cambios de contraseña.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Run key (registro): valor en HKCU/HKLM\...\Run que se ejecuta al iniciar sesión. Característica clave: vector de persistencia Windows más habitual.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WMI event subscription: persistencia basada en eventos WMI. Característica clave: no deja archivos ("fileless"), difícil de detectar.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Limpieza (cleanup): eliminación de artefactos al finalizar. Característica clave: obligación ética y contractual del pentester.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8229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0B3D2E"/>
                </a:solidFill>
              </a:rPr>
              <a:t>📔 Glosario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82296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Término — Definición concisa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Persistencia — Recuperar el acceso automáticamente sin reexplotar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MITRE ATT&amp;CK Persistence — Táctica que cataloga estas técnicas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cron / systemd timer — Reejecución programada en Linux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authorizedkeys — Clave SSH que da acceso sin contraseña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Run keys — Claves del registro que ejecutan en el inicio de sesión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Tarea programada — Ejecución con privilegios al arranque en Windows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8229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0B3D2E"/>
                </a:solidFill>
              </a:rPr>
              <a:t>🧰 Herramientas y preparación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82296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Metasploit (post//manage/persistence), scripts nativos, y para Windows: schtasks, reg, sc.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Un registro (log) donde apuntes cada artefacto que instalas para poder revertirlo.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8229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0B3D2E"/>
                </a:solidFill>
              </a:rPr>
              <a:t>🧪 Laboratorio guiado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82296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Registra cada acción en un "cleanup log" para revertirla después.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Persistencia Linux con cron: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Clave SSH autorizada: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Persistencia Windows con Run key: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Tarea programada Windows: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Mapea cada técnica a su ID de ATT&amp;CK (T1053 tareas, T1547 autostart, T1098 cuentas).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Verifica que la persistencia funciona reiniciando la VM de laboratorio.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8229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0B3D2E"/>
                </a:solidFill>
              </a:rPr>
              <a:t>✍️ Ejercicios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82296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Instala y luego elimina una persistencia por cron, documentando ambos pasos.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Añade una clave SSH autorizada y explica por qué es difícil de detectar.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Crea una tarea programada Windows onlogon y verifícala con schtasks /query.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Mapea cinco técnicas de persistencia a sus IDs de MITRE ATT&amp;CK.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Explica cómo un defensor detecta cambios en las Run keys.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Redacta un "cleanup log" modelo con columnas: técnica, artefacto, comando de reversión.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8229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0B3D2E"/>
                </a:solidFill>
              </a:rPr>
              <a:t>📝 Reto verificable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82296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Implementa una persistencia por sistema operativo (Linux y Windows) en tu laboratorio, verifica que sobreviven a un reinicio y límpialas por completo.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Criterio de aceptación: demuestras que ambas persistencias reactivan el acceso tras reiniciar; presentas un cleanup log con el comando de reversión de cada una; tras la limpieza, una comprobación…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8229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0B3D2E"/>
                </a:solidFill>
              </a:rPr>
              <a:t>⚠️ Errores comunes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82296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La persistencia no reactiva — Ruta o permisos del payload; verifica que exista y sea ejecutable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crontab -r borra todo el crontab — Cuidado: elimina TODAS las tareas; edita en vez de borrar si hay legítimas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Run key ejecuta pero sin sesión — LHOST/handler no disponibles; ten el listener activo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Tarea no corre onlogon — Trigger o usuario incorrectos; revisa con schtasks /query /v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Olvidas limpiar un artefacto — Sin cleanup log; documenta SIEMPRE cada cambio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8229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0B3D2E"/>
                </a:solidFill>
              </a:rPr>
              <a:t>❓ Preguntas frecuentes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82296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❓ ¿Por qué demostrar persistencia en un pentest?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Porque muestra al cliente el impacto real: un atacante no solo entra, se queda. Ayuda a justificar inversiones en detección y respuesta. Pero se hace de forma controlada y reversible.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❓ ¿Cuál es la técnica de persistencia más común?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En Windows, las Run keys y las tareas programadas; en Linux, cron y claves SSH. Son fáciles de implementar y, si no se monitorizan, pasan desapercibidas.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❓ ¿Qué es una persistencia "fileless"?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Una que no deja archivos en disco, como las suscripciones a eventos WMI o el uso del registro para almacenar payloads. Son más difíciles de detectar por antivirus tradicionales.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❓ ¿Qué pasa si olvido limpiar una persistencia?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8229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0B3D2E"/>
                </a:solidFill>
              </a:rPr>
              <a:t>🔗 Referencias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82296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Kim, P. The Hacker Playbook 3 (2018).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MITRE ATT&amp;CK — TA0003 Persistence — &lt;https://attack.mitre.org/tactics/TA0003/&gt;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MITRE ATT&amp;CK — T1547 Boot or Logon Autostart — &lt;https://attack.mitre.org/techniques/T1547/&gt;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Microsoft — Autoruns (Sysinternals) — &lt;https://learn.microsoft.com/sysinternals/downloads/autoruns&gt;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2296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200" b="1">
                <a:solidFill>
                  <a:srgbClr val="0B3D2E"/>
                </a:solidFill>
              </a:rPr>
              <a:t>Diagrama de la clase</a:t>
            </a:r>
          </a:p>
        </p:txBody>
      </p:sp>
      <p:pic>
        <p:nvPicPr>
          <p:cNvPr id="3" name="Picture 2" descr="d5be51a75a84fb1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2606040"/>
            <a:ext cx="8229600" cy="228600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