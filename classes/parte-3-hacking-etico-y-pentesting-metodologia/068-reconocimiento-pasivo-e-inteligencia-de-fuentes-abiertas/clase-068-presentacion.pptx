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068 — Reconocimiento pasivo e inteligencia de fuentes abiertas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información sobre un objetivo sin tocarlo directamente, usando fuentes públicas (OSINT): dominios, subdominios, empleados, tecnologías, filtraciones y metadatos. El reconocimiento pasivo…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dominios, subdominios y correos con herramientas pasivas.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registros WHOIS, DNS y certificados (crt.sh) para ampliar la superficie.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tecnologías y activos expuestos con Shodan y buscadores.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credenciales filtradas en brechas públicas para el modelado de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los hallazgos OSINT de forma estructurada y trazable.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Diferencia pasivo vs.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WHOIS y DNS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Certificate transparency (crt.sh)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Shodan y Censys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OSINT de personas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Metadatos de documentos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Brechas y credenciales filtradas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reconocimiento pasivo reúne información sobre el objetivo sin enviarle un solo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paquete. Toda la recolección se hace contra terceros —registros públicos, buscadores,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bases de datos indexadas, redes sociales—, de modo que el objetivo no tiene forma de saber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está siendo estudiado. Esa invisibilidad es su valor: en un ejercicio con requisitos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sigilo, o simplemente para no alertar antes de tiempo, el recon pasivo construye un mapa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sorprendentemente completo antes de tocar nada. La frontera es nítida y conviene tenerla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clara: en cuanto una consulta llega al servidor del objetivo (una petición a su web, una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OSINT: inteligencia obtenida de fuentes abiertas y legales. Característica clave: no requiere interactuar con la infraestructura del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Transparency: registros públicos de certificados TLS emitidos. Característica clave: exponen subdominios que el objetivo no publicita.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Shodan: buscador de dispositivos conectados a Internet. Característica clave: indexa banners de servicios, versiones y puertos ya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dorking: uso de operadores avanzados de búsqueda (site:, filetype:, intitle:). Característica clave: encuentra documentos y paneles expuestos por error.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Metadatos: información incrustada en documentos (autor, software, rutas). Característica clave: revelan nombres de usuario y estructura interna.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pasivo: fase que no genera tráfico dirigido al objetivo. Característica clave: minimiza la probabilidad de detección temprana.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pasivo — Recolección sin enviar tráfico al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— Inteligencia a partir de fuentes abiertas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 / RDAP — Propietario, contactos y rangos de un dominio o IP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DNS públicos — MX, TXT, SPF que revelan infraestructura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Transparency — Registros públicos de certificados emitidos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crt.sh — Buscador de CT usado para enumerar subdominios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Kali Linux: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theHarvester para correos, subdominios y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whois, dig, host para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amass enum -passive para enumeración pasiva de subdominios.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crt.sh (web) para certificados; Shodan/Censys para servicios expuestos.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dominio propio o uno autorizado (por ejemplo, example.com para practicar comandos sin impacto).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 del dominio para ver registrador y fechas: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DNS básicos: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Subdominios pasivos con crt.sh (vía web o API):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pasiva con amass: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Correos y hosts con theHarvester: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Shodan sobre una IP propia: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tres subdominios de un dominio propio usando solo crt.sh.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tres Google dorks para localizar documentos PDF de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los registros MX y explica qué proveedor de correo usan.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resultado de amass -passive con theHarvester: ¿qué aporta cada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qué metadatos podrías extraer de un PDF público (autor, software).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correo filtrado en una brecha se convierte en vector de acceso.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informe de reconocimiento pasivo de un dominio propio con: registros WHOIS/DNS, al menos cinco subdominios con su fuente, servicios expuestos y una lista de correos/usuarios candidatos.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lista ≥5 subdominios con la fuente de cada uno, incluye al menos un servicio expuesto identificado por Shodan/Censys y no contiene ninguna acción que haya generado…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theHarvester no devuelve nada — Fuente saturada o sin API key; cambia -b a otra fuente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crt.sh sin resultados — Comodín mal escrito; usa %25.dominio.com (URL-encoded)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Subdominios que no resuelven — Registros históricos; valida con dig antes de darlos por vivos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 sin datos — IP tras NAT/CDN; consulta el rango real o el CNAME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Perfilar personas de más — Fuera de alcance; limita OSINT a lo autorizado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reconocimiento pasivo es 100% indetectable?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Casi. No genera tráfico contra el objetivo, pero consultas a terceros (Shodan, brechas) pueden dejar rastro en esos servicios, no en el objetivo. Aun así es mucho más sigiloso que el escaneo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legal usar bases de datos de contraseñas filtradas?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si un correo aparece en una brecha (p. ej. Have I Been Pwned) es legal e informativo. Usar esas contraseñas para acceder a cuentas reales fuera de tu laboratorio no lo 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amass pasivo y activo?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-passive solo consulta fuentes de terceros; el modo activo resuelve y puede hacer brute force de DNS, generando tráfico. Para esta clase, quédate en pasivo.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importan los metadatos de documentos?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Kim, P. The Hacker Playbook 3, sección de recon (2018).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crt.sh — &lt;https://crt.sh&gt;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 — &lt;https://www.shodan.io&gt;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theHarvester — &lt;https://github.com/laramies/theHarvester&gt;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Information Gathering — &lt;https://owasp.org/www-project-web-security-testing-guide/&gt;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ed13f96abd25f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75204"/>
            <a:ext cx="8229600" cy="1947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