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085 — Reporte profesional de pentest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convertir un engagement técnico en un entregable de valor: un informe que la dirección entiende y el equipo técnico puede accionar. El reporte es el producto final por el que paga el…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Estructurar un informe profesional con resumen ejecutivo, metodología, hallazgos y anexos.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un resumen ejecutivo orientado a negocio, sin jerga, en menos de una página.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Puntuar vulnerabilidades con CVSS y ajustar la prioridad al contexto del cliente (activo crítico vs entorno de pruebas).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cada hallazgo con impacto, evidencia reproducible, y remediación priorizada.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Evitar los errores que restan credibilidad: falsos positivos, capturas ilegibles, recomendaciones genéricas.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Anatomía del informe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Resumen ejecutivo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Puntuación de riesgo (CVSS + negocio)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Estructura de un hallazgo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Evidencia reproducible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Remediación accionable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Retest y cierre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pentester profesional no vende accesos: vende un informe. Todo lo anterior —el recon,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explotación, la escalada, el pivoting— es materia prima que solo adquiere valor cuando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en un documento que el cliente puede usar para reducir su riesgo. Un acceso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Domain Admin perfectamente logrado pero mal documentado no vale nada; un hallazgo medio bien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explicado, con su evidencia y su remediación, sí. Esta es la clase que cierra la parte porque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donde el trabajo se transforma en resultado, y donde muchos técnicos brillantes fallan.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clave que organiza todo el informe es que tiene lectores distintos con necesidades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Resumen ejecutivo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Sección de 1 página para la dirección: postura general de riesgo, hallazgos clave en lenguaje de negocio y recomendación estratégica. Característica clave: sin jerga técnica ni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CVSS (Common Vulnerability Scoring System)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Estándar de la FIRST para puntuar la severidad (0–10). Da una base objetiva, pero debe ajustarse con el contexto (exposición real, valor del activo, controles compensatorios).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 (finding)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Unidad del informe que describe una debilidad concreta. Característica clave: es autocontenido — se entiende sin leer el resto del documento.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reproducible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Informe — El producto real del pentest; lo que el cliente compra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Resumen ejecutivo — Sección para la dirección; riesgo de negocio, sin jerga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Cuerpo técnico — Sección para TI y desarrollo; hallazgos y remediación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de negocio — Impacto en dinero, reputación, cumplimiento, continuidad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 — Unidad del informe con estructura fija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Puntuación de riesgo — CVSS combinado con el contexto de negocio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plantilla de informe (Markdown/LaTeX/Word), un sistema para gestionar hallazgos (incluso una hoja de cálculo con CVSS), la calculadora CVSS de FIRST y las capturas/logs recopilados durante el…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resumen ejecutivo. Una página, sin jerga: ¿cuál es el riesgo para el negocio? ¿qué tres cosas debe hacer la dirección?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la metodología. Alcance, ventana temporal, enfoque (caja negra/gris/blanca), limitaciones.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un hallazgo completo usando esta estructura: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Título claro (p. ej. "Inyección SQL en el login permite acceso no autenticado").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Severidad: calcula el vector CVSS y ajústalo (¿el activo es crítico? ¿está expuesto a internet?).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Impacto de negocio: qué pasaría si se explota (fuga de datos de clientes, etc.).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reproducible: petición/comando exacto + captura legible.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resumen ejecutivo de 200 palabras para una audiencia no técnica a partir de 3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CVSS v3.1 de una SQLi no autenticada expuesta a internet y justifica cada métrica.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una recomendación genérica ("mejorar la seguridad") en una accionable y específica.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una captura de pantalla de una prueba y anótala (resaltar el dato clave) para que sea autoexplicativa.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tabla resumen de hallazgos (título, severidad, estado) para la primera página técnica.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mini-informe (resumen ejecutivo + 2 hallazgos completos + tabla de priorización) sobre vulnerabilidades encontradas en tu propio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resumen ejecutivo no contiene jerga técnica; cada hallazgo tiene CVSS justificado, evidencia reproducible y remediación específica con referencia; la priorización considera…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Resumen ejecutivo lleno de comandos y CVEs — La dirección no lo entiende. Reescríbelo en lenguaje de impacto de negocio.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Pegar la salida cruda de un escáner como "hallazgos" — Genera falsos positivos y desconfianza. Valida y contextualiza cada uno manualmente.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Capturas ilegibles o sin anotar — El cliente no ve el punto. Recorta, resalta y explica cada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Recomendaciones genéricas — "Aplicar parches" no ayuda. Sé específico: qué versión, qué configuración, qué línea.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solo por CVSS bruto — Un CVSS 9 en un entorno aislado importa menos que un 6 en el core expuesto. Ajusta al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planificar el retest — Sin verificación, no sabes si el riesgo se cerró. Inclúyelo en el alcance.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lo más importante del informe?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resumen ejecutivo y la calidad/priorización de los hallazgos. Es lo que decide si la organización actúa.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¿CVSS es suficiente para priorizar?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Es una base objetiva, pero hay que ajustarla con exposición real, valor del activo y controles compensatorios del cliente.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incluir los hallazgos "informativos" o de bajo riesgo?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en un anexo. Aportan valor sin inflar la lista crítica, y muestran la profundidad del trabajo.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informe es el final del engagement?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PTES — Reporting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FIRST — CVSS Specification &amp; Calculator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Weidman, G. — Penetration Testing, capítulo de reporting.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— Web Security Testing Guide (WSTG) — Reporting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d6e0e165236bd2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482" y="1097280"/>
            <a:ext cx="4847035" cy="53035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