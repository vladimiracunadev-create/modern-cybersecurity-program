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260 — OPSEC personal y anonimato</a:t>
            </a:r>
          </a:p>
          <a:p>
            <a:r>
              <a:rPr sz="1600">
                <a:solidFill>
                  <a:srgbClr val="2E8B57"/>
                </a:solidFill>
              </a:rPr>
              <a:t>parte 12 osint e ingenieria social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seguridad operacional (OPSEC) para reducir la propia huella digital y operar con anonimato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defendible cuando el trabajo lo exige (investigación, red team, periodismo). El alumno terminará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capaz de modelar su amenaza, compartimentar identidades, endurecer dispositivos y usar herramientas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anonimato entendiendo sus límites, cerrando la parte con la contracara defensiva del OSINT.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⚖️ Nota ética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anonimato es un derecho y una herramienta profesional legítima. No lo uses para cometer delitos ni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evadir responsabilidad por daños. Esta clase busca proteger a investigadores, sus fuentes y su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privacidad, no facilitar actividad ilícita.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 modelo de amenaza personal (activos, adversarios, capacidades).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Compartimentar identidades y datos para limitar la correlación.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Reducir su huella digital mediante solicitudes de eliminación y minimización.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Tor, VPN y sistemas amnésicos entendiendo sus límites y errores de OPSEC.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Endurecer dispositivos y cuentas contra el rastreo y la deanonimización.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Modelado de amenaza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Compartimentación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Reducción de huella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Tor y VPN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Sistemas amnésicos (Tails)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Metadatos y hábitos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Cuentas e identidades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OPSEC comienza con un modelo de amenaza: qué información dañaría al investigador o a terceros, qué adversario podría obtenerla, con qué capacidades y durante cuánto tiempo. Privacidad, seudonimato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diagrama destaca la correlación. Dirección IP, cookies, huella de navegador, correo de recuperación, estilo, zona horaria, pagos y contactos pueden unir compartimentos. La separación debe ser…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dispositivo se actualiza, cifra y limita software; en cuentas se usan credenciales únicas, recuperación protegida y autenticación resistente al phishing; en navegación se separan perfiles y se…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Tor Browser está diseñado para reducir diferencias entre usuarios y enrutar tráfico mediante Tor. Instalar extensiones, cambiar configuraciones arbitrariamente o abrir documentos externos puede…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investigación puede exponer al analista a contenido traumático, acoso y doxxing. Se definen horarios, revisión por pares, apoyo y procedimiento ante amenaza. Publicar una captura puede revelar 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cuenta de investigación usa un alias distinto y Tor, pero registra el correo personal como recuperación y sube un PDF con nombre de autor. Dos capas de aplicación derrotan la separación de red.…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Modelo de amenaza — Relación entre activos, adversarios, capacidades y consecuencias.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Seudonimato — Uso de identidad alternativa que puede mantener continuidad.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Anonimato — Dificultad de vincular una acción con una identidad dentro de un conjunto.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Compartimentación — Separación consistente para limitar correlación e impacto.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Metadato — Información sobre creación, comunicación o contexto, distinta del contenido principal.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dominio cuando el alumno diseña OPSEC para un adversario concreto, identifica enlaces entre capas, prueba fugas, explica límites de Tor y VPN y protege tanto al investigador como a terceros…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OPSEC: proceso de proteger información sensible identificando qué revelas y a quién. Característica: es disciplina continua, no una herramienta.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Modelo de amenaza: análisis de qué proteges, de quién y con qué esfuerzo. Característica: sin él, la OPSEC es aleatoria.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Compartimentación: separar identidades/actividades en silos. Característica: limita el daño de una filtración.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Tor: red de anonimato por enrutamiento en capas. Característica: oculta la IP, pero no protege de errores de OPSEC del usuario.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VPN: túnel cifrado hacia un proveedor. Característica: cambia la confianza, no elimina la atribución; el proveedor te ve.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Tails: sistema live amnésico que enruta por Tor. Característica: no deja rastros en el equipo.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Huella digital: conjunto de datos tuyos accesibles. Característica: se reduce, rara vez se elimina del todo.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Tor Browser y, para trabajo sensible, Tails (USB amnésico).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VPN de confianza con política de no-logs auditada (complemento, no sustituto de Tor).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Gestor de identidades: correos segregados (alias/relays), gestor de contraseñas, números virtuales.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Limpieza de metadatos: exiftool, mat2.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Recordatorio: herramienta ≠ anonimato; la OPSEC se rompe por comportamiento (reutilizar alias, mezclar cuentas).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(sobre ti mismo)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tu modelo de amenaza: qué activos proteges, posibles adversarios y su capacidad.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esquema de compartimentación: identidad personal, profesional y de investigación separadas.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Audita tu huella (reutiliza la Clase 249) y crea una lista de solicitudes de eliminación a servicios/brokers.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correos segregados con relays/alias y contraseñas únicas por identidad.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Instala Tor Browser y comprueba tu IP en un servicio de "what is my IP" antes y después.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 un USB de Tails y arráncalo en una VM/equipo de prueba; verifica que no deja rastros.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Limpia metadatos de un documento con mat2 archivo.pdf y compara antes/después.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tu modelo de amenaza en una página, con adversarios y esfuerzo estimado.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un error típico que anula el anonimato de Tor (p. ej. loguearte en tu cuenta real).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Tor vs. VPN vs. Tor sobre VPN y cuándo usar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esquema de tres identidades compartimentadas con reglas de no-cruce.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5 solicitudes de eliminación a data brokers de tu región.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 5 hábitos que rompen la OPSEC aunque uses buenas herramientas.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plan de OPSEC personal con: modelo de amenaza, esquema de compartimentación, lista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acciones de reducción de huella ejecutadas y una evaluación honesta de límites y riesgos residuales.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plan demuestra al menos tres acciones reales completadas (correos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segregados, eliminación de una exposición, uso verificado de Tor/Tails) y reconoce explícitamente qué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puede garantizar el anonimato.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Deanonimizado pese a usar Tor — Te logueaste en una cuenta personal. Nunca mezcles identidad real y anónima.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VPN "no-logs" que sí registraba — Confianza mal puesta. Elige proveedores auditados; recuerda que la VPN te ve.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Alias reutilizado enlaza identidades — Falta de compartimentación. Un alias por identidad, sin cruces.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Metadatos delatan al autor — No se limpiaron. Usa mat2/exiftool antes de publicar.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Patrón horario revela zona/rutina — Hábitos predecibles. Varía y minimiza señales de "pattern of life".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¿Tor me hace 100% anónimo?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Tor puede impedir que el destino vea directamente la dirección de origen y distribuye el circuito, pero el anonimato depende también del adversario, endpoint, navegador, cuentas, contenido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¿VPN o Tor?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Responden a modelos distintos. Una VPN traslada observación y confianza al proveedor; Tor distribuye el circuito y Tor Browser reduce algunas formas de enlace. Ninguna opción garantiza «anonimato…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borrar mi huella por completo?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Casi nunca del todo. Puedes reducirla mucho con minimización, eliminación en brokers y buena OPSEC,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pero asume un residuo y protégete en consecuencia.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Bazzell, M. Extreme Privacy: What It Takes to Disappear. &lt;https://inteltechniques.com/book7.html&gt;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Tor Project. &lt;https://www.torproject.org/&gt;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Tails. &lt;https://tails.net/&gt;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mat2 (Metadata Anonymisation Toolkit). &lt;https://0xacab.org/jvoisin/mat2&gt;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EFF — Surveillance Self-Defense. &lt;https://ssd.eff.org/&gt;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90927caee37534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78708"/>
            <a:ext cx="8229600" cy="7406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