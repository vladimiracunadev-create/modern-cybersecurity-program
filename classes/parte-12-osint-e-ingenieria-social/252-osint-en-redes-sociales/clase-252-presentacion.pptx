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252 — OSINT en redes sociales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técnicas de SOCMINT (social media intelligence) para analizar perfiles y actividad pública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redes sociales, respetando términos de servicio y privacidad. El alumno terminará capaz de extraer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señales útiles —relaciones, ubicaciones, rutinas, tecnologías mencionadas— que informan una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evaluación de riesgo, sin cruzar a la vigilancia intrusiva o ilegal.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SOCMINT solo sobre contenido público, tus propias cuentas o un objetivo autorizado. No accedas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contenido privado, no crees perfiles falsos para "hacerte amigo" del objetivo fuera de un engagement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autorizado, y respeta los ToS de cada plataforma. Compilar perfiles de personas sin base legal puede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violar la protección de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las señales OSINT presentes en un perfil público (bio, geotags, red, horarios).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Correlacionar cuentas de una persona entre plataformas.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metadatos e indicios de ubicación de publicaciones públicas.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riesgos de exposición corporativa por empleados (fotos de badges, pantallas,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hallazgos evitando sesgos y respetando la privacidad.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una cuenta imitadora, una cuenta auténtica comprometida y un influencer no corroborado.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SOCMINT: qué es y sus límites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Anatomía de un perfil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Correlación entre plataformas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Geotags y ubicación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Análisis de red (conexiones)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Fugas corporativas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ToS y privacidad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redes sociales ordenan, recomiendan y eliminan contenido mediante reglas que el investigador no controla. Una captura representa una interfaz en un momento, no todo el historial. Cuentas…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insignia o nombre visible es una señal de la cuenta, no prueba absoluta de quién operó una publicación concreta. Se examinan historia, enlaces desde canales oficiales, coherencia temporal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grafo representa nodos y relaciones observadas: seguir, mencionar, responder, compartir. Una arista no equivale a amistad, mando ni coordinación. Para sostener coordinación se buscan patrones…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APIs, términos de servicio y normas de privacidad delimitan la recopilación. Automatizar navegación o crear identidades encubiertas puede infringir reglas y aumentar riesgo; esta clase trabaja…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video se comparte como prueba de un incidente actual. La búsqueda inversa encuentra copias de dos años antes y los edificios no coinciden con el lugar afirmado. El analista conserva la publicación…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video atribuido a una figura popular anuncia un memecoin y pide buscarlo antes de que termine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airdrop. La búsqueda devuelve varias cuentas con el mismo avatar y símbolo. Una cambia una letra 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Contexto conversacional — Publicaciones y respuestas necesarias para interpretar un mensaje.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Grafo observado — Red limitada por la muestra y las relaciones disponibles.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Coordinación — Comportamiento conjunto que requiere más evidencia que contenido parecido.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Descontextualización — Uso de material auténtico con fecha, lugar o significado incorrecto.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Identificador de publicación — Clave estable de plataforma preferible a una captura aislada.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imitadora — Perfil distinto que copia señales visuales o un identificador parecido.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dominio cuando el alumno preserva una publicación con contexto, evalúa cuenta, tiempo, multimedia y red por separado, formula alternativas y explica cómo la plataforma y el método de colección…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SOCMINT: inteligencia derivada de redes sociales. Característica: alta densidad de datos personales, alto riesgo ético.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Geotag: metadato o etiqueta de ubicación en una publicación. Característica: permite reconstruir movimientos.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red social: estudio de conexiones entre cuentas. Característica: revela círculos y personas clave.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Pattern of life: patrón de vida (rutinas, horarios) deducido de la actividad. Característica: base para pretextos y también para riesgo físico.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Scraping: extracción automatizada de contenido. Característica: útil pero frecuentemente contra ToS; usar con cautela.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Exposición corporativa: datos de la empresa filtrados por empleados. Característica: vector real (fotos de oficinas, insignias, software).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Sock puppets por plataforma, sin vínculo a tu identidad; navegador con contenedores.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 y agregación: operadores de búsqueda avanzados, whatsmyname, agregadores públicos.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Análisis: capturas con marca de tiempo, hojas de correlación; para grafos, Maltego (Clase 255).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Verificación de imágenes: búsqueda inversa (Google Lens, Yandex) — enlaza con la Clase 253.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solo contenido público; nada de solicitar amistad al objetivo fuera de un engagement.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Objetivo: tus propias cuentas o una cuenta pública de prueba/consentida.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Inventaria tus perfiles públicos y captura cada bio, foto y enlace con fecha.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señales: ubicación declarada, empleador, intereses, cuentas enlazadas.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un alias entre plataformas con whatsmyname y verifica manualmente.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geotags: revisa publicaciones públicas con ubicación y traza un mapa de lugares frecuentes.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Deriva un pattern of life aproximado (horarios de publicación, días activos).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Modela la perspectiva de amenaza sin redactar un pretexto operativo: ¿qué decisión sensible podría intentar provocar un tercero con esos datos y qué control la bloquearía?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perfil propio y lista 10 señales OSINT ordenadas por sensibilidad.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el "pattern of life" es peligroso incluso sin datos "secretos".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Correlaciona dos cuentas por estilo, foto o enlaces y asigna un nivel de confianza.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Encuentra una publicación con geotag y descríbela sin exponer datos de terceros.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política de 5 puntos para que empleados no filtren datos corporativos.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qué prohíben los ToS de una red sobre scraping y automatización.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una publicación desde la cuenta oficial puede ser menos confiable durante una sesión anómala que un aviso coherente publicado por dos canales independientes.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SOCMINT de auto-exposición con al menos 8 señales, una correlación entre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plataformas y un mapa de "pattern of life", más un plan de mitigación.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informe solo usa contenido público, cita la fuente de cada señal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propone al menos 5 acciones concretas de reducción de huella.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baneada/limitada — Scraping agresivo o sock puppet inconsistente. Reduce ritmo, mejora la coherencia del perfil.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Correlación equivocada — Estilo similar no es prueba. Exige múltiples indicios convergentes.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Filtración de tu identidad — Diste "like" o seguiste con tu cuenta real. Usa siempre el sock puppet.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privados en el informe — Se incluyó contenido no público. Elimínalo; solo va lo público.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Geotag mal interpretado — Ubicación de la foto ≠ ubicación de residencia. Corrobora con más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Handle correcto = operador legítimo — Una cuenta auténtica puede estar tomada; busca evidencia de sesión y recuperación.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Seguidores = autoridad — Las métricas se compran, heredan o manipulan; exige procedencia y corroboración.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pedir amistad al objetivo para ver su contenido?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dentro de un engagement autorizado con reglas claras. Fuera de eso es manipulación y puede ser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ilegal o violar 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scraping es legal?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 de la jurisdicción y los ToS. El contenido público tiene menos protección, pero automatizar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extracciones suele violar términos y puede tener consecuencias legales.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lo más peligroso que expone la gente?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Bazzell, M. Open Source Intelligence Techniques. &lt;https://inteltechniques.com/book1.html&gt;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Bellingcat — Online Investigation Toolkit. &lt;https://www.bellingcat.com/&gt;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WhatsMyName. &lt;https://github.com/WebBreacher/WhatsMyName&gt;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OSINT Framework — Social Networks. &lt;https://osintframework.com/&gt;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 — alerta sobre estafas con criptoactivos: documenta suplantación, cuentas sociales comprometidas, deepfakes y promoción de memecoins; se usa para reconocer mecanismos, no para juzgar una…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c511829b1b739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07208"/>
            <a:ext cx="8229600" cy="18836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