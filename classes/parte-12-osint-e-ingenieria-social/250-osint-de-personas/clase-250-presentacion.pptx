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250 — OSINT de personas</a:t>
            </a:r>
          </a:p>
          <a:p>
            <a:r>
              <a:rPr sz="1600">
                <a:solidFill>
                  <a:srgbClr val="2E8B57"/>
                </a:solidFill>
              </a:rPr>
              <a:t>parte 12 osint e ingenieria social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un perfil OSINT de una persona a partir de identificadores públicos —nombre,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correo, usuario, teléfono— usando pivoteo entre fuentes, siempre sobre objetivos autorizados 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consentidos. El alumno terminará capaz de correlacionar cuentas, detectar reutilización de alias 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producir un dossier verificable, entendiendo el impacto en la privacidad de estas técnicas.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⚖️ Nota ética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perfilado de personas se practica solo sobre ti mismo, sobre un objetivo autorizado por escrito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 sobre un compañero que consienta en el ejercicio. Compilar datos de terceros sin base legal 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doxing y puede ser delito. Trata cada dato personal como sensible.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Pivotar entre nombre, correo, usuario y teléfono para enlazar cuentas de una misma persona.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la validez de correos y detectar brechas asociadas.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Rastrear la reutilización de un alias en múltiples plataformas.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nivel de confianza y evitar falsos positivos por homónimos.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mínimo con procedencia, confianza y respeto a la privacidad, sin convertirlo en un dossier intrusivo.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Identificadores y pivoteo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Búsqueda de nombres y homónimos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Enumeración de correos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Alias/usernames cruzados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Números de teléfono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Brechas de datos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Verificación y confianza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Investigar a una persona no consiste en unir perfiles porque comparten un nombre. La resolución de entidades compara atributos —alias, trayectoria, ubicación aproximada, fechas, relaciones y estilo…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diagrama obliga a formular una hipótesis refutable. Si dos cuentas publican simultáneamente desde lugares incompatibles o muestran carreras distintas, la contradicción pesa. Si ambas usan la misma…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revisión de exposición propia, una investigación periodística con garantías o una debida diligencia autorizada tienen propósitos diferentes. Antes de buscar se documentan base legítima…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Los datos de filtraciones requieren un tratamiento especial. Un servicio defensivo puede permitir comprobar si un identificador propio aparece comprometido sin revelar contraseñas. Descargar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fechas de creación, empleo y publicación pueden ordenar hechos, pero las plataformas cambian zona horaria, permiten editar y muestran fechas incompletas. Se conserva el valor original y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analista encuentra un proceso judicial asociado al nombre de un candidato. La ciudad coincide, pero el segundo apellido y la edad no. En lugar de elevarlo como hallazgo, trata el resultado como…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Resolución de entidades — Evaluación de si registros distintos representan al mismo sujeto.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Homónimo — Persona diferente que comparte nombre u otro atributo.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Identificador — Atributo usado para relacionar registros, con fuerza y riesgo variables.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Minimización — Recopilar y conservar solo lo necesario para el propósito declarado.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Contradicción — Evidencia que reduce la plausibilidad de una hipótesis de identidad.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Hay dominio cuando el alumno puede resolver una identidad propia o ficticia con criterios positivos y negativos, mantener hipótesis alternativas, explicar la base y los límites de la búsqueda y…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Pivoteo: usar un dato hallado para descubrir otros (correo → usuario → perfiles). Característica: es la esencia del OSINT de personas.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Enumeración de correos: confirmar si una dirección existe/está registrada en un servicio. Característica: pasiva si usa APIs públicas de recuperación.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Reutilización de alias: tendencia de las personas a repetir el mismo nombre de usuario. Característica: alta tasa de éxito para correlacionar.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Homónimo: dos personas con el mismo nombre. Característica: principal fuente de falso positivo.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Data breach / leak: conjunto de credenciales expuestas por una brecha. Característica: útil para patrones, pero de manejo legal delicado.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Confianza (alta/media/baja): grado de certeza de que un dato pertenece al objetivo. Característica: obliga a la verificación cruzada.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VM aislada y sock puppet ya preparados (Clase 249).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Búsqueda de usuarios: sherlock, maigret, whatsmyname. Instalación: pipx install maigret.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Correos: Have I Been Pwned, Holehe (pipx install holehe), Hunter.io (con moderación).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Buscadores de personas: solo de acceso público y legal según jurisdicción; documenta la fuente.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Recordatorio: ejecuta cada herramienta contra tu propio identificador o el autorizado.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Objetivo: tu propio identificador (o el de un compañero que consienta).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Anota tus identificadores de prueba: nombre, un correo dedicado, un alias.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Busca el alias en múltiples plataformas: sherlock tualias y maigret tualias. Registra coincidencias reales vs.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Comprueba en qué servicios está registrado un correo: holehe correo@example.com.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 brechas asociadas al correo en Have I Been Pwned y anota qué datos se filtraron.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Pivota: si un perfil revela una web personal, extrae de ella nuevos correos o alias y repite.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correlación (dato, fuente, confianza, verificado sí/no).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sherlock y maigret sobre el mismo alias y compara falsos positivos.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"match" de usuario no prueba que sea la misma persona.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una cadena de pivoteo de al menos 3 saltos (correo → perfil → web → correo nuevo).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una brecha propia en HIBP y deriva 3 recomendaciones de higiene de credenciales.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criterios objetivos para descartar homónimos.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la diferencia legal entre OSINT autorizado y doxing en tu país.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dossier de auto-OSINT que enlace al menos 3 cuentas tuyas mediante pivoteo, con la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documentada y un nivel de confianza justificado por cada enlace.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enlace es reproducible desde la fuente citada y el dossier incluye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menos un falso positivo descartado con criterio explícito.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Muchos perfiles falsos en Sherlock — La herramienta reporta 404 como match. Verifica cada uno manualmente.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Atribuir datos a la persona equivocada — Homónimo. Cruza con foto, ciudad o fecha antes de concluir.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 / bloqueo — Consultas masivas desde la misma IP. Espacia peticiones o usa la VM/VPN del alcance.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Correo "no encontrado" pero existe — El servicio oculta la enumeración. Prueba otro método pasivo.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leaks robados como prueba — Fuente ilícita. Úsalos solo para patrones y según lo permita el engagement.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perfilar a cualquiera con estas herramientas?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Técnicamente sí, legal y éticamente no. Solo sobre ti, con consentimiento o con autorización escrita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un engagement.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match de username es prueba definitiva?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Es un indicio. Necesitas corroboración cruzada (foto, biografía, enlaces) para elevar la confianza.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encuentro datos muy sensibles de mí?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Documenta, reduce tu exposición (elimina cuentas, cambia contraseñas, activa 2FA) y considera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Bazzell, M. Open Source Intelligence Techniques. &lt;https://inteltechniques.com/book1.html&gt;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Sherlock. &lt;https://github.com/sherlock-project/sherlock&gt;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Maigret. &lt;https://github.com/soxoj/maigret&gt;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Holehe. &lt;https://github.com/megadose/holehe&gt;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Have I Been Pwned. &lt;https://haveibeenpwned.com/&gt;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6878036224511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515" y="1097280"/>
            <a:ext cx="3076969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