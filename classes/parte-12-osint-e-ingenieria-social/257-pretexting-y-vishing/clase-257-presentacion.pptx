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257 — Pretexting y vishing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construir pretextos verosímiles y a ejecutar vishing (voice phishing) dentro de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engagement autorizado, así como a documentar y medir estos vectores. El alumno terminará capaz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guion, preparar identidades de apoyo y realizar una llamada de prueba controlada, siempre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permiso escrito y con foco en la mejora de la defensa.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 y legal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pretexting y el vishing implican engañar a personas reales, por lo que requieren autorización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explícita y por escrito de la organización objetivo, respeto a la legislación (grabación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llamadas, suplantación, protección de datos) y un plan de cuidado de las personas. Nunca llames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alguien sin que su organización lo haya autorizado. Practica los guiones entre compañeros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consientan, no contra terceros.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pretexto coherente a partir del OSINT previo.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guion de vishing con objetivos y ramas de conversación.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técnicas de elicitación y manejo de objeciones de forma ética.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el soporte de identidad (número, contexto, spoofing legalmente permitido).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la llamada y extraer métricas defensivas.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 pretexto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Del OSINT al guion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Elicitación conversacional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Manejo de objeciones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Vishing: preparación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Grabación y legalidad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Debrief y métricas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pretexting, la historia conecta identidad, contexto y solicitud: «soy soporte, hay una incidencia y necesito verificar tu código». En vishing, la voz añade sincronía, presión y dificultad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reemplaza la intuición por un procedimiento. La identificación de llamada, la voz y datos personales pueden falsificarse u obtenerse de fuentes abiertas. La devolución se hace a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guiones defensivos deben ser breves: «No puedo validar esta solicitud en una llamada entrante; abriré un ticket y devolveré el contacto por el directorio oficial». También se requiere una ruta…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señales de audio sintético o número alterado pueden ayudar, pero no constituyen una prueba confiable para el usuario. La defensa robusta autentica la transacción: número registrado, ticket…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práctica de vishing usa actores informados, números controlados, guion aprobado y datos ficticios. No graba sin base legal, no busca secretos reales y detiene el ejercicio si surge una situación…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llamada menciona el modelo exacto del portátil y un ticket real visto en una filtración de correo. El empleado no discute esos datos; abre el portal oficial, comprueba que el ticket no solicita…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Pretexting — Uso de una historia para legitimar identidad y solicitud.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Vishing — Ingeniería social mediante voz o telefonía.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Callback — Devolución por un número obtenido de una fuente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fatigue — Presión mediante solicitudes repetidas de aprobación.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 de transacción — Verificación específica de la acción, no solo de la persona.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reconoce la acción sensible bajo un pretexto convincente, ejecuta verificación independiente, conserva datos útiles para respuesta y diseña un ejercicio seguro…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Pretexting: crear un escenario/identidad falsa para justificar una petición. Característica: se sostiene en detalles obtenidos por OSINT.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Vishing: phishing por voz/teléfono. Característica: la voz añade presión y autoridad en tiempo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Elicitación: extraer información con conversación natural. Característica: la persona no percibe que está siendo interrogada.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Caller ID spoofing: falsificar el número que aparece al receptor. Característica: legal solo en contextos autorizados y según jurisdicción.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Objeción: resistencia del objetivo ("no puedo darte eso"). Característica: se maneja con empatía, no con presión abusiva.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Debrief: reunión posterior para explicar el ejercicio. Característica: protege a las personas y consolida el aprendizaje.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Guion y árbol de decisión: documento con objetivo, apertura, ramas y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Telefonía de prueba: VoIP (p. ej. un softphone) con número dedicado del engagement; spoofing solo si el contrato y la ley lo permiten.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Grabación: con consentimiento y cumplimiento legal; almacenamiento seguro de la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ensayo: compañeros que consientan para practicar el guion sin objetivos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sin autorización escrita de la organización objetivo, no hay llamada real.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(autorizado / entre compañeros)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el dossier OSINT de un objetivo de laboratorio (empresa ficticia) y extrae datos útiles.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objetivo de la llamada (ej.: verificar si el helpdesk resetea contraseñas sin validar identidad).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pretexto: identidad, motivo creíble, urgencia moderada, coherencia con el OSINT.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guion con apertura, 3 ramas de conversación y una salida limpia.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Ensaya con un compañero que hace de "objetivo"; graba solo con su consentimiento.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la elicitación: obtén un dato objetivo sin preguntarlo de forma directa.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Maneja una objeción ("no doy esa información") con empatía y sin coacción.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dos pretextos para el mismo objetivo y compara su verosimilitud.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5 datos OSINT en frases que refuercen la credibilidad del guion.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3 técnicas de elicitación y ensáyalas con un compañero.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respuestas éticas a 4 objeciones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legalidad de grabar llamadas y del spoofing en tu país.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 control de helpdesk que frustre tu propio pretexto.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y ensaya (entre compañeros que consientan) una llamada de vishing de laboratorio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guion, pretexto sustentado en OSINT, manejo de una objeción y un debrief documentado.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ejercicio no involucra a terceros no consintientes, respeta la ley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grabación y produce al menos dos recomendaciones defensivas concretas para el helpdesk.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objetivo desconfía de inmediato — Pretexto incoherente con el OSINT. Refuerza detalles y naturalidad.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Presión excesiva sobre la persona — Cruzaste a la coacción. Usa empatía; el objetivo es probar controles, no doblegar personas.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Problema legal por grabar — No hubo consentimiento/aviso. Verifica la ley antes de grabar.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datos útiles tras la llamada — Faltó objetivo claro. Define qué información/acción concreta buscas.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Persona molesta tras el ejercicio — No hubo debrief. Explica siempre y cuida a las personas.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falsificar el número (spoofing)?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el contrato lo autoriza y la ley de tu jurisdicción lo permite. En muchos lugares el spoofing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fuera de pruebas autorizadas es delito.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logro comprometer algo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Detente, documenta y escala según las Rules of Engagement. No profundices más allá del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vishing sigue funcionando?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es de los vectores más efectivos: la voz añade autoridad y urgencia que el correo no transmite.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Hadnagy, C. Social Engineering: The Science of Human Hacking.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Social-Engineer — Vishing resources. &lt;https://www.social-engineer.org/&gt;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Phishing: Voice (T1566.004). &lt;https://attack.mitre.org/techniques/T1566/004/&gt;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Cialdini, R. Influence: The Psychology of Persuasion.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4fa64560a1eb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43684"/>
            <a:ext cx="8229600" cy="3410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