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258 — Campañas de phishing con GoPhish</a:t>
            </a:r>
          </a:p>
          <a:p>
            <a:r>
              <a:rPr sz="1600">
                <a:solidFill>
                  <a:srgbClr val="2E8B57"/>
                </a:solidFill>
              </a:rPr>
              <a:t>parte 12 osint e ingenieria social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Montar y operar una campaña de phishing controlada con GoPhish para medir la resiliencia de una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organización autorizada. El alumno terminará capaz de desplegar la plataforma, crear plantillas 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landing pages, lanzar la campaña contra un grupo consentido y analizar métricas para reforzar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concienciación, sin robar credenciales reales ni causar daño.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⚖️ Nota ética y legal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simulaciones de phishing solo se ejecutan sobre destinatarios de tu organización con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autorización escrita de la dirección, o en un laboratorio propio con cuentas de prueba. No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lances campañas contra terceros. No captures ni almacenes contraseñas reales: usa páginas que solo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registren el evento, no la credencial. Informa y forma tras la campaña (no castigues).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Desplegar GoPhish en un entorno aislado y configurarlo con TLS.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Crear sending profile, plantilla de correo, landing page y grupos objetivo.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Lanzar una campaña y monitorizar aperturas, clics y envíos de formulario.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métricas y traducirlas en acciones de formación.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un informe ejecutivo orientado a mejorar la defensa.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Arquitectura de GoPhish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Sending profile (SMTP)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Plantillas de correo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Landing pages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Grupos y segmentación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Métricas y tracking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Informe y formación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GoPhish facilita plantillas, envío, páginas y eventos, pero la herramienta no convierte una campaña en ética ni útil. Antes se define la pregunta: ¿el canal de reporte funciona?, ¿un proceso…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diagrama incluye piloto, parada, debrief y eliminación porque enviar mensajes es solo una fase. Se excluyen temas que puedan causar daño —despidos, salud, emergencias familiares—, poblaciones…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apertura es poco fiable por bloqueos de imágenes y escáneres automáticos. El clic también puede provenir de un sandbox. El reporte mediante el canal esperado, el tiempo hasta que SOC recibe una…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dominio, DKIM/SPF/DMARC, listas y horarios se configuran sobre infraestructura autorizada. SOC conoce el ejercicio mediante un mecanismo que permita evaluar el playbook sin provocar una respuesta…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campaña produce cero clics. El equipo celebra, pero el gateway bloqueó todos los correos y nadie evaluó reporte, autenticación ni proceso. La conclusión correcta es que el control de correo…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útil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Landing de simulación — Página controlada que educa y no captura secretos reales.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Parada de emergencia — Procedimiento para detener envíos y retirar infraestructura.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Debrief — Explicación posterior que conecta señales, proceso y aprendizaje.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Métrica agregada — Resultado grupal que reduce exposición individual.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Escáner automático — Sistema que puede abrir enlaces y contaminar métricas.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Existe dominio cuando el alumno diseña una campaña aprobada desde una pregunta defensiva, minimiza datos y daño, distingue eventos humanos de automatizados, prepara respuesta y traduce resultados en…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GoPhish: framework open source para simulacros de phishing. Característica: gestiona campañas y métricas de principio a fin.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Sending profile: configuración SMTP de envío. Característica: define remitente y servidor de la campaña.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Landing page: página a la que llega la víctima al hacer clic. Característica: en un simulacro ético, registra el evento, no la contraseña.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Tracking pixel: imagen que detecta la apertura del correo. Característica: mide aperturas sin interacción.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Grupo objetivo: lista de destinatarios autorizados. Característica: define el alcance del simulacro.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Tasa de reporte: porcentaje que reporta el correo como sospechoso. Característica: la métrica defensiva más valiosa.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GoPhish: descarga el binario de getgophish.com, ejecútalo en una VM aislada; primer login con la contraseña que muestra el log.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Servidor de correo de laboratorio: MailHog/Postfix propio o un SMTP de pruebas; nunca un dominio ajeno.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Dominio y TLS de prueba: para landing pages; certificado Let's Encrypt en el lab.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Grupo de prueba: cuentas propias o compañeros consintientes.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Recordatorio: este ejercicio se hace contra tu propio entorno o con autorización escrita; las landing pages no almacenan credenciales reales.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(entorno propio / autorizado)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Arranca GoPhish en la VM y accede al panel https://127.0.0.1:3333; cambia la contraseña inicial.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 Sending Profile apuntando a tu SMTP de laboratorio (MailHog/Postfix).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Email Template con un pretexto realista (ej.: "actualiza tu acceso") y añade el tracking.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una Landing Page que muestre un mensaje educativo tras el clic; desactiva la captura de contraseñas.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un Users &amp; Groups con cuentas de prueba propias.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Lanza la Campaign enlazando profile, template, page y grupo; envía a las cuentas de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Observa el dashboard en tiempo real: enviados, abiertos, clicados, formularios.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dos plantillas con distinto nivel de urgencia y compara (hipotéticamente) su impacto.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una landing page que solo eduque, sin capturar credenciales, y explica por qué.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 un dashboard de campaña y prioriza acciones.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la comunicación posterior que forma sin culpabilizar.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cómo evitar que la campaña afecte a personas fuera del alcance.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los requisitos legales de un simulacro de phishing corporativo en tu región.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una campaña de phishing de laboratorio de extremo a extremo contra tus cuentas de prueba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 entrega un informe con métricas (envíos, aperturas, clics, reportes) y un plan de formación.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ninguna credencial real fue capturada, todos los destinatarios eran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propios/autorizados, y el informe incluye tasa de reporte y al menos tres acciones de mejora.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Correos marcados como spam — Falta SPF/DKIM en el lab o dominio con mala reputación. Configura autenticación de correo.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se registran aperturas — Cliente o gateway bloquea imágenes; además, los escáneres pueden abrirlas. Trata apertura y clic como señales imperfectas y prioriza reporte, respuesta y cumplimiento del…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Landing page captura contraseñas — Configuración por defecto peligrosa. Desactiva la captura en un simulacro ético.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Campaña llega a no autorizados — Grupo mal filtrado. Verifica la lista antes de lanzar.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Empleados molestos/desconfiados — Faltó comunicación y enfoque educativo. Forma, no castigues.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¿GoPhish roba contraseñas?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Puede capturar lo enviado en un formulario, pero en un simulacro ético se desactiva esa captura: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solo se registra el evento del clic para medir, no la credencial.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¿Aviso a los empleados de que habrá simulacros?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comunica la política general (que pueden ocurrir simulacros) sin anunciar cada campaña.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transparencia del programa y el enfoque formativo son clave.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métrica importa más?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GoPhish — Documentation. &lt;https://docs.getgophish.com/&gt;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Hadnagy, C. Social Engineering: The Science of Human Hacking. Wiley.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Phishing (T1566). &lt;https://attack.mitre.org/techniques/T1566/&gt;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800-50 — Building a Security Awareness Program. &lt;https://csrc.nist.gov/pubs/sp/800/50/final&gt;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35b482037b30ee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52444"/>
            <a:ext cx="8229600" cy="3931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