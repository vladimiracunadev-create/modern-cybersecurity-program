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249 — Fundamentos de OSINT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qué es la inteligencia de fuentes abiertas, cómo se estructura el ciclo de inteligencia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cuáles son los límites éticos y legales que gobiernan toda recolección. Al terminar, el alumno sabrá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plantear una operación OSINT metódica, trazable y defendible, distinguiendo entre "buscar en Google"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producir inteligencia útil a partir de datos públicos.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OSINT y diferenciarlo de HUMINT, SIGINT y otras disciplinas de inteligencia.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inteligencia de cinco fases a un objetivo autorizado.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OSINT pasivo de activo y sus implicaciones de detección y legalidad.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un entorno de investigación aislado con cuentas "sock puppet" y máquina desechable.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hallazgos con procedencia, transformaciones y control de sesgos; reconocer cuándo un proceso formal exige cadena de custodia adicional.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Definición y disciplinas de inteligencia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inteligencia (5 fases)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Pasivo vs. activo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Fuentes abiertas: taxonomía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Entorno de investigación seguro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Sock puppets (identidades ficticias)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Ética, legalidad y sesgos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fuente abierta es información obtenible legalmente sin acceso clandestino; eso no significa que carezca de restricciones, riesgo o datos personales. OSINT aparece cuando esa información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gráfico comienza por la decisión que el análisis debe apoyar. Sin ella, el investigador acumula datos interesantes pero irrelevantes. El plan define indicadores buscables, fuentes probables…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«El certificado observado contiene este dominio» es una observación. «El dominio pertenece a la misma organización» es una inferencia que necesita contexto; puede tratarse de un proveedor o activo…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corroboración debe buscar independencia. Diez sitios que copian la misma publicación constituyen una sola raíz informativa. Una fuente primaria puede ser directa pero interesada; una secundaria…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Berkeley Protocol ofrece un referente metodológico para recopilar, analizar y preservar información digital de manera profesional, además de considerar seguridad física, digital y psicosocial. Su…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Recopilar solo lo necesario reduce daño y sesgo. Datos públicos pueden seguir siendo sensibles. No se contacta a personas, no se eluden controles, no se publica información identificable y no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Cinco artículos afirman que una empresa cerrará una planta. Todos enlazan un mismo mensaje anónimo. El investigador no cuenta cinco corroboraciones; registra una raíz con cinco republicaciones, busca…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Requisito de inteligencia — Pregunta ligada a una decisión y a un alcance.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Fuente primaria — Material cercano al hecho; no garantiza neutralidad ni autenticidad.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Corroboración — Apoyo mediante evidencia con origen suficientemente independiente.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Procedencia — Registro del origen y transformaciones de un elemento.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Confianza analítica — Juicio explicado sobre la solidez de una conclusión.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clase cuando convierte una necesidad en pregunta y plan, preserva procedencia, distingue observación de inferencia, detecta fuentes dependientes y redacta una conclusión con…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(Open Source Intelligence): inteligencia derivada de información pública y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legal. Característica clave: la fuente es abierta, pero el valor está en la correlación, no en el dato aislado.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Ciclo de inteligencia: proceso iterativo de dirección → recolección → procesamiento → análisis → difusión. Característica: es cíclico; el análisis genera nuevas preguntas.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pasivo: recolección que no interactúa directamente con la infraestructura del objetivo (cachés, buscadores, archivos). Característica: reduce contacto directo, pero proveedores y fuentes aún…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activo: implica tocar sistemas del objetivo (visitar su web, resolver su DNS). Característica: deja rastros en logs.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Identidad de investigación: perfil separado que algunas investigaciones autorizadas usan para reducir exposición. Característica: su creación y uso requieren aprobación, necesidad y reglas de…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Procedencia: registro de cómo, cuándo y de dónde se obtuvo información y qué transformaciones recibió. Característica: permite auditar el análisis; una cadena de custodia formal añade requisitos…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Máquina de investigación aislada: VM (VirtualBox/VMware) con snapshot limpio, o la Trace Labs OSINT VM / Kali, cuando el modelo de amenaza justifique separar el entorno de las cuentas cotidianas.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Navegador endurecido: Firefox con contenedores (Multi-Account Containers), sin sesión personal; opcionalmente detrás de VPN/Tor según el alcance.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Gestor de casos: herramienta para notas y capturas: Obsidian, CherryTree o una plantilla Markdown; captura con Hunchly si es un engagement formal.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Framework (osintframework.com) como índice de fuentes por categoría.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todo se hace en entorno propio/aislado y sobre objetivos autorizados o públicos legítimos.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 y autorizado: OSINT sobre ti mismo (autoevaluación de huella).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Crea un snapshot limpio de tu VM de investigación y anota fecha/hora de inicio del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dirección: escribe la pregunta de inteligencia (ej.: "¿qué datos míos son públicos y podrían usarse en un pretexto contra mí?").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Recolección pasiva: busca tu nombre entre comillas en varios buscadores (Google, Bing, DuckDuckGo) y en https://www.google.com/search?q="Tu Nombre". Registra cada URL y captura.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 motores especializados: https://haveibeenpwned.com/ para brechas asociadas a tu correo.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metadatos de una foto tuya pública con exiftool foto.jpg y anota qué revela.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Procesamiento: vuelca los datos en una tabla (dato, fuente, fecha, confianza alta/media/baja).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10 fuentes de datos como pasivas o activas y justifica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ciclo de inteligencia y describe qué ocurre si se salta la fase de "dirección".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en papel una política para identidades de investigación: aprobación, propósito, plataformas permitidas, prohibición de suplantar personas reales, retención y cierre. No crees ni uses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una hipótesis y luego lista 3 datos que la refutarían, para combatir el sesgo de confirmación.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plantilla de tabla de hallazgos con columnas de confianza y verificación cruzada.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la diferencia entre OSINT y "doxing" y explica dónde está la frontera legal/ética.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Produce un informe OSINT de tu propia huella (máx. 2 páginas) que incluya: pregunta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inteligencia, al menos 8 hallazgos con fuente y nivel de confianza, un diagrama de correlación y 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recomendaciones concretas de reducción de exposición.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cada hallazgo es reproducible por un tercero siguiendo la fuente citada,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el informe distingue explícitamente hechos verificados de inferencias.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objetivo detecta la investigación — Se hizo interacción directa sin contemplarla. Revisa alcance, fuentes y entorno; no crees identidades encubiertas sin aprobación.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Hallazgos que no se pueden reproducir — Faltó procedencia. Registra URL, fecha, contexto y copia permitida de cada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Conclusiones sesgadas — Se buscó confirmar una hipótesis. Formula hipótesis rivales y busca refutarlas.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Cuenta personal filtrada al objetivo — Se usó el navegador/sesión propios. Investiga siempre desde la VM aislada.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Datos "públicos" pero de origen ilegal — Un leak robado no es fuente lícita. Verifica la legalidad de la fuente.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¿OSINT es legal?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Recolectar información genuinamente pública suele serlo, pero el uso, el almacenamiento de datos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personales y la interacción con el objetivo tienen límites (GDPR, leyes locales). El contexto y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propósito determinan la legalidad.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Tor o VPN siempre?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existe una respuesta universal. Depende del adversario, la legislación, las reglas de la organización y las fuentes consultadas. Tor o una VPN cambian qué partes observan el tráfico, pero también…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¿Un sock puppet es engañar?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Reconnaissance (TA0043). &lt;https://attack.mitre.org/tactics/TA0043/&gt;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OSINT Framework. &lt;https://osintframework.com/&gt;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Trace Labs OSINT VM. &lt;https://www.tracelabs.org/initiatives/osint-vm&gt;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Have I Been Pwned. &lt;https://haveibeenpwned.com/&gt;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OHCHR y UC Berkeley — Berkeley Protocol on Digital Open Source Investigations. &lt;https://www.ohchr.org/sites/default/files/2022-04/OHCHRBerkeleyProtocol.pdf&gt;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554dc9705b00b4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87852"/>
            <a:ext cx="8229600" cy="7223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