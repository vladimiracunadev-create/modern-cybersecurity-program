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251 — OSINT de empresas y dominios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la superficie pública de una organización a partir de su dominio: WHOIS, DNS, subdominios,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certificados, correos corporativos, tecnologías y filtraciones en repositorios. El alumno terminará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capaz de producir un inventario de exposición que alimente tanto un pentest autorizado como un plan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reducción de huella corporativa.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estas técnicas contra dominios propios, de laboratorio (p. ej. example.com,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scanme.nmap.org) o de un cliente con autorización escrita. La resolución DNS pasiva y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públicos son de bajo riesgo, pero el escaneo activo del dominio requiere permiso.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WHOIS y registros DNS para reconstruir la infraestructura de un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subdominios de forma pasiva mediante Certificate Transparency y fuentes públicas.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correos y patrones de nomenclatura corporativa.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tecnologías y servicios expuestos.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filtraciones en repositorios y buscar secretos expuestos.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WHOIS y registrantes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Registros DNS (A, MX, TXT, 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Certificate Transparency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Enumeración de subdominios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Correos y nomenclatura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Fingerprinting tecnológico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Filtraciones en repos/buckets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objetivo técnico es reconstruir relaciones entre entidades legales, marcas, dominios, certificados, rangos, proveedores y servicios. Cada relación necesita un tipo y una fecha. Un subdominio…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registros DNS describen enrutamiento y delegación, no siempre propiedad. MX muestra quién recibe correo; NS, la autoridad DNS; TXT puede contener verificaciones y políticas. Certificate…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adquisición, rebranding o proveedor deja huellas temporales. El analista combina fuentes corporativas, registros oficiales, DNS, certificados y repositorios públicos, manteniendo fechas.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tecnología detectada mediante cabeceras, archivos públicos o repositorios es una hipótesis de versión. Los banners pueden estar ocultos o ser engañosos. Una dependencia mencionada en una vacante…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Transparency revela support.empresa.example, que resuelve a una plataforma SaaS. El dominio está bajo la marca, pero la infraestructura y la operación pertenecen al proveedor. Para un…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RDAP — Protocolo estructurado para consultar datos de registro de recursos de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Transparency — Registros públicos auditables de certificados emitidos.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ASN — Identificador de un sistema autónomo que anuncia prefijos, no sinónimo de empresa.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Activo candidato — Recurso relacionado que aún requiere validar propiedad y vigencia.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Dependencia externa — Servicio de un tercero que soporta una función de la organización.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si entrega un mapa temporal con relaciones tipadas, separa propiedad de alojamiento, valida activos con fuentes independientes y marca de forma explícita qué recursos no…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WHOIS: base de datos de registro de dominios/IP. Característica: cada vez más ofuscada por privacidad, pero útil por fechas y 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Transparency (CT): logs públicos de certificados TLS emitidos. Característica: revela subdominios sin consultar al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pasiva de subdominios: descubrir nombres mediante índices y fuentes de terceros sin consultar directamente cada host. Característica: reduce interacción directa, pero las fuentes…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TXT/SPF/DMARC: políticas de correo publicadas en DNS. Característica: indican si el dominio es fácil de suplantar.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Fingerprinting: identificar tecnologías (CMS, servidor, framework). Característica: guía la explotación posterior.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expuesto: clave/API filtrada en un repo o bucket. Característica: hallazgo de alto impacto y crítico de reportar.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DNS/WHOIS: whois, dig, host, dnsrecon.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Subdominios pasivos: subfinder, amass enum -passive, crt.sh (https://crt.sh/?q=%25.example.com).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Correos y tecnologías: theHarvester, Wappalyzer, httpx, BuiltWith.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Filtraciones: GitHub dorks, trufflehog, gitleaks, buscadores de buckets S3.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favorece fuentes pasivas; el escaneo activo solo con autorización del alcance.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autorizado: usa example.com y un dominio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 y fechas: whois example.com — anota registrador, fechas y 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DNS: dig example.com ANY +noall +answer y dig MX example.com.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correo: dig TXT example.com — busca SPF y dig TXT dmarc.example.com para DMARC.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Subdominios por CT: abre https://crt.sh/?q=%25.tudominio.com y exporta la 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pasiva: subfinder -d tudominio.com -silent y amass enum -passive -d tudominio.com.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Hosts vivos: subfinder -d tudominio.com -silent | httpx -title -tech-detect.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subdominios que devuelven crt.sh, subfinder y amass; explica las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el SPF/DMARC de un dominio y decide si es suplantable.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5 subdominios por riesgo (panel de login, dev, staging,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httpx -tech-detect y prioriza 3 tecnologías por CVE conocido.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el patrón de correo corporativo (nombre.apellido@) a partir de ejemplos públicos.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 secreto ficticio "encontrado" y redacta la sección de reporte responsable.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inventario de exposición de un dominio autorizado con: subdominios vivos, tecnologías,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correo (SPF/DMARC) y al menos 3 recomendaciones priorizadas.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todos los subdominios se obtuvieron con métodos pasivos reproducibles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inventario indica, por cada ítem, la fuente y la acción de remediación sugerida.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 "redacted for privacy" — Ofuscación WHOIS. Pivota vía CT, DNS histórico y 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Pocos subdominios encontrados — Solo se usó una fuente. Combina crt.sh + subfinder + amass.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httpx marca todo como vivo — Comodines DNS. Filtra por código/título y valida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secretos en trufflehog — Entropía alta pero no es clave. Verifica el contexto antes de reportar.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bloqueado — Se hizo activo sin permiso o el WAF bloqueó. Mantente en pasivo salvo autorización.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¿crt.sh es OSINT pasivo?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consulta logs públicos de certificados, no toca la infraestructura del objetivo, por lo que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tráfico hacia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¿Encontré una clave en GitHub, qué hago?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Repórtalo por canal responsable al dueño, no la uses. En un engagement, documéntalo como hallazgo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crítico dentro del alcance acordado.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¿SPF/DMARC importan para OSINT?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Information Gathering.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crt.sh (Certificate Transparency). &lt;https://crt.sh/&gt;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Subfinder. &lt;https://github.com/projectdiscovery/subfinder&gt;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theHarvester. &lt;https://github.com/laramies/theHarvester&gt;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a9af5e35a2c4d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88336"/>
            <a:ext cx="8229600" cy="2121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