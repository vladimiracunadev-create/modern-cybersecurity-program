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254 — OSINT técnico: Shodan y Censys</a:t>
            </a:r>
          </a:p>
          <a:p>
            <a:r>
              <a:rPr sz="1600">
                <a:solidFill>
                  <a:srgbClr val="2E8B57"/>
                </a:solidFill>
              </a:rPr>
              <a:t>parte 12 osint e ingenieria social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buscadores de dispositivos y servicios (Shodan y Censys) para inventariar la exposición técnica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una infraestructura en Internet, con dorks precisos y filtros. El alumno terminará capaz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localizar activos expuestos de su propia organización (o autorizada), evaluar su riesgo y priorizar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remediación, entendiendo que estas plataformas indexan lo que ya está público.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⚖️ Nota ética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 Shodan/Censys sobre tus rangos IP, activos autorizados o servicios de laboratorio.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 es pasiva (los datos ya están indexados), pero no explotes ni te conectes a sistemas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terceros que descubras. Reporta hallazgos ajenos por canal responsable.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consultas con filtros de Shodan (port, org, net, product, ssl).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Censys para búsquedas por certificados, servicios y ASN.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servicios expuestos peligrosos (RDP, bases de datos, cámaras, ICS).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Correlacionar certificados y banners para atribuir activos a una organización.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la remediación según severidad y exposición.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Qué indexan Shodan/Censys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Filtros y dorks de Shodan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Censys y búsqueda por certificados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Servicios de alto riesgo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CLI y API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Atribución de activos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Priorización y reporte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Shodan y Censys realizan mediciones y exponen resultados indexados de servicios accesibles. Cada registro depende de cuándo, desde dónde y con qué protocolo se observó. Puede estar desactualizado…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consulta comienza con identificadores autorizados: dominios propios, certificados, rangos o etiquetas cloud. Buscar por banner genérico produce muchos falsos positivos. Los certificados pueden…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Consultar el índice evita enviar tráfico directo al activo, aunque el proveedor obtuvo los datos mediante mediciones. Validar activamente con nmap, navegador o un cliente ya cambia la interacción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reducción de superficie se compara el inventario esperado con el observado: puertos, protocolos, certificados y regiones. La diferencia puede revelar un activo desconocido, una entrada antigua 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banner de versión no demuestra que el software sea vulnerable: puede ocultar parches retroportados o ser falso. La asociación con CVE se presenta como candidata hasta verificar producto, versión…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búsqueda por dominio de certificado encuentra una IP con MongoDB. RDAP muestra un proveedor cloud y DNS ya no apunta allí; el certificado fue observado meses antes. El analista consulta…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útil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Banner — Respuesta o metadato de servicio; puede ser incompleto o engañoso.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Índice de medición — Base construida con observaciones realizadas en momentos concretos.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Exposición — Servicio accesible desde una posición de red determinada.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Activo candidato — Resultado pendiente de validar propiedad, vigencia y función.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Validación activa — Interacción directa con el servicio, sujeta a autorización.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Existe dominio cuando el alumno crea consultas acotadas sobre infraestructura autorizada, registra tiempo y procedencia, valida propiedad y vigencia, separa banner de vulnerabilidad y produce una…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Banner: respuesta que un servicio muestra al conectar (versión, cabeceras). Característica: base del fingerprinting remoto.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Dork: consulta con filtros específicos. Característica: separa ruido de activos relevantes.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ASN: número de sistema autónomo que agrupa rangos IP de una entidad. Característica: útil para delimitar la superficie.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Certificate pivoting: encontrar activos por el mismo certificado/organización TLS. Característica: revela infraestructura oculta.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ICS/SCADA: sistemas de control industrial expuestos. Característica: hallazgos críticos por su impacto físico.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Facet: agregación estadística de resultados (por país, puerto, producto). Característica: da visión macro de la exposición.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Cuentas: Shodan (https://www.shodan.io) y Censys (https://search.censys.io), plan gratuito basta para practicar.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CLI: pip install shodan y shodan init &lt;APIKEY&gt;; API de Censys con censys CLI.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Complementos: navegador con la extensión Shodan; nmap para validar (solo sobre activos propios/autorizados).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Recordatorio: consultar es pasivo; conectarse o explotar activos ajenos no lo es y no está permitido.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Objetivo: tu IP pública / activos autorizados y ejemplos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Averigua tu IP pública y consúltala: shodan host &lt;tuip&gt; — revisa puertos y banners expuestos.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Búsqueda por organización (autorizada): en la web de Shodan, org:"Tu Organizacion".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Filtros combinados: port:3389 org:"Tu Organizacion" para RDP expuesto; product:MongoDB para bases sin auth.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Facets: en Shodan, usa la vista de estadísticas para ver distribución por puerto/país de tu rango.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Censys: busca por certificado services.tls.certificates.leafdata.subject.organization: "Tu Org".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Atribuye activos: correlaciona certificados y banners para confirmar que son tuyos.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5 dorks de Shodan para servicios de alto riesgo y explica cada filtro.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resultados de Shodan y Censys sobre el mismo activo autorizado.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certificate pivoting en Censys para descubrir activos relacionados.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 un banner y deduce versión y posible CVE asociado.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CSV de exposición y clasifícalo por severidad.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encontrar un sistema ICS ajeno obliga a reporte responsable, no a interacción.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inventario de exposición en Internet de un rango autorizado con: activos, puertos,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servicios de riesgo, atribución por certificado y plan de remediación priorizado.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activo se obtuvo solo por consulta (sin conexión directa),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atribución está justificada y los ítems críticos tienen acción y responsable propuestos.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"No information available" — IP no indexada o sin servicios. Verifica el rango o espera reindexado.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Demasiados resultados irrelevantes — Dork poco específico. Añade org, net o product.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Datos desactualizados — El banner es de un escaneo antiguo. Confirma con validación autorizada.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Atribución errónea — IP compartida/hosting. Corrobora con certificado y DNS.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Tentación de conectarse a un hallazgo — Fuera de alcance. Consultar sí, interactuar no; reporta si es de terceros.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 legal usar Shodan?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Sí: indexa información pública. Lo ilegal es interactuar con o explotar sistemas de terceros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descubras sin autorización.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¿Shodan o Censys?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complementan. Shodan destaca en IoT/ICS y facilidad; Censys en búsqueda por certificados y 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estructurados. Usa ambos.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¿Los datos son en tiempo real?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Shodan — Docs. &lt;https://help.shodan.io/&gt;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Censys — Search. &lt;https://search.censys.io/&gt;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Shodan CLI. &lt;https://cli.shodan.io/&gt;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Bazzell, M. Open Source Intelligence Techniques. &lt;https://inteltechniques.com/book1.html&gt;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Active Scanning (T1595). &lt;https://attack.mitre.org/techniques/T1595/&gt;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01ab628c759029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40964"/>
            <a:ext cx="8229600" cy="12161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