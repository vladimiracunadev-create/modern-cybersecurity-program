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339 — Riesgos, guardrails, OPSEC y ética del hacking con IA</a:t>
            </a:r>
          </a:p>
          <a:p>
            <a:r>
              <a:rPr sz="1600">
                <a:solidFill>
                  <a:srgbClr val="2E8B57"/>
                </a:solidFill>
              </a:rPr>
              <a:t>parte 18 ia aplicada a la ciberseguridad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Cerrar el círculo: los riesgos de usar IA para hacer seguridad y cómo mitigarlos. Tu propio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agente es una superficie de ataque (prompt injection, fuga de datos), sus acciones deben ser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auditables, y todo el uso está sujeto a un marco legal y ético donde la responsabilidad 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humana. Esta clase te da los guardrails para operar con IA de forma profesional.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los riesgos de un agente de seguridad: prompt injection, exceso de agencia, fuga de datos.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guardrails: mínimo privilegio, aprobación humana, aislamiento, límites de alcance.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Auditar las acciones del agente con trazabilidad completa.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OPSEC al uso de IA (qué datos entran al modelo, dónde corre).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Situar el uso de IA en el marco legal y de responsabilidad profesional.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Prompt injection contra tu agente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Exceso de agencia (excessive agency)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Fuga de datos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Trazabilidad y auditoría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OPSEC del uso de 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Marco legal y responsabilidad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guardrails son capas falibles: política, permisos, aislamiento, aprobación, límites, logging y respuesta. Una negativa del modelo no es frontera; una herramienta sin privilegio sí reduce…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diagrama separa lenguaje de autoridad. El modelo puede proponer; la política determina si la operación pertenece al alcance; la herramienta produce evidencia; y una persona o control determinista…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inyección logra que el modelo solicite un secreto, pero el broker no expone variables y registra el intento.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Fail closed — Comportamiento que niega la operación cuando falta validación.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Guardrail — Capa que reduce una capacidad o detecta su uso; no garantía absoluta.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 trail — Registro ordenado de solicitudes, decisiones, ejecuciones y resultados.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demuestra dominio cuando reproduce el flujo completo, puede atribuir cada acción, evita que texto no confiable otorgue autoridad y explica qué control contiene un fallo del modelo.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Prompt injection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Instrucciones maliciosas ocultas en datos que el agente procesa (una web, un banner) que intentan cambiar su comportamiento. Riesgo LLM01 de OWASP.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Exceso de agencia (excessive agency)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Dar al agente más permisos/autonomía de la necesaria, de modo que un error o una inyección cause daño real. Riesgo LLM06.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Guardrail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Control que limita lo que el agente puede hacer (permisos mínimos, aprobación humana, listas de alcance, aislamiento de red).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OPSEC (seguridad operativa)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Tu propio flujo de IA (de las clases anteriores). El ejercicio es de diseño de controles: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políticas, permisos y registro. Revisa OWASP Top 10 for LLM como referencia.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(diseño de guardrails)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Modelo de amenazas del agente. Enumera cómo podrían atacar tu agente (inyección desde un banner, fuga de credenciales del contexto, acción fuera de alcance).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Matriz de permisos. Clasifica sus herramientas en auto / aprobación / prohibido y justifica.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Aislamiento. Define la red y los datos a los que el agente no debe acceder.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Registro. Diseña el log de auditoría: qué campos guardas por cada acción.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Política de datos. Escribe qué datos jamás entran a un modelo externo y por qué.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Checklist legal. Redacta el mínimo legal antes de una sesión (autorización, alcance, ventana).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 un ejemplo concreto de prompt injection contra un agente de pentest y su mitigación.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¿Qué es exceso de agencia y cómo lo limitas?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3 campos imprescindibles de un log de auditoría del agente.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¿Cuándo usarías un modelo local en vez de uno en la nube?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la IA no reduce tu responsabilidad legal.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 documento de guardrails para operar un agente de seguridad: matriz de permisos,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aislamiento, política de datos, registro de auditoría y checklist legal.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toda acción con impacto requiere aprobación humana; hay aislamiento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 red; se define qué datos no salen al modelo; existe un registro auditable; se exige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autorización por escrito antes de cualquier sesión.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agente obedece instrucciones de una web/banner — Prompt injection. Trata los datos del objetivo como no confiables y no le des autonomía total.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Credenciales en el contexto del agente — Fuga potencial. Usa secretos gestionados, nunca en el prompt.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Sin registro de lo que hizo el agente — No hay auditoría ni defensa legal. Loguea cada acción.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"La IA lo hizo, no yo" — La responsabilidad es del operador humano. La IA no exime de nada.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Datos de cliente enviados a un modelo público — Posible incumplimiento legal. Modelo aprobado/local y anonimización.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IA me hace responsable de menos?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Eres tan responsable como si hubieras ejecutado las acciones a mano. La autorización,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alcance y las consecuencias son tuyos.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¿Puede mi propio agente volverse en mi contra?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Sí, vía prompt injection: contenido malicioso en los datos que procesa puede intentar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manipularlo. Por eso: mínimo privilegio, aprobación humana y aislamiento.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¿Modelo local o en la nube?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Top 10 for LLM Applications — LLM01, LLM06.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ATLAS · NIST AI RMF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Clase 025 (ética y legalidad) y Parte 15 (seguridad de la IA).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5f3fbbfb423fc2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16554"/>
            <a:ext cx="8229600" cy="8649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