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333 — kali-mcp: orquestar herramientas de Kali desde un agente de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y entender kali-mcp, un servidor MCP (de código abierto, MIT) que conecta un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IA con más de 50 herramientas de Kali Linux dentro de un contenedor Docker. Verás su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arquitectura y el flujo de trabajo /kali-start → /kali-pentest → /kali-finish,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supervisión humana y contra un objetivo autorizado de tu laboratorio.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de kali-mcp: agente ↔ gateway MCP ↔ contenedor Kali.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Instalar kali-mcp en un laboratorio propio con Docker.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alcance (scope) de una sesión antes de actuar.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flujo supervisado y entender qué hace cada comando de alto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controles: aislamiento, aprobación humana y trazabilidad.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Arquitectura de tres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Instalación con Docker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Definición de alcance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Orquestación (/kali-pentest)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Cierre e informe (/kali-finish)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Controles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Orquestar Kali concentra autoridad: parámetros generados pueden escanear, modificar o exfiltrar. La arquitectura limita comandos, destinos, credenciales, red, tiempo y salida; un contenedor no basta…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propone un rango fuera del contrato. El broker rechaza el destino antes de que la herramienta lo reciba.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Broker de herramientas — Capa que valida y media cada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 MIT que expone las herramientas de Kali a un agente de IA vía MCP. Característica clave: las herramientas corren en un contenedor Docker aislado, no en tu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Gateway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Componente que traduce las peticiones del protocolo MCP en ejecuciones de herramientas dentro del contenedor y devuelve los resultados al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Comando de flujo (/kali-start, /kali-pentest, /kali-finish)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Playbooks de alto nivel que definen alcance, orquestan el análisis y compilan el informe, respectivamente.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y Docker Compose (clase 022) y un cliente de IA con MCP (p. ej. Claude Code).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objetivo autorizado propio: una VM vulnerable de tu laboratorio (p. ej.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 appsec-web o una VM tipo Metasploitable en red aislada).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las instrucciones oficiales del repositorio para la instalación exacta.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Clonar e inicializar (según el README oficial del proyecto):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Conectar el agente. Configura tu cliente de IA para usar el servidor MCP de kali-mcp (archivo de configuración .mcp.json del proyecto).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alcance. Ejecuta el flujo de inicio y declara solo la IP de tu VM de laboratorio como objetivo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Observar, no delegar a ciegas. Pide un reconocimiento y revisa cada herramienta que el agente propone antes de aprobar acciones activas.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Cerrar. Genera el informe de la sesión y compáralo con lo que observaste: ¿los hallazgos son reales y verificables?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Aislamiento. Confirma que el contenedor no tiene acceso a redes fuera de tu laboratorio.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la arquitectura de kali-mcp e indica dónde está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es importante que las herramientas corran en un contenedor y no en tu host?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 correcto para un lab con una sola VM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3 acciones que exigirías aprobar manualmente aunque el agente las proponga.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verificarías que un hallazgo del informe no es una alucinación?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kali-mcp contra una VM vulnerable de tu propiedad y ejecuta un flujo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supervisado, terminando con un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alcance se limitó a tu VM; aprobaste manualmente las acciones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activas; el informe lista hallazgos que puedes reproducir manualmente con la herramienta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correspondiente (no confías ciegamente en la IA).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contenedor no arranca / healthcheck falla — Revisa Docker y los issues del repo; consulta docs/ del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propone tocar IPs fuera de alcance — Corta y redefine el scope; nunca amplíes a objetivos no autorizados.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que no puedes reproducir — Posible alucinación o mala interpretación. Verifica a mano antes de reportar.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contenedor tiene salida a Internet — Aíslalo; un lab ofensivo no debe poder alcanzar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/kali-pentest sin leer qué hace — Entiende cada fase; tú eres responsable de las acciones.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legal usar kali-mcp?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herramienta sí (es MIT y educativa). Lo que puede ser ilegal es usarla contra objetivos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autorización. Limítate a tus sistemas o a engagements con permiso escrito.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"hackea sola"?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Propone y ejecuta herramientas, pero tú defines el alcance, apruebas las acciones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validas los resultados. Es un copiloto, no un piloto automático.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¿Reemplaza aprender las herramientas?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 (documentación y comandos oficiales).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Context Protocol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Lab: pentest asistido por IA con MCP del programa.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Catálogo de playbooks de kali-mcp mapeados al curso.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8544e843a3c49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9776"/>
            <a:ext cx="8229600" cy="8585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