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336 — OSINT y auditoría web con agentes de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cómo un agente de IA acelera dos tareas muy repetitivas —OSINT (recolección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información de fuentes abiertas) y auditoría web— coordinando herramientas y sintetizando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resultados, y cómo el profesional filtra el ruido, evita falsos positivos y respeta la legalidad.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Coordinar un flujo de OSINT autorizado con apoyo de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auditoría web asistida (descubrimiento, fingerprinting, checks OWASP) sobre una app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falsos positivos que la IA presenta como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Respetar los límites legales y de privacidad del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Sintetizar los resultados en evidencia utilizable.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OSINT asistido (kali-osint)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Límites legales del OSINT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Auditoría web (kali-web-audit, kali-wp-audit)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Síntesis de evidencia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agente OSINT puede propagar homónimos y una auditoría web puede seguir enlaces fuera de alcance. Las fuentes conservan procedencia, las entidades mantienen alternativas y cada navegación valida…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perfiles comparten alias. El agente mantiene nodos separados hasta encontrar evidencia independiente.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Entity resolution — Evaluación de si registros representan la misma 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(Open Source Intelligence)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 obtenida de fuentes públicas. Característica clave: es legal recolectar lo público, pero su uso y la privacidad tienen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 web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tecnologías, versiones y CMS de una aplicación (p. ej. WordPress y sus plugins) para orientar la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reportado que no es explotable o no existe. La IA, como los escáneres, los produce; validarlos es parte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Síntesis de evidencia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 los flujos de OSINT y auditoría web, contra una app propia (p. ej.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appsec-web o un WordPress de laboratorio).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orquestadas típicas: whatweb, gobuster/ffuf, nikto, wpscan.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de dominio propio. Pide al agente un resumen de la huella pública de un dominio tuyo y verifica cada dato (DNS, subdominios)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Fingerprinting. Sobre tu app de laboratorio, ejecuta el flujo de auditoría web y revisa la tecnología detectada.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 OWASP. Deja que el agente proponga posibles problemas (cabeceras, versiones) y clasifícalos en confirmado / a verificar /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Validación. Confirma manualmente 3 hallazgos con Burp/curl.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Evidencia. Redacta 3 hallazgos con su evidencia reproducible.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¿Dónde está el límite legal/ético del OSINT sobre personas?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falso positivo típico de un escáner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confirmarías una cabecera de seguridad ausente que reporta el agente?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mínimo de una auditoría web asistida sobre tu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datos de OSINT no incluirías en un informe por privacidad?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una auditoría web asistida sobre tu app de laboratorio y entrega 3 hallazgos validados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manualmente + descarta explícitamente 2 falsos positivos que reportó el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3 hallazgos son reproducibles; explicas por qué los otros 2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explotables; todo el trabajo fue sobre un objetivo propio/autorizado.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Tomar cada hallazgo del escáner como real — Sobre-reporte. Valida antes de incluirlo.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OSINT intrusivo o sobre personas sin base — Cruza líneas legales/éticas. Limítate a lo público y pertinente.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una web que no es tuya "para probar" — Ilegal sin permiso. Usa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versiones detectadas sin confirmar — El fingerprinting se equivoca; verifica.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encuentra vulnerabilidades web sola?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indicios y los resume; confirmarlos y descartar falsos positivos es tu trabajo.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validación, un informe lleno de falsos positivos destruye tu credibilidad.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OSINT con IA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pública suele serlo, pero el uso, la privacidad y la finalidad tienen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límites legales que debes respetar (ver Parte 12 y clase 339).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(WSTG)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4 (web) y Parte 12 (OSINT) del programa.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70caefbf5751d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5251"/>
            <a:ext cx="8229600" cy="867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