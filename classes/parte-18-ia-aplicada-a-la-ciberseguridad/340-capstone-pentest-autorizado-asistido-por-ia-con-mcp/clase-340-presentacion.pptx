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340 — Capstone: pentest autorizado asistido por IA con MCP</a:t>
            </a:r>
          </a:p>
          <a:p>
            <a:r>
              <a:rPr sz="1600">
                <a:solidFill>
                  <a:srgbClr val="2E8B57"/>
                </a:solidFill>
              </a:rPr>
              <a:t>parte 18 ia aplicada a la ciberseguridad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todo el programa en una operación completa: montar kali-mcp, definir el alcance,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pentest supervisado asistido por IA contra tu laboratorio (recon → auditoría →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PoC de bajo impacto → informe), aplicando los guardrails y la ética de las clases anteriores.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la síntesis de las Partes 3–9 (técnica) y 18 (IA como copiloto).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Planificar un engagement de laboratorio con alcance, RoE y guardrails escritos.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Operar un agente de IA con MCP de forma supervisada y trazable.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el ciclo completo con validación humana en cada fase.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un informe verificable con hallazgos reproducibles.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críticamente qué aportó la IA y dónde fue necesaria tu intervención.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Fases del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Alcance y autorización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Montaje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Recon y auditoría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PoC supervisada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Informe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Retrospectiva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capstone evalúa el sistema sociotécnico completo: contrato, agente, MCP, Kali aislado, evidencia, informe y cleanup. El éxito no es autonomía máxima, sino decisiones revisables sin exceder…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separa lenguaje de autoridad. El modelo puede proponer; la política determina si la operación pertenece al alcance; la herramienta produce evidencia; y una persona o control determinista…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agente encuentra una ruta crítica fuera de horario. Se pausa, solicita autorización y conserva contexto sin ejecutarla.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Human checkpoint — Punto donde una persona con autoridad aprueba una transición de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Guardrail — Capa que reduce una capacidad o detecta su uso; no garantía absoluta.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 trail — Registro ordenado de solicitudes, decisiones, ejecuciones y resultados.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reproduce el flujo completo, puede atribuir cada acción, evita que texto no confiable otorgue autoridad y explica qué control contiene un fallo del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Capstone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Proyecto integrador que exige aplicar, de forma coherente y completa, competencias de todo el programa en un caso realista y acotado.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Documento de alcance (RoE)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objetivos, límites, ventana y autorización. Aquí lo redactas tú para tu propio laboratorio; en el mundo real lo firma el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reproducible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hallazgo del informe puede repetirse manualmente con la herramienta correspondiente, sin depender de la palabra de la 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VM vulnerable propia (Metasploitable, DVWA, o el lab appsec-web) en red aislada.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montado (clase 333) y tu cliente de IA con MCP.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lab kali-mcp-ia del programa como guía de montaje.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Desarrollo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tu RoE + guardrails. Alcance = tu VM; matriz de permisos; política de datos; registro de auditoría.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kali-mcp y verifica el aislamiento de red del contenedor.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 y auditoría asistidos, validando manualmente cada hallazgo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y aprueba un vector de PoC de bajo impacto; ejecútalo con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Post-explotación mínima para demostrar impacto, sin tocar datos ni salir de alcance.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el informe con IA y verifica cada hallazgo contra la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Retrospectiva: ¿qué aceleró la IA? ¿qué alucinó? ¿dónde fue imprescindible tu criterio?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documento de alcance/RoE de tu capstone.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matriz de permisos del agente para esta operación.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cómo registrarás la trazabilidad de cada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Especifica los límites de post-explotación que respetarás.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la plantilla del informe final.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 (entregable del capstone)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paquete de engagement de tu laboratorio que incluya: (a) RoE + guardrails, (b) registro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auditoría de la sesión, (c) informe con hallazgos reproducibles, y (d) una retrospectiva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crítica del uso de 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todo ocurrió dentro del alcance (tu VM); cada acción con impacto fue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aprobada por ti; cada hallazgo del informe es reproducible manualmente; la retrospectiva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al menos un aporte real de la IA y al menos una limitación (p. ej. una alucinación)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supervisión corrigió.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Empezar sin RoE ni alcance — Nunca. Define y limita el alcance por escrito antes de tocar nada.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Hallazgos no reproducibles en el informe — Verifica todo a mano; elimina lo que no puedas respaldar.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Dejar que el agente actúe sin aprobación — Rompe la supervisión. Aprueba cada acción con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 fuera de tu propiedad — Ilegal. Solo tu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Retrospectiva ausente — Pierdes el aprendizaje. Analiza críticamente el uso de 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nivel de autonomía le doy al agente en el capstone?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mínimo para ser útil: recon y resúmenes pueden ser más automáticos; toda acción activa o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impacto requiere tu aprobación. Tú firmas el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¿Y si la IA se equivoca en un hallazgo?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eso verificas todo contra la evidencia. Documentar una alucinación que tu supervisión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corrigió es, de hecho, parte del aprendizaje del capstone.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¿Esto es el final del programa?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(MIT) — &lt;https://github.com/pabpereza/kali-mcp&gt;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 · OWASP Top 10 for LLM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 kali-mcp-ia y capstones de la Parte 16.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97b53b2ffa3cd0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22951"/>
            <a:ext cx="8229599" cy="8521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