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338 — Generación de informes y flujos de trabajo con IA</a:t>
            </a:r>
          </a:p>
          <a:p>
            <a:r>
              <a:rPr sz="1600">
                <a:solidFill>
                  <a:srgbClr val="2E8B57"/>
                </a:solidFill>
              </a:rPr>
              <a:t>parte 18 ia aplicada a la ciberseguridad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Usar la IA para lo que mejor hace en un engagement: compilar hallazgos y redactar informes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consistentes y legibles — sin que "invente" hallazgos. Verás cómo el flujo /kali-finish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kali-mcp consolida una sesión y cómo el profesional verifica cada afirmación antes de firmar.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Generar un borrador de informe a partir de los datos de una sesión.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Verificar que cada hallazgo del informe está respaldado por evidencia real.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Adaptar el tono a la audiencia (resumen ejecutivo vs técnico).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Estandarizar informes con plantillas y flujos reproducibles.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Evitar el mayor riesgo: hallazgos alucinados en un documento oficial.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La IA como redactora, no como fuente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/kali-finish y consolidación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Verificación de hallazgos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Audiencias del informe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Plantillas y consistencia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Generar informes exige separar hechos, inferencias y redacción. La IA transforma evidencia sanitizada bajo una plantilla; el revisor valida cada hallazgo, severidad, alcance y recomendación antes de…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diagrama separa lenguaje de autoridad. El modelo puede proponer; la política determina si la operación pertenece al alcance; la herramienta produce evidencia; y una persona o control determinista…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borrador afirma exfiltración donde solo hubo acceso. La revisión reduce el lenguaje al efecto demostrado.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 operativo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Provenance de informe — Relación entre afirmación, fuente, transformación y aprobador.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Guardrail — Capa que reduce una capacidad o detecta su uso; no garantía absoluta.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Audit trail — Registro ordenado de solicitudes, decisiones, ejecuciones y resultados.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demuestra dominio cuando reproduce el flujo completo, puede atribuir cada acción, evita que texto no confiable otorgue autoridad y explica qué control contiene un fallo del modelo.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Borrador asistido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Primer informe generado por IA a partir de los datos de la sesión; es un punto de partida, no el entregable final.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Hallazgo alucinado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Vulnerabilidad que la IA describe pero que no existe o no se demostró. Incluirlo en un informe es un fallo grave de credibilidad y responsabilidad.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Trazabilidad hallazgo→evidencia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Cada afirmación del informe debe enlazar con la evidencia (comando, captura, log) que la respalda.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Plantilla de informe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Los datos de una sesión de laboratorio (de las clases 333–336) y un LLM. Ten a mano la evidencia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cruda para verificar lo que el informe afirme.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Borrador. Genera con IA un informe a partir de los hallazgos de tu sesión de laboratorio.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Verificación. Para cada hallazgo, localiza la evidencia que lo respalda. Marca los que no puedes respaldar.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Depuración. Elimina o corrige los hallazgos sin evidencia (alucinaciones).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Dos audiencias. Pide a la IA un resumen ejecutivo (sin jerga) y una sección técnica del mismo hallazgo.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Plantilla. Define una plantilla reutilizable y comprueba que el informe la respeta.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¿Por qué la IA es buena redactando pero peligrosa como fuente de hechos?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la tabla "hallazgo → evidencia" para verificar un informe.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Reescribe un hallazgo técnico como resumen ejecutivo.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¿Qué revisarías siempre antes de entregar un informe generado con IA?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una plantilla mínima de informe de pentest.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un mini-informe con IA de tu sesión y entrégalo solo con hallazgos verificados,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documentando qué eliminaste por falta de evidencia.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cada hallazgo del informe final tiene evidencia reproducible;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listas explícitamente lo que descartaste; el resumen ejecutivo no tiene jerga.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Entregar el borrador de la IA sin revisar — Puede contener hallazgos alucinados. Verifica todo.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Informe técnico para la dirección — Audiencia equivocada. Separa ejecutivo y técnico.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Hallazgos sin evidencia — No los incluyas; sin evidencia no hay hallazgo.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Cifras/severidades inventadas — Calcula el CVSS tú y verifícalo (clase 085).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dejar que la IA escriba todo el informe?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borrador sí; el entregable final, no, sin tu verificación. Firmas tú, y la responsabilidad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 lo que afirma el documento es tuya.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evito que invente hallazgos?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Trabaja con trazabilidad: obliga a que cada afirmación cite su evidencia y elimina lo que no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puedas respaldar con la salida real de una herramienta.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PTES — Reporting · FIRST CVSS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kali-mcp (MIT) — &lt;https://github.com/pabpereza/kali-mcp&gt;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Clase 085 (reporte profesional).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cb67c7bcc6407a9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323581"/>
            <a:ext cx="8229600" cy="85091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