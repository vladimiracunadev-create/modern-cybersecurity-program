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335 — Explotación y post-explotación autorizada asistida por IA</a:t>
            </a:r>
          </a:p>
          <a:p>
            <a:r>
              <a:rPr sz="1600">
                <a:solidFill>
                  <a:srgbClr val="2E8B57"/>
                </a:solidFill>
              </a:rPr>
              <a:t>parte 18 ia aplicada a la ciberseguridad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el rol —y los límites— de un agente de IA en las fases de explotación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post-explotación de un pentest autorizado: la IA propone y documenta, el profesional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decide y ejecuta las acciones con impacto. El foco es la supervisión, la trazabilidad y por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qué nunca se deben delegar a la IA decisiones destructivas o de alcance.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Situar el papel del agente: sugerir vectores, no decidir explotarlos.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un modelo de aprobación humana para toda acción con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Exigir trazabilidad completa (qué se ejecutó, cuándo, con qué resultado).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los riesgos: acción destructiva, salir de alcance, daño colateral.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la explotación de forma reproducible para el informe.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La IA propone, el humano dispone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Aprobación por acción sensible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Trazabilidad y logging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Post-explotación con límites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Reproducibilidad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explotación asistida aumenta velocidad y riesgo de daño. Se exige prueba mínima, aprobación por etapa, límites de efecto, deconfliction y cleanup. La capacidad de generar un payload no constituye…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separa lenguaje de autoridad. El modelo puede proponer; la política determina si la operación pertenece al alcance; la herramienta produce evidencia; y una persona o control determinista…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objetivo se demuestra con lectura de un marcador. El agente no descarga datos reales ni busca persistencia.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Proof of impact — Evidencia mínima suficiente del efecto autorizado.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Guardrail — Capa que reduce una capacidad o detecta su uso; no garantía absoluta.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 trail — Registro ordenado de solicitudes, decisiones, ejecuciones y resultados.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reproduce el flujo completo, puede atribuir cada acción, evita que texto no confiable otorgue autoridad y explica qué control contiene un fallo del modelo.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Supervisión humana (human-in-the-loop)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Toda acción con impacto pasa por aprobación de una persona antes de ejecutarse. Es el control central de esta clase.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de concepto (PoC) controlada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Demostrar que una vulnerabilidad es explotable con el mínimo impacto necesario (p. ej. un whoami), sin escalar daño.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Trazabilidad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completo y ordenado de cada acción, comando y resultado, imprescindible para el informe y para la responsabilidad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Alcance de post-explotación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kali-mcp contra una VM vulnerable tuya (p. ej. Metasploitable/DVWA en red aislada).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agente puede sugerir vectores; tú apruebas y ejecutas. Mantén un registro de la sesión.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Priorización de vectores. Pide al agente que, a partir del recon, priorice posibles vías de entrada sin ejecutarlas. Revisa su razonamiento.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Decisión humana. Elige tú un vector de PoC de bajo impacto y apruébalo explícitamente.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Ejecución supervisada. Ejecuta la PoC (p. ej. demostrar acceso con un comando inocuo). Registra comando y resultado.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Post-explotación mínima. Enumera el sistema para demostrar impacto sin tocar datos ni escalar daño.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Trazabilidad. Reconstruye la línea de tiempo de la sesión: cada acción aprobada, ejecutada y su evidencia.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la decisión de explotar no debe delegarse en la 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3 acciones que siempre requieren aprobación humana.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registro mínimo de trazabilidad de una acción de explotación.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es una PoC de bajo impacto y por qué se prefiere?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límites de post-explotación que pondrías por escrito en las RoE.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Demuestra, en tu VM, una vulnerabilidad con una PoC de bajo impacto asistido por el agente,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trazabilidad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acción con impacto fue aprobada por ti antes de ejecutarse;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existe un registro reproducible; no se tocaron datos reales ni se salió del alcance.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Dejar que el agente explote automáticamente — Riesgo legal y de daño. Exige aprobación humana por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PoC que causa más daño del necesario — Limítate a demostrar; no escales el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registrar lo que se hizo — Sin trazabilidad no hay informe ni defensa legal. Loguea todo.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Delegar decisiones destructivas — Nunca. Borrar/cifrar/modificar exige criterio humano explícito.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Salir del alcance "porque el agente lo sugirió" — El alcance manda sobre la IA. Corta y redefine.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IA puede explotar sola una máquina?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Técnicamente puede encadenar herramientas, pero no debe hacerlo sin supervisión: el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legal, de daño y de salir de alcance es demasiado alto. La responsabilidad es humana.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¿Esto no facilita el mal uso?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metodología aquí es de supervisión y control, la misma que exige un pentest profesional.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énfasis está en autorización, límites y trazabilidad — justo lo contrario del abuso.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PTES — Exploitation / Post-Exploitation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kali-mcp (MIT) — &lt;https://github.com/pabpereza/kali-mcp&gt;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 085 (reporte) del programa.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89f0485533174a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47876"/>
            <a:ext cx="8229599" cy="8023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