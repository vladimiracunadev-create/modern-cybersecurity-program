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030 — Nmap: escaneo de puertos y tipos de escaneo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los tipos de escaneo de puertos de Nmap (SYN, connect, UDP, y los "stealth" FIN/NULL/Xmas/ACK), entender la máquina de estados TCP que hay detrás de cada uno y saber elegir el tipo, el rango…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SYN scan (-sS), connect scan (-sT) y UDP scan (-sU)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seis estados de puerto de Nmap (open, closed, filtered,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Especificar rangos de puertos, top-ports y escaneo completo.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Ajustar la temporización (-T0..-T5) y el paralelismo.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escaneos ACK para mapear reglas de firewall.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las huellas que cada tipo de escaneo deja en un IDS.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Handshake TCP y estados de puerto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SYN scan (-sS) semiabierto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Connect scan (-sT) sin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UDP scan (-sU)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FIN/NULL/Xmas/ACK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Selección de puertos (-p, --top-ports, -F)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Temporización (-T, --min-rate)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no clasifica los puertos en abierto y cerrado, sino en seis estados, y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entre tres de ellos es la que convierte un escaneo en información útil sobre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arquitectura de la red. Abierto significa que hay una aplicación aceptando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conexiones. Cerrado significa que el host respondió pero nadie escucha ahí: es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respuesta informativa, porque demuestra que el host existe y que el paquete llegó.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Filtrado significa que Nmap no obtuvo respuesta o recibió un error ICMP: algo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camino está descartando el paquete, y eso es un hallazgo sobre el firewall, no una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SYN scan (-sS): envía SYN y ante un SYN/ACK envía RST sin completar la conexión ("semiabierto"). Requiere privilegios; es el default de Nmap con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Connect scan (-sT): completa el handshake con la syscall connect(). No necesita privilegios pero es más ruidoso y lento; queda en logs de aplicación.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UDP scan (-sU): envía datagramas UDP; la ausencia de respuesta se interpreta como open\|filtered, y un ICMP port-unreachable como closed. Lento por diseño.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Estado filtered: Nmap no puede determinar si el puerto está abierto porque un firewall descarta las sondas.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ACK scan (-sA): no determina open/closed, sino si el puerto está filtered o unfiltered; sirve para mapear reglas de firewall con y sin estado.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Abierto — Una aplicación acepta conexiones en ese puerto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Cerrado — El host responde pero nadie escucha; prueba que el host existe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Filtrado — Sin respuesta o error ICMP: un filtro descarta el tráfico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 / filtered (ambiguo) — Estado indeterminado típico de UDP y de FIN/NULL/Xmas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SYN scan (-sS) — Escaneo semiabierto; requiere raw sockets y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Connect scan (-sT) — Usa connect(); sin privilegios, pero visible en los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7.x con privilegios (sudo) para los escaneos raw.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objetivo de laboratorio con varios servicios (levanta contenedores: docker run -d -p 80:80 nginx, un DNS,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tcpdump o Wireshark en paralelo para observar las sondas.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SYN scan de los 1000 puertos más comunes: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en Wireshark que Nmap responde con RST a cada SYN/ACK.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Connect scan sin privilegios y compara la salida: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completo de los 65535 puertos TCP: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UDP scan de puertos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Top-ports y escaneo rápido: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ACK scan para mapear el firewall: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el mismo host con -sS y -sT y compara tiempos y estados; explica por qué difieren.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--reason para averiguar por qué un puerto aparece como filtered.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Haz un UDP scan de 53 y explica por qué puede salir open\|filtered.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-sA, deduce si el firewall del objetivo es con estado o sin estado.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cuánto tarda -p- con -T3 vs. -T4 --min-rate 1000 y comenta el riesgo de perder puertos.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un rango de puertos por nombre de servicio: -p http,https,domain.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inventario de puertos abiertos TCP y UDP de un host de laboratorio, indicando para cada puerto el estado y la razón (--reason). Entrega el comando usado, la salida -oN y una tabla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tabla coincide con un reescaneo del revisor y cada estado está respaldado por la razón correcta (p. ej. syn-ack para open, no-response/admin-prohibited para filtered).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-sS cae a connect scan — Sin privilegios; ejecuta con sudo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UDP scan tardísimo — Es normal por rate-limiting ICMP; limita puertos con -p o usa --host-timeout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puertos filtered — Firewall descarta sondas; combina con -Pn, prueba otros tipos, revisa alcance/ruta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FIN/NULL/Xmas dan todo open\ — filtered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Resultados inconsistentes entre corridas — Temporización agresiva provoca pérdidas; baja a -T3 o aumenta reintentos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el escaneo por defecto?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privilegios, -sS (SYN). Sin privilegios, -sT (connect). Puedes forzar cualquiera explícitamente.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UDP scan es tan lento?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la ausencia de respuesta es ambigua y los hosts limitan la tasa de mensajes ICMP unreachable, obligando a Nmap a esperar y reintentar.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escaneos "stealth" son realmente invisibles?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Un IDS moderno (Suricata/Snort) los detecta. "Stealth" se refiere a que evitan completar el handshake y ciertos logs de aplicación, no a ser indetectables.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closed y filtered?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Lyon, G. Nmap Network Scanning, cap. "Port Scanning Techniques". &lt;https://nmap.org/book/scan-methods.html&gt;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Nmap: Port Scanning Basics. &lt;https://nmap.org/book/man-port-scanning-basics.html&gt;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793 — Transmission Control Protocol. &lt;https://www.rfc-editor.org/rfc/rfc793&gt;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Nmap: Timing and Performance. &lt;https://nmap.org/book/performance.html&gt;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72183422f8534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73" y="1097280"/>
            <a:ext cx="7815253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