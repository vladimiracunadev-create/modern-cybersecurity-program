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035 — IDS/IPS con Snort y Suricata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y operar sistemas de detección/prevención de intrusiones basados en firmas con Snort y Suricata: entender la diferencia entre IDS e IPS, escribir y afinar reglas, procesar tráfico en vivo y desde pcap, e interpretar las alertas resultantes. Es el pilar de la detección basada en firmas dentro de un SOC.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IDS de IPS y sus modos de despliegue (inline, tap, span).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Instalar y configurar Suricata/Snort con conjuntos de reglas comunitarios.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reglas propias con cabecera y opciones (content, pcre, flow).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tráfico desde un archivo pcap y en vivo.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alertas y reducir falsos positivos mediante afinado.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la salida (EVE JSON) con herramientas de análisis.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IDS vs. IPS; modos de despliegue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Arquitectura de Suricata (multihilo)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Conjuntos de reglas (ET Open, Talos)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Anatomía de una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Opciones: content, pcre, flow, flowbits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Salida EVE JSON y logs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Afinado y falsos positivos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IDS: detecta y alerta sobre tráfico sospechoso pero no lo bloquea; se despliega fuera de línea (tap/span).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IPS: se coloca en línea (inline) y puede descartar el tráfico que coincide con una firma; requiere alta fiabilidad para no cortar tráfico legítimo.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Regla/firma: patrón que describe tráfico malicioso: una cabecera (acción, protocolo, IP/puertos, dirección) y opciones (qué buscar y cómo alertar).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content: cadena o bytes a buscar en el payload; núcleo de la mayoría de firmas.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flow: restringe la regla a una dirección/estado de la conexión (toserver,established).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 JSON: formato de salida estructurado de Suricata que registra alertas, flujos, DNS, TLS, HTTP,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7.x: sudo apt install suricata. Actualiza reglas con suricata-update.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Snort 3.x (opcional para comparar): sudo apt install snort o compilación oficial.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comunitarias: Emerging Threats Open (suricata-update las trae).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de lectura: jq para el EVE JSON, tail, un pcap de prueba.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 reglas y verifica configuración: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suricata-update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suricata -T -c /etc/suricata/suricata.yaml   # test de config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pcap con Suricata: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suricata -r /tmp/lab027.pcapng -l ./salida/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jq 'select(.eventtype=="alert") | .alert.signature' ./salida/eve.json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IDS en vivo sobre una interfaz: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que alerte sobre intentos de conexión a un puerto de administración (p. ej. 3389).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firma con pcre que detecte una cadena en URL con expresión regular.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flowbits para correlacionar dos eventos de una misma sesión.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un pcap con tráfico DNS y extrae con jq todas las consultas registradas por Suricata.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umbral (threshold) para limitar alertas repetidas de una misma firma.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rendimiento (paquetes/s) de Suricata multihilo frente a Snort en el mismo pcap.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Suricata en modo IDS en tu laboratorio, escribe una regla propia que detecte un patrón de ataque concreto (p. ej. una petición HTTP a /admin con cierto user-agent), genera el tráfico que la dispara y entrega: la regla, la línea de fast.log correspondiente y el objeto de alerta del eve.json extraído con jq.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regla tiene sid propio válido, la alerta aparece con el msg exacto al generar el tráfico, y no se dispara con tráfico legítimo similar (bajo falso positivo).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"Signature has no sid" — Falta sid: en la regla; añade un SID único ≥ 1000000 para reglas locales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regla no dispara — $HOMENET mal definido o flow incorrecto; revisa variables en el YAML y la dirección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no captura en vivo — Interfaz equivocada o sin permisos; verifica -i y ejecuta con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Miles de alertas ruidosas — Reglas demasiado genéricas activas; afina con suricata-update y umbrales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 corta tráfico legítimo — Firma con falso positivo en modo inline; valida siempre primero en modo IDS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¿Snort o Suricata?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es multihilo (mejor en redes rápidas) y trae EVE JSON nativo. Snort 3 también es moderno. Ambos comparten en gran medida el formato de reglas; aprende Suricata como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detección por firmas detecta amenazas nuevas?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las desconocidas (zero-day) sin firma. Por eso se combina con detección por anomalías y con NSM (clases 043–045).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HOMENET?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variable que define tu red a proteger. Firmas y direcciones (-&gt; $HOMENET) dependen de configurarla bien en el YAML.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usar las mismas reglas en Snort y Suricata?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Documentation. &lt;https://docs.suricata.io/&gt;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Snort 3 User Guide. &lt;https://docs.snort.org/&gt;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Emerging Threats Open Ruleset. &lt;https://rules.emergingthreats.net/&gt;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&amp; Smith, J. Applied Network Security Monitoring. Syngress.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