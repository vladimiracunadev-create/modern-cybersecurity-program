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035 — IDS/IPS con Snort y Suricata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 operar sistemas de detección/prevención de intrusiones basados en firmas con Snort y Suricata: entender la diferencia entre IDS e IPS, escribir y afinar reglas, procesar tráfico en vivo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IDS de IPS y sus modos de despliegue (inline, tap, span).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configurar Suricata/Snort con conjuntos de reglas comunitarios.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propias con cabecera y opciones (content, pcre, flow).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tráfico desde un archivo pcap y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alertas y reducir falsos positivos mediante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salida (EVE JSON) con herramientas de análisis.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IDS vs. IPS; modos de despliegue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Arquitectura de Suricata (multihilo)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Conjuntos de reglas (ET Open, Talos)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Anatomía de una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Opciones: content, pcre, flow, flowbits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Salida EVE JSON y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Afinado y falsos positivos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IDS observa una copia del tráfico y avisa; un IPS se sitúa en el camino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y puede descartarlo. La misma herramienta —Suricata lo es— hace las dos cosas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según cómo se despliegue, y la elección tiene consecuencias que van mucho más allá de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técnico. En modo IDS, sobre un SPAN o un TAP, un falso positivo genera una alerta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molesta; en modo IPS, en línea, un falso positivo corta tráfico legítimo y produce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incidencia de negocio. Y como el IPS está en el camino, si se cae o se satura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en un punto único de fallo para toda la red que protege.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IDS: detecta y alerta sobre tráfico sospechoso pero no lo bloquea; se despliega fuera de línea (tap/span).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IPS: se coloca en línea (inline) y puede descartar el tráfico que coincide con una firma; requiere alta fiabilidad para no cortar tráfico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Regla/firma: patrón que describe tráfico malicioso: una cabecera (acción, protocolo, IP/puertos, dirección) y opciones (qué buscar y cómo alertar).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content: cadena o bytes a buscar en el payload; núcleo de la mayoría de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flow: restringe la regla a una dirección/estado de la conexión (toserver,established).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 JSON: formato de salida estructurado de Suricata que registra alertas, flujos, DNS, TLS, HTTP,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IDS — Detecta y alerta observando una copia del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 — Se sitúa en línea y puede descartar 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en línea — Despliegue en el camino del tráfico; un fallo corta el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/ regla — Descripción de un patrón de tráfico considerado malicioso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Cabecera de regla — Acción, protocolo, origen, dirección y destino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— Acota dirección y estado de la conexión en la que aplica la regla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7.x: sudo apt install suricata. Actualiza reglas con suricata-update.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Snort 3.x (opcional para comparar): sudo apt install snort o compilación oficial.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comunitarias: Emerging Threats Open (suricata-update las trae).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lectura: jq para el EVE JSON, tail, un pcap de prueba.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reglas y verifica configuración: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pcap con Suricata: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IDS en vivo sobre una interfaz: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propia en /etc/suricata/rules/local.rules: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local.rules a rule-files en el YAML y recarga.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Dispara la regla: desde otra VM ping &lt;IP-de-un-host-en-HOMENET&gt; (una IP concreta de tu red de laboratorio; no uses $HOME, que la shell expande a tu directorio personal) y un curl -A "Nmap NSE"…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 Snort 3 (opcional):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que alerte sobre intentos de conexión a un puerto de administración (p. ej. 3389).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firma con pcre que detecte una cadena en URL con expresión regular.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flowbits para correlacionar dos eventos de una misma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un pcap con tráfico DNS y extrae con jq todas las consultas registradas por Suricata.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umbral (threshold) para limitar alertas repetidas de una misma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rendimiento (paquetes/s) de Suricata multihilo frente a Snort en el mismo pcap.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Suricata en modo IDS en tu laboratorio, escribe una regla propia que detecte un patrón de ataque concreto (p. ej. una petición HTTP a /admin con cierto user-agent), genera el tráfico que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regla tiene sid propio válido, la alerta aparece con el msg exacto al generar el tráfico, y no se dispara con tráfico legítimo similar (bajo falso positivo).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"Signature has no sid" — Falta sid: en la regla; añade un SID único ≥ 1000000 para reglas locales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no dispara — $HOMENET mal definido o flow incorrecto; revisa variables en el YAML y la dirección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no captura en vivo — Interfaz equivocada o sin permisos; verifica -i y ejecuta con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alertas ruidosas — Reglas demasiado genéricas activas; afina con suricata-update y umbrales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IPS corta tráfico legítimo — Firma con falso positivo en modo inline; valida siempre primero en modo IDS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¿Snort o Suricata?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es multihilo (mejor en redes rápidas) y trae EVE JSON nativo. Snort 3 también es moderno. Ambos comparten en gran medida el formato de reglas; aprende Suricata como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detección por firmas detecta amenazas nuevas?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las desconocidas (zero-day) sin firma. Por eso se combina con detección por anomalías y con NSM (clases 043–045).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HOMENET?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variable que define tu red a proteger. Firmas y direcciones (-&gt; $HOMENET) dependen de configurarla bien en el YAML.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las mismas reglas en Snort y Suricata?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 Documentation. &lt;https://docs.suricata.io/&gt;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Snort 3 User Guide. &lt;https://docs.snort.org/&gt;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Emerging Threats Open Ruleset. &lt;https://rules.emergingthreats.net/&gt;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&amp; Smith, J. Applied Network Security Monitoring. Syngress.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934379453938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40964"/>
            <a:ext cx="8229600" cy="1216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