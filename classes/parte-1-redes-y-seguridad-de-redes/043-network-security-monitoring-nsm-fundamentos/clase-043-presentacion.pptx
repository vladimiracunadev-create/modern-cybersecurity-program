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043 — Network Security Monitoring (NSM): fundamentos</a:t>
            </a:r>
          </a:p>
          <a:p>
            <a:r>
              <a:rPr sz="1600">
                <a:solidFill>
                  <a:srgbClr val="2E8B57"/>
                </a:solidFill>
              </a:rPr>
              <a:t>parte 1 redes y seguridad de redes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Introducir el Network Security Monitoring como disciplina: la recolección, análisis y escalado de indicadores de red para detectar y responder a intrusiones, partiendo de la premisa de que la…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filosofía NSM y por qué "la prevención falla".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los tipos de datos NSM (full content, sesión, transacción, extraídos, alertas, estadísticos, metadatos).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Ubicar correctamente los sensores en la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Recorrer el ciclo detección → análisis → escalado →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una plataforma NSM de laboratorio (Security Onion).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Realizar análisis dirigido por indicadores y por hipótesis (threat hunting básico).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Filosofía NSM (Bejtlich)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Tipos de datos NSM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Colocación de sensores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Ciclo de detección y respuesta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Security Onion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Detección por indicadores vs. hunting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Métricas y cobertura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Network Security Monitoring parte de una idea de Richard Bejtlich tan sobria como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poderosa: la prevención acabará fallando, así que hay que construir la capacidad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y responder con la misma seriedad con que se construyen los muros. NSM no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producto: es una disciplina de recolectar, mantener y analizar datos de red para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encontrar al intruso que ya está dentro y reconstruir lo que hizo. Cambia la pregunta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"¿cómo impido que entren?" —importante pero insuficiente— por "¿cómo me entero de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entraron, y qué evidencia tengo para responder?".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NSM: recolección, análisis y escalado de indicaciones y advertencias para detectar y responder a intrusiones; asume que el atacante entrará y busca detectarlo pronto.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Full content data: captura completa de paquetes (pcap); máxima fidelidad, alto coste de almacenamiento.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Session/flow data: resumen de conexiones (5-tupla, bytes, duración); eficiente y muy útil para investigación.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Transaction data: registros de protocolo de alto nivel (peticiones HTTP, consultas DNS, handshakes TLS) como los que produce Zeek.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Alert data: salidas de IDS/IPS (Suricata/Snort) que señalan coincidencias con firmas.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Threat hunting: búsqueda proactiva de amenazas guiada por hipótesis, sin depender de una alerta previa.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NSM — Recolección y análisis de datos de red para detectar y responder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Bejtlich — Autor que formalizó la disciplina de NSM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Contenido completo — Captura íntegra de paquetes; máxima fidelidad, alto coste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de transacción — Resumen estructurado por conexión y operación (logs de Zeek)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de sesión / flujo — Metadatos por conexión (5-tupla, bytes, duración); baratos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Alertas — Salida de los IDS/IPS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 Onion 2.x (distribución NSM que integra Suricata, Zeek, Stenographer, Elastic, Kibana).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Alternativa ligera: Suricata + Zeek + un almacén de logs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TAP/SPAN o interfaz de captura en el laboratorio con tráfico representativo.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Recursos: una VM con suficiente RAM (Security Onion pide bastante).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Security Onion en una VM (modo import/eval para laboratorio) y accede a su consola web.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Importa un pcap representativo (o el lab027.pcapng de clases previas) mediante so-import-pcap: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las alertas en la interfaz (Alerts): identifica qué firmas de Suricata dispararon.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Pivota a los logs de Zeek: para una alerta, abre los registros de sesión (conn.log), HTTP (http.log) y DNS (dns.log) asociados.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 el full content: desde una alerta, extrae el pcap del flujo y ábrelo en Wireshark para el análisis fino.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Recorre el ciclo NSM: documenta detección (alerta) → análisis (logs + pcap) → decisión (falso positivo o incidente) → escalado.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Hunting por hipótesis: plantea "¿hay beaconing hacia un dominio raro?" y búscalo en conn.log/dns.log por frecuencia y regularidad de conexiones.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cada dato de un incidente en su tipo NSM (full content, sesión, transacción, alerta…).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dónde colocarías un sensor para monitorizar el tráfico entre la DMZ y la red interna.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partir de una alerta, reconstruye la sesión completa usando los logs de Zeek.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 tres hipótesis de threat hunting y describe qué dato NSM usarías para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el compromiso entre retención de full content y coste de almacenamiento.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tres métricas para medir la eficacia de un programa NSM (p. ej. tiempo medio de detección).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Security Onion (o Suricata+Zeek), procesa una captura que contenga actividad sospechosa (un escaneo y una descarga anómala que generes en tu laboratorio) y produce un "expediente" NSM del evento…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expediente enlaza correctamente alerta → logs → full content del mismo flujo, y la conclusión (incidente/falso positivo) está fundamentada en la evidencia recolectada.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 Onion sin datos — Sensor mal configurado o interfaz de monitoreo equivocada; revisa la config de captura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Demasiadas alertas, nadie las mira — Falta afinado y priorización; ajusta reglas y define un flujo de triaje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se guardan alertas, no contexto — Sin session/transaction data no puedes investigar; habilita Zeek y retención de flujos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Disco lleno por full content — Retención de pcap demasiado larga; limita por tiempo/tamaño y prioriza sesiones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Sensor sin visibilidad — Mal colocado (no ve el tráfico relevante); usa TAP/SPAN en el punto correcto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¿NSM es lo mismo que un IDS?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IDS (alertas por firmas) es una fuente de datos dentro del NSM. El NSM abarca también sesión, transacción, full content y el proceso humano de análisis y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guardar tráfico si tengo un IDS?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las firmas no lo detectan todo. Con datos de sesión y full content puedes investigar incidentes que ninguna firma alertó y reconstruir lo ocurrido.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¿NSM sustituye a la prevención?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No, la complementa. Parte de que la prevención fallará y se centra en detectar y responder rápido para reducir el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threat hunting?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Bejtlich, R. The Practice of Network Security Monitoring. No Starch Press. &lt;https://nostarch.com/nsm&gt;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Sanders, C. &amp; Smith, J. Applied Network Security Monitoring. Syngress.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 Onion documentation. &lt;https://docs.securityonion.net/&gt;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— NSM and Threat Hunting resources. &lt;https://www.sans.org/&gt;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7be3fbf174befe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334" y="1097280"/>
            <a:ext cx="5627332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