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039 — Ataques de capa 2: ARP spoofing y VLAN hopping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los ataques que operan en la capa de enlace (capa 2), donde muchos controles de seguridad de capas superiores no llegan: ARP spoofing/poisoning, MAC flooding, STP manipulation y VLAN…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capa 2 carece de autenticación por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ARP spoofing para posicionarse en medio de dos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Reproducir MAC flooding y entender su efecto en un switch.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VLAN hopping por switch spoofing y double tagging.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anomalías de capa 2 en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contramedidas: DAI, port security, deshabilitar DTP, native VLAN dedicada.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ARP y su falta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ARP spoofing/poisoning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MAC flooding y CAM 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STP y ataques de topología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VLAN hopping (switch spoofing, double tag)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anomalías L2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Contramedidas de 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capa 2 se diseñó para una LAN pequeña donde todos los equipos eran de fiar, y 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suposición no se corrigió nunca. ARP, el protocolo que traduce una IP en la MAC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equipo que la tiene, no lleva autenticación de ningún tipo: cuando un host pregunta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"¿quién tiene 10.0.0.1?", cualquiera puede responder "yo", y el que pregunta se lo cree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guarda la respuesta en su caché. Ese es el fallo del que cuelgan casi todos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ataques de esta clase. Lo importante de entenderlo es que no es un bug que se pueda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parchear: es cómo funciona ARP por diseño, así que la defensa no consiste en arreglar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ARP: protocolo que asocia IP a MAC en una LAN; no tiene autenticación, así que cualquiera puede enviar respuestas falsas.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poisoning: envío de respuestas ARP falsificadas para que las víctimas asocien la IP del gateway con la MAC del atacante, redirigiendo su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 flooding: inundar la tabla CAM del switch con MAC falsas hasta desbordarla; el switch pasa a difundir todo (fail-open), permitiendo sniffing.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VLAN hopping: técnica para enviar tráfico a una VLAN distinta a la asignada, saltando la segmentación; por switch spoofing (DTP) o double tagging 802.1Q.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DAI (Dynamic ARP Inspection): control de switch que valida los paquetes ARP contra la tabla DHCP snooping y descarta los falsos.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 security: limita las MAC permitidas por puerto, mitigando el MAC flooding.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— Traduce una IP en la MAC correspondiente; sin autenticación por diseño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Caché ARP — Tabla local IP→MAC que el ARP spoofing envenena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spoofing / poisoning — Respuestas ARP falsas para interceptar tráfico en la LAN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Man-in-the-middle L2 — Interposición del atacante entre dos hosts del mismo segmento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Tabla CAM — Tabla del switch que asocia cada MAC a un 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 flooding — Saturar la CAM para degradar el switch a comportamiento de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ettercap / bettercap para ARP spoofing y MitM.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macof (dsniff) para MAC flooding.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yersinia para ataques a STP/DTP/VLAN.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 para construir tramas 802.1Q a medida.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varias VMs en un switch virtual; idealmente un switch gestionable (o GNS3/EVE-NG) para practicar VLANs y contramedidas.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el reenvío en la máquina atacante (para MitM transparente):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spoofing entre víctima y gateway con bettercap: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envenenamiento desde la víctima: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 flooding en un switch de laboratorio (observa el fail-open):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en paralelo para ver tráfico que antes no verías.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VLAN hopping por double tagging con scapy (esquema):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defensiva: en Wireshark filtra arp.duplicate-address-detected y observa múltiples MAC para una misma 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ARP spoofing y demuestra que puedes ver el tráfico HTTP de la víctima (en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en Wireshark la firma de un ARP poisoning (respuestas ARP no solicitadas).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MAC flooding y explica por qué convierte el switch en un hub.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paso a paso cómo funciona el double tagging y por qué es unidireccional.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port security en un switch de laboratorio y verifica que bloquea macof.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DAI usa la tabla de DHCP snooping para validar ARP.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laboratorio, posiciona la máquina atacante como MitM entre dos VMs mediante ARP spoofing y demuestra la intercepción de una comunicación en claro. Después, aplica una contramedida (DAI en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 la fase de ataque interceptas tráfico entre las dos VMs; tras la contramedida, la tabla ARP de la víctima ya no se envenena y no capturas su tráfico. Todo en entorno propio.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víctima pierde conectividad durante el MitM — No activaste ipforward; habilítalo para reenviar el tráfico interceptado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ARP spoof no envenena — Firewall de host o entradas ARP estáticas; verifica y ajusta el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macof no tiene efecto — El switch tiene port security o es virtual con límites; prueba en un entorno adecuado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 tagging no llega — El puerto no está en la native VLAN esperada; requiere condiciones específicas de trunk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tráfico tras el MitM — Estás en HTTPS; solo verás metadatos, no el contenido (el cifrado protege la carga)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capa 2 es tan vulnerable?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ARP y muchos protocolos de switching se diseñaron sin autenticación, confiando en la red local. La seguridad se añade con controles del switch (DAI, port security, 802.1X).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MitM por ARP me deja leer HTTPS?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el contenido. Verás metadatos (IPs, SNI en algunos casos), pero el cifrado TLS protege los datos salvo que consigas que la víctima acepte un certificado falso (otra clase).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¿VLAN hopping funciona en cualquier switch?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switch spoofing requiere DTP activo; el double tagging requiere condiciones concretas de native VLAN. Configuraciones endurecidas lo impiden.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defensa más efectiva contra ARP spoofing?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IEEE 802.1Q (VLAN tagging). &lt;https://standards.ieee.org/ieee/802.1Q/&gt;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bettercap documentation. &lt;https://www.bettercap.org/&gt;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Cisco — Layer 2 security best practices. &lt;https://www.cisco.com/&gt;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Adversary-in-the-Middle: ARP Cache Poisoning (T1557.002). &lt;https://attack.mitre.org/techniques/T1557/002/&gt;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8d3f80dfe7d2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4972"/>
            <a:ext cx="8229600" cy="1088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