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028 — tcpdump y captura de tráfico en línea de comandos</a:t>
            </a:r>
          </a:p>
          <a:p>
            <a:r>
              <a:rPr sz="1600">
                <a:solidFill>
                  <a:srgbClr val="2E8B57"/>
                </a:solidFill>
              </a:rPr>
              <a:t>parte 1 redes y seguridad de redes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Capturar y filtrar tráfico desde la terminal con tcpdump, la herramienta imprescindible cuando no hay entorno gráfico (servidores, contenedores, dispositivos remotos por SSH). El alumno aprenderá la…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Seleccionar interfaz, tamaño de snap y verbosidad adecuados para cada captura.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Escribir filtros BPF por host, red, puerto, protocolo y flags TCP.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Guardar capturas en .pcap y rotarlas por tamaño o tiempo con un ring buffer.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Leer capturas guardadas y aplicar filtros de lectura sin recapturar.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Combinar tcpdump con SSH para capturar en remoto y ver en local.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Reconocer los límites de tcpdump frente a analizadores gráficos.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Selección de interfaz (-i)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Snap length (-s) y verbosidad (-v)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Filtros BPF primitivos y compuestos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Escritura y lectura de pcap (-w/-r)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Rotación con -C, -G, -W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Filtrado por flags TCP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tcpdump sobre SSH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Wireshark es insuperable para entender una captura; tcpdump es lo que usas cuando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tienes que capturar en un servidor sin entorno gráfico, dejar corriendo una captura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durante días, o meter la captura dentro de un script. Es además la herramienta que casi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seguridad ya está instalada en la máquina comprometida que estás investigando, y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que consume menos recursos en el equipo que estás observando.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dos parámetros que más consecuencias tienen son los menos vistosos. El snap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length (-s) fija cuántos bytes se guardan de cada paquete: en versiones modernas el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BPF (Berkeley Packet Filter): lenguaje de filtrado compilado en kernel; muy eficiente porque descarta paquetes antes de copiarlos a espacio de usuario.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Snap length (-s): bytes capturados por paquete. -s 0 (o el valor por defecto moderno) captura el paquete completo.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Ring buffer: conjunto rotatorio de archivos (-C tamaño, -W número) que evita llenar el disco.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Primitiva BPF: unidad básica del filtro: host, net, port, tcp, udp, src, dst.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-n: desactiva resolución DNS/puertos; acelera y evita generar tráfico extra durante la captura.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concisa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tcpdump — Capturador de paquetes en línea de comandos, basado en libpcap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BPF — Lenguaje de filtrado compilado y ejecutado en el kernel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Primitiva BPF — Pieza del filtro: tipo (host), dirección (src) o protocolo (tcp)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proto[off:len] — Acceso directo a bytes de una cabecera dentro del filtro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Snap length (-s) — Bytes que se guardan de cada paquete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-p — Desactiva el modo promiscuo (captura solo lo dirigido al host)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tcpdump (Linux/macOS/BSD): sudo apt install tcpdump o viene preinstalado.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Requiere privilegios para capturar: sudo o capacidad CAPNETRAW (sudo setcap capnetraw+ep $(which tcpdump)).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analizar después: Wireshark o tshark.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Lista interfaces disponibles: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básica sin resolución de nombres: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Filtra por host y puerto: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solo paquetes SYN (inicio de conexión) usando el offset de flags: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Guarda a archivo con snap completo: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Genera tráfico DNS en otra terminal (dig example.com) y detén con Ctrl-C.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Lee lo capturado con filtro de lectura: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solo tráfico ICMP entre dos hosts de tu laboratorio y guárdalo en icmp.pcap.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 filtro que capture tráfico HTTP y HTTPS (port 80 or port 443).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paquetes con el flag RST activo e interpreta qué conexiones se rechazan.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 -c 100 para limitar la captura a 100 paquetes y explica cuándo conviene.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Rota capturas cada 60 segundos con -G 60 y nómbralas con %Y%m%d-%H%M%S.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Convierte tu .pcap a .pcapng con editcap y ábrelo en Wireshark.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Desde un servidor de laboratorio (o VM) sin entorno gráfico, captura durante 30 segundos todo el tráfico excepto tu sesión SSH, guárdalo con rotación en archivos de 5 MB, y entrega el primer archivo…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el archivo abre sin errores en Wireshark, no contiene tráfico del puerto 22 hacia/desde tu IP, y el conteo declarado coincide con el del revisor.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tcpdump: &lt;iface&gt;: You don't have permission — Falta privilegio; usa sudo o asigna capnetraw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captura por SSH nunca termina o se dispara — No excluiste el puerto 22; añade not port 22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Paquetes truncados en Wireshark — Snap length bajo; captura con -s 0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Filtro no captura nada — Sintaxis BPF incorrecta; prueba el filtro por partes y usa comillas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Disco lleno en captura larga — Sin rotación; usa -C/-W o -G/-W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resuelve nombres y va lento — Al contrario, -n acelera; si va lento probablemente falta -n y hay DNS inverso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¿tcpdump o Wireshark?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tcpdump para capturar donde no hay GUI y para filtros rápidos; Wireshark para el análisis profundo. El flujo típico es capturar con tcpdump y disecar en Wireshark.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usar -w en vez de leer la salida de texto?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texto pierde información. -w guarda el paquete íntegro para análisis posterior con cualquier herramienta.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¿Los filtros BPF de tcpdump y Wireshark son iguales?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Los filtros de captura de Wireshark sí son BPF (idénticos a tcpdump). Los de visualización de Wireshark son un lenguaje distinto y más rico.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capturo sin que la captura afecte el rendimiento del servidor?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tcpdump man page y ejemplos. &lt;https://www.tcpdump.org/manpages/tcpdump.1.html&gt;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pcap-filter (sintaxis BPF). &lt;https://www.tcpdump.org/manpages/pcap-filter.7.html&gt;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Sanders, C. Practical Packet Analysis, apéndice de tcpdump.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Wireshark: capturas remotas. &lt;https://wiki.wireshark.org/CaptureSetup/Pipes&gt;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ae25474cde25ae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71216"/>
            <a:ext cx="8229600" cy="17556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