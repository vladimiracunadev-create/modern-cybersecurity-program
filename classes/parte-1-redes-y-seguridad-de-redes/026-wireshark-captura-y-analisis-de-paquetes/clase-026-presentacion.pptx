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026 — Wireshark: captura y análisis de paquetes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capturar tráfico de red con Wireshark, entender la anatomía de un paquete disecado capa por capa (Ethernet → IP → TCP/UDP → aplicación) y usar la interfaz para responder preguntas…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una interfaz en modo promiscuo y elegir el punto de captura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tráfico en vivo y guardarlo en formato .pcapng para análisis posterior.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las tres zonas de la ventana (lista de paquetes, detalle disecado, bytes crudos).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capas del modelo TCP/IP dentro de un mismo paquete.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Colorear y perfilar la vista para resaltar anomalías rápidamente.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Exportar objetos y subconjuntos de paquetes para compartir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Puntos de captura (hub, SPAN, TAP, host)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Modo promiscuo vs. monitor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Anatomía de la ventana de Wireshark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Disección por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Perfiles y reglas de colorización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Marcas de tiempo y referencia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Exportar objetos y guardar subconjuntos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primera decisión de cualquier análisis no es qué filtro escribir, sino dónde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enchufar el analizador, y es la que más capturas inútiles produce. La red de los años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noventa usaba hubs, que repetían cada trama por todos los puertos: bastaba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conectarse en cualquier sitio para verlo todo. La red moderna es conmutada, y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switch aprende qué MAC vive detrás de cada puerto y entrega cada trama solo por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puerto correcto. La consecuencia práctica es dura: si abres Wireshark en tu portátil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conectado a un switch, verás tu propio tráfico, el broadcast y el multicast,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Paquete / trama (frame): unidad de datos capturada en el cable. Wireshark muestra la trama Ethernet completa; su característica clave es que incluye todas las cabeceras encapsuladas.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promiscuo: el NIC entrega a la pila todos los frames que ve, no solo los dirigidos a su MAC. Sin él, en una red conmutada solo verás broadcast, multicast y tu propio unicast.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pcapng: formato de captura moderno que guarda metadatos (interfaz, comentarios, timestamps de alta resolución). Sucesor del clásico .pcap.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Disector (dissector): módulo que interpreta bytes de un protocolo y los presenta como campos legibles. Wireshark trae cientos.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Colorización: reglas que pintan filas según condiciones (p. ej. rojo para checksums malos, negro para resets TCP).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SPAN/mirror port: puerto del switch configurado para copiar el tráfico de otros puertos hacia el analizador.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Trama (frame) — Unidad de datos en el cable, con todas las cabeceras encapsuladas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promiscuo — La NIC entrega todas las tramas Ethernet que ve, no solo las suyas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monitor — Captura de tramas 802.11 crudas sin asociarse a una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SPAN / mirror port — Puerto del switch que copia el tráfico de otros puertos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TAP — Dispositivo pasivo que duplica el tráfico de un enlace sin participar en él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BPF — Berkeley Packet Filter: sintaxis del filtro de captura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4.x (incluye dumpcap, tshark, editcap, mergecap). Instalación: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Debian/Ubuntu: sudo apt install wireshark (acepta que usuarios del grupo wireshark capturen sin root).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macOS: brew install --cask wireshark. Windows: instalador oficial + Npcap.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Añadir tu usuario al grupo de captura para no ejecutar como root: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 de práctica: usa las muestras oficiales de &lt;https://wiki.wireshark.org/SampleCaptures&gt; o genera tráfico propio en tu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interfaz. Abre Wireshark; en la pantalla de inicio verás las interfaces con un sparkline de actividad. Elige la que tenga tráfico (p. ej. eth0).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 filtro de captura para reducir ruido antes de capturar. En el campo "capture filter" escribe: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(sintaxis BPF, distinta a los filtros de visualización).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 la captura con la aleta azul. En otra terminal genera tráfico: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Detén la captura (botón rojo). Observa las tres zonas: lista, detalle y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Expande la disección de un paquete HTTP: haz clic en el triángulo de cada capa (Ethernet II → Internet Protocol → Transmission Control Protocol → Hypertext Transfer Protocol).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3-way handshake: localiza SYN, SYN, ACK, ACK al inicio del flujo.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un ping a un host de tu laboratorio e identifica los paquetes ICMP echo request/reply.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captura HTTP, localiza el User-Agent enviado por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columnas para ip.ttl y compara TTL de tu gateway vs. un host remoto; deduce el SO probable.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perfil nuevo llamado "triage" con tus columnas y colores, y cámbialo con el selector inferior derecho.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Estadísticas → Jerarquía de protocolos para ver la composición de una captura de 5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a texto plano (Archivo → Exportar disecciones de paquetes) solo los paquetes de un flujo.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captura de tu laboratorio con al menos tres protocolos (ICMP, DNS y HTTP), entrega un .pcapng recortado que contenga solo la conversación HTTP completa de una descarga, más una nota…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abrir tu archivo, el revisor ve únicamente esa conversación (sin ruido de otros hosts) y tus datos coinciden con lo que muestra la disección.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interfaces found" o lista vacía — Faltan permisos de captura; añade el usuario al grupo wireshark o revisa Npcap en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ves tu propio tráfico — Estás en un switch sin SPAN/TAP; captura en el host, usa un TAP o configura mirror 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aparece como "Malformed Packet" — Disector equivocado o offloading del NIC; desactiva TCP checksum offload o usa "Decode As"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Checksums TCP/IP en rojo — Checksum offloading de la tarjeta; desactiva validación en Preferencias del protocolo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enorme e inmanejable — No usaste filtro de captura; aplica BPF o usa un ring buffer con límite de tamaño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filtro de captura y filtro de visualización?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 captura (BPF) decide qué se guarda y no se puede cambiar después; el de visualización solo oculta/enseña sobre lo ya capturado y usa la sintaxis rica de Wireshark (http.request.method == "GET").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root para capturar?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recomendable. Configura dumpcap con capacidades o usa el grupo de captura para que solo el proceso de captura tenga privilegios elevados.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¿pcap o pcapng?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pcapng por defecto (metadatos y comentarios). Convierte a .pcap con editcap solo si una herramienta antigua lo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veo el tráfico de otros equipos en la oficina?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Practical Packet Analysis, 3rd ed. No Starch Press. &lt;https://nostarch.com/packetanalysis3&gt;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User's Guide. &lt;https://www.wireshark.org/docs/wsughtmlchunked/&gt;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SampleCaptures. &lt;https://wiki.wireshark.org/SampleCaptures&gt;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pcapng spec. &lt;https://pcapng.github.io/pcapng/&gt;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43875bbcd0b7d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8860"/>
            <a:ext cx="822960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