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026 — Wireshark: captura y análisis de paquetes</a:t>
            </a:r>
          </a:p>
          <a:p>
            <a:r>
              <a:rPr sz="1600">
                <a:solidFill>
                  <a:srgbClr val="2E8B57"/>
                </a:solidFill>
              </a:rPr>
              <a:t>parte 1 redes y seguridad de redes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Aprender a capturar tráfico de red con Wireshark, entender la anatomía de un paquete disecado capa por capa (Ethernet → IP → TCP/UDP → aplicación) y usar la interfaz para responder preguntas…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Configurar una interfaz en modo promiscuo y elegir el punto de captura correcto.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Capturar tráfico en vivo y guardarlo en formato .pcapng para análisis posterior.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Interpretar las tres zonas de la ventana (lista de paquetes, detalle disecado, bytes crudos).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Distinguir las capas del modelo TCP/IP dentro de un mismo paquete.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Colorear y perfilar la vista para resaltar anomalías rápidamente.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Exportar objetos y subconjuntos de paquetes para compartir evidencia.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Puntos de captura (hub, SPAN, TAP, host)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Modo promiscuo vs. monitor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Anatomía de la ventana de Wireshark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Disección por capas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Perfiles y reglas de colorización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Marcas de tiempo y referencia temporal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Exportar objetos y guardar subconjuntos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primera decisión de cualquier análisis no es qué filtro escribir, sino dónde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enchufar el analizador, y es la que más capturas inútiles produce. La red de los años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noventa usaba hubs, que repetían cada trama por todos los puertos: bastaba con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conectarse en cualquier sitio para verlo todo. La red moderna es conmutada, y un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switch aprende qué MAC vive detrás de cada puerto y entrega cada trama solo por el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puerto correcto. La consecuencia práctica es dura: si abres Wireshark en tu portátil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conectado a un switch, verás tu propio tráfico, el broadcast y el multicast, 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Paquete / trama (frame): unidad de datos capturada en el cable. Wireshark muestra la trama Ethernet completa; su característica clave es que incluye todas las cabeceras encapsuladas.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Modo promiscuo: el NIC entrega a la pila todos los frames que ve, no solo los dirigidos a su MAC. Sin él, en una red conmutada solo verás broadcast, multicast y tu propio unicast.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pcapng: formato de captura moderno que guarda metadatos (interfaz, comentarios, timestamps de alta resolución). Sucesor del clásico .pcap.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Disector (dissector): módulo que interpreta bytes de un protocolo y los presenta como campos legibles. Wireshark trae cientos.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Colorización: reglas que pintan filas según condiciones (p. ej. rojo para checksums malos, negro para resets TCP).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SPAN/mirror port: puerto del switch configurado para copiar el tráfico de otros puertos hacia el analizador.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 concisa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Trama (frame) — Unidad de datos en el cable, con todas las cabeceras encapsuladas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Modo promiscuo — La NIC entrega todas las tramas Ethernet que ve, no solo las suyas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Modo monitor — Captura de tramas 802.11 crudas sin asociarse a una red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SPAN / mirror port — Puerto del switch que copia el tráfico de otros puertos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TAP — Dispositivo pasivo que duplica el tráfico de un enlace sin participar en él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BPF — Berkeley Packet Filter: sintaxis del filtro de captura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Wireshark 4.x (incluye dumpcap, tshark, editcap, mergecap). Instalación: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Debian/Ubuntu: sudo apt install wireshark (acepta que usuarios del grupo wireshark capturen sin root).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macOS: brew install --cask wireshark. Windows: instalador oficial + Npcap.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Añadir tu usuario al grupo de captura para no ejecutar como root: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Capturas de práctica: usa las muestras oficiales de &lt;https://wiki.wireshark.org/SampleCaptures&gt; o genera tráfico propio en tu laboratorio.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Elige interfaz. Abre Wireshark; en la pantalla de inicio verás las interfaces con un sparkline de actividad. Elige la que tenga tráfico (p. ej. eth0).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Aplica un filtro de captura para reducir ruido antes de capturar. En el campo "capture filter" escribe: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(sintaxis BPF, distinta a los filtros de visualización).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Inicia la captura con la aleta azul. En otra terminal genera tráfico: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Detén la captura (botón rojo). Observa las tres zonas: lista, detalle y bytes.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Expande la disección de un paquete HTTP: haz clic en el triángulo de cada capa (Ethernet II → Internet Protocol → Transmission Control Protocol → Hypertext Transfer Protocol).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Identifica el 3-way handshake: localiza SYN, SYN, ACK, ACK al inicio del flujo.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Captura un ping a un host de tu laboratorio e identifica los paquetes ICMP echo request/reply.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 una captura HTTP, localiza el User-Agent enviado por el cliente.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Añade columnas para ip.ttl y compara TTL de tu gateway vs. un host remoto; deduce el SO probable.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Crea un perfil nuevo llamado "triage" con tus columnas y colores, y cámbialo con el selector inferior derecho.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Usa Estadísticas → Jerarquía de protocolos para ver la composición de una captura de 5 minutos.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Exporta a texto plano (Archivo → Exportar disecciones de paquetes) solo los paquetes de un flujo.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 partir de una captura de tu laboratorio con al menos tres protocolos (ICMP, DNS y HTTP), entrega un .pcapng recortado que contenga solo la conversación HTTP completa de una descarga, más una nota…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al abrir tu archivo, el revisor ve únicamente esa conversación (sin ruido de otros hosts) y tus datos coinciden con lo que muestra la disección.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"No interfaces found" o lista vacía — Faltan permisos de captura; añade el usuario al grupo wireshark o revisa Npcap en Windows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Solo ves tu propio tráfico — Estás en un switch sin SPAN/TAP; captura en el host, usa un TAP o configura mirror port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Todo aparece como "Malformed Packet" — Disector equivocado o offloading del NIC; desactiva TCP checksum offload o usa "Decode As"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Checksums TCP/IP en rojo — Checksum offloading de la tarjeta; desactiva validación en Preferencias del protocolo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Captura enorme e inmanejable — No usaste filtro de captura; aplica BPF o usa un ring buffer con límite de tamaño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¿Cuál es la diferencia entre filtro de captura y filtro de visualización?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de captura (BPF) decide qué se guarda y no se puede cambiar después; el de visualización solo oculta/enseña sobre lo ya capturado y usa la sintaxis rica de Wireshark (http.request.method == "GET").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¿Necesito ser root para capturar?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es recomendable. Configura dumpcap con capacidades o usa el grupo de captura para que solo el proceso de captura tenga privilegios elevados.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¿pcap o pcapng?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Usa pcapng por defecto (metadatos y comentarios). Convierte a .pcap con editcap solo si una herramienta antigua lo exige.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¿Por qué no veo el tráfico de otros equipos en la oficina?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Sanders, C. Practical Packet Analysis, 3rd ed. No Starch Press. &lt;https://nostarch.com/packetanalysis3&gt;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Wireshark User's Guide. &lt;https://www.wireshark.org/docs/wsughtmlchunked/&gt;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Wireshark SampleCaptures. &lt;https://wiki.wireshark.org/SampleCaptures&gt;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pcapng spec. &lt;https://pcapng.github.io/pcapng/&gt;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743875bbcd0b7d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308860"/>
            <a:ext cx="822960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