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037 — Proxies, NAT y pivoting de red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Entender NAT y proxies como piezas de red, y aprender la técnica ofensiva/defensiva del pivoting: usar un host comprometido como trampolín para alcanzar redes internas no accesibles directamente. El alumno practicará túneles SSH, reenvío de puertos, SOCKS y herramientas de pivoting en un laboratorio controlado.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SNAT/DNAT/PAT y el papel del NAT en la conectividad.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proxy directo, inverso y SOCKS.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Crear túneles SSH: local (-L), remoto (-R) y dinámico (-D).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Encadenar herramientas a través de un proxy con proxychains.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Pivotar hacia una segunda red usando un host intermedio.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Detectar y mitigar pivoting desde el lado defensivo.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NAT: SNAT, DNAT, PAT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Tipos de proxy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Port forwarding SSH local/remoto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SSH dynamic (SOCKS)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proxychains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Pivoting multi-salto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Detección defensiva del pivoting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NAT (Network Address Translation): traduce direcciones entre redes; PAT (overload) multiplexa muchos hosts internos tras una IP pública usando puertos.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Proxy directo (forward): intermedia las peticiones salientes de clientes hacia Internet; puede filtrar y registrar.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Proxy inverso (reverse): se coloca delante de servidores y distribuye/oculta el backend.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Proxy SOCKS: proxy de nivel de sesión, agnóstico al protocolo de aplicación; ideal para túneles genéricos (SOCKS5).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Pivoting: técnica de usar un host ya controlado como punto de apoyo para acceder a segmentos de red que no son alcanzables directamente desde el atacante.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Túnel SSH dinámico (-D): abre un proxy SOCKS local que reenvía por SSH cualquier conexión al otro extremo.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OpenSSH (cliente y servidor).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proxychains-ng: sudo apt install proxychains4.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Chisel (túneles sobre HTTP/WebSocket) y socat para casos sin SSH.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Laboratorio: atacante → host pivote (con dos interfaces) → red interna con una víctima solo alcanzable desde el pivote.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Port forwarding local (-L): accede a un servicio del pivote/red interna como si fuera local: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ssh -L 8080:10.20.0.5:80 usuario@pivote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curl http://127.0.0.1:8080/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Port forwarding remoto (-R): expón un servicio tuyo en el pivote (útil para reverse shells controladas):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ssh -R 9000:127.0.0.1:80 usuario@pivote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Túnel dinámico SOCKS (-D):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ssh -D 1080 usuario@pivote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Alcanza un servicio web de la red interna únicamente con un túnel -L.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-D + proxychains para escanear la red interna con Nmap (-sT, sin raw).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con SOCKS conviene -sT y no -sS en Nmap.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un reenvío remoto -R y describe un caso legítimo de uso (administración).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Chisel, establece un pivote cuando el pivote solo permite salida HTTP.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Desde el lado azul, escribe una regla de firewall/IDS que detecte un túnel SOCKS sospechoso.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Partiendo de un host pivote con dos interfaces (una hacia ti, otra hacia una red interna aislada), establece un túnel que te permita escanear y acceder a un servicio de la red interna que no es alcanzable directamente. Entrega los comandos usados, evidencia del escaneo a través del túnel y una explicación del camino que sigue un paquete desde tu máquina hasta la víctima interna.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demuestras acceso a un servicio interno inaccesible sin el túnel, el escaneo por proxychains devuelve puertos de la red interna, y la explicación del recorrido del paquete es correcta (atacante → SOCKS local → SSH → pivote → red interna).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proxychains "denied" o sin salida — Puerto SOCKS mal configurado; verifica que -D 1080 está activo y coincide con el conf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Nmap por proxychains no ve nada — Usaste -sS (raw no funciona por SOCKS); usa -sT -Pn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-R no expone el puerto — Falta GatewayPorts yes en el sshd del pivote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Túnel se cae por inactividad — Añade ServerAliveInterval o usa autossh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DNS no resuelve por el túnel — proxychains no proxifica DNS UDP por defecto; usa proxydns o resuelve por IP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diferencia hay entre -L y -R?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-L reenvía un puerto local hacia un destino accesible desde el servidor SSH (acceso entrante a un servicio remoto). -R reenvía un puerto del servidor hacia un destino accesible desde tu máquina (útil para exponerte hacia dentro).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SOCKS y no un proxy HTTP?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SOCKS es agnóstico al protocolo: túnela cualquier TCP (y SOCKS5 también UDP). Un proxy HTTP solo entiende HTTP.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¿El pivoting es siempre malicioso?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Los administradores usan túneles SSH y bastiones legítimamente. La técnica es neutra; el contexto y la autorización determinan la legalidad.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se defiende una red del pivoting?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OpenSSH manual (port forwarding). &lt;https://man.openbsd.org/ssh#L&gt;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proxychains-ng. &lt;https://github.com/rofl0r/proxychains-ng&gt;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Chisel. &lt;https://github.com/jpillora/chisel&gt;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— Proxy (T1090). &lt;https://attack.mitre.org/techniques/T1090/&gt;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