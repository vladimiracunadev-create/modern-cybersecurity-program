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033 — Enumeración de servicios de red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Profundizar la fase de enumeración: una vez identificados puertos y versiones, extraer toda la información útil de cada servicio (SMB, HTTP, DNS, SMTP, SNMP, FTP, LDAP) con herramientas…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recursos compartidos, usuarios y políticas SMB.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Explorar servidores web: directorios, tecnologías, vhosts y cabeceras.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información de DNS (registros, transferencias de zona).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Interrogar SNMP, SMTP y FTP para obtener usuarios y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Organizar los hallazgos en notas estructuradas por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vectores según el valor de la información obtenida.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Metodología de enumeración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SMB (139/445)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HTTP/HTTPS (80/443)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DNS (53)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SNMP (161/udp)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SMTP (25)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FTP/LDAP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escaneo responde qué hay; la enumeración responde qué me deja ver y hacer eso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hay. Es una diferencia de profundidad, no de herramienta: escanear el 445 te dice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SMB; enumerarlo te da la lista de comparticiones, los usuarios del dominio,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de contraseñas y a veces un fichero de configuración con credenciales dentro.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la práctica profesional, la enumeración es la fase que más determina el resultado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pentest, y la que más se hace mal por prisa.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método que funciona tiene tres propiedades. Es exhaustivo: no se salta un puerto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Enumeración: proceso de interactuar con un servicio para extraer información detallada (usuarios, recursos, versiones, configuración) más allá de saber que existe.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Null session (SMB): conexión sin credenciales que en sistemas mal configurados revela usuarios y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Transferencia de zona (AXFR): volcado completo de una zona DNS; si está mal permitida, expone todos los registros.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Community string (SNMP): "contraseña" en claro (a menudo public/private) que da acceso de lectura/escritura a la MIB.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VHost (Virtual Host): varios sitios en una misma IP diferenciados por cabecera Host; enumerarlos revela aplicaciones ocultas.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— Extraer información detallada de un servicio ya identificado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Sesión nula — Conexión SMB sin credenciales que revela usuarios y recursos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Compartición (share) — Recurso de red publicado por SMB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SMBv1 — Dialecto obsoleto e inseguro; su presencia ya es un hallazgo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AXFR — Transferencia de zona DNS; entrega la zona completa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comunidad — "Contraseña" de SNMP; public y private son los valores por defecto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SMB: smbclient, enum4linux-ng, nmap scripts smb-, crackmapexec.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HTTP: whatweb, gobuster/feroxbuster, nikto, curl.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DNS: dig, dnsenum, dnsrecon.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SNMP: snmpwalk, onesixtyone.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SMTP/FTP/LDAP: smtp-user-enum, ftp, ldapsearch.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Instalación típica en Kali: la mayoría vienen preinstaladas; si no, sudo apt install smbclient snmp dnsutils gobuster nikto.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SMB — recursos y sistema: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 — tecnologías y directorios: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— registros y transferencia de zona: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SNMP: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SMTP — enumeración de usuarios: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FTP anónimo: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cada hallazgo en un archivo por servicio (notas-smb.md, notas-http.md, …).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los recursos SMB del objetivo y determina cuáles permiten acceso anónimo.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gobuster, encuentra al menos dos directorios no enlazados desde la página principal.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Intenta una transferencia de zona AXFR y explica el riesgo si tiene éxito.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Haz snmpwalk y localiza el nombre del sistema y la tabla de procesos.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usuarios por SMTP con VRFY y explica por qué muchos servidores lo desactivan.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whatweb y curl -I para inventariar el stack tecnológico de un sitio.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una "hoja de enumeración" de un host multiservicio de laboratorio que documente, por cada servicio abierto: versión, información sensible obtenida (recursos, usuarios, registros, directorios)…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hoja cubre todos los servicios abiertos que el revisor conoce, cada hallazgo es reproducible con el comando indicado y el vector priorizado es coherente con la información…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smbclient "NTSTATUSACCESSDENIED" — El recurso requiere credenciales; prueba null session -N o busca credenciales válidas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gobuster devuelve todo 200/403 igual — Falta filtrar por código o tamaño; usa -b para excluir códigos o --exclude-length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AXFR "Transfer failed" — La transferencia de zona está (correctamente) restringida; no es un fallo, es una buena práctica del servidor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snmpwalk sin respuesta — Community string incorrecta o SNMP filtrado; prueba public/private o versiones distintas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enum4linux muy lento — Muchas comprobaciones; usa opciones selectivas en lugar de -A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SMB da tanta información?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en redes Windows expone recursos, usuarios, políticas y el SO por diseño. Mal configurado (null sessions), regala un mapa de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¿Enumeración y escaneo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escaneo dice qué hay (puertos/servicios); la enumeración interactúa con cada servicio para extraer información detallada y utilizable.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enumeración es detectable?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Mucho. Genera numerosas conexiones y peticiones que un IDS/SIEM registra. Por eso solo se hace dentro del alcance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con tanta información?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Nmap NSE scripts (smb-, http-, dns-). &lt;https://nmap.org/nsedoc/&gt;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Testing Guide — Information Gathering. &lt;https://owasp.org/www-project-web-security-testing-guide/&gt;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gobuster. &lt;https://github.com/OJ/gobuster&gt;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enum4linux-ng. &lt;https://github.com/cddmp/enum4linux-ng&gt;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f7edecab80af6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15284"/>
            <a:ext cx="8229600" cy="6675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