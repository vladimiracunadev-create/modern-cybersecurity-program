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040 — Man-in-the-Middle: técnicas y defensa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lo aprendido en un ataque Man-in-the-Middle completo: posicionamiento (ARP/DNS spoofing, rogue gateway), interceptación de tráfico, intentos de degradación de TLS y, sobre todo, las defensas…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 un ataque MitM y sus puntos de posicionamiento.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Interceptar y modificar tráfico HTTP con un proxy transparente en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TLS bien implementado frustra el MitM y qué es SSL stripping.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los indicadores de un MitM en curso.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defensas: HSTS, HPKP/pinning, DNSSEC, DAI, VPN.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el riesgo residual en redes no confiables (WiFi público).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del MitM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Posicionamiento (ARP, DNS, rogue AP)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Interceptación con proxy transparente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SSL stripping y su mitigación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HSTS, pinning, E2E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Indicadores y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Redes no confiables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Man-in-the-middle nombra una posición: estar en medio de dos partes que creen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hablar directamente entre sí, pudiendo leer y modificar lo que se dicen. Cómo se llega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esa posición varía —ARP spoofing en la LAN (clase 039), un servidor DNS que responde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mentiras (clase 041), un punto de acceso falso (clase 038), un router comprometido— pero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vez en medio, las capacidades son las mismas: interceptar, alterar e inyectar. Separar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posición de la técnica de posicionamiento es lo que permite razonar sobre defensas,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cada vía de acceso se cierra distinto pero todas desembocan en el mismo riesgo.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MitM: el atacante se sitúa entre dos partes, retransmitiendo (y opcionalmente alterando) su comunicación sin que lo noten.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SSL stripping: degradación de HTTPS a HTTP interceptando la conexión inicial; se mitiga con HSTS.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HSTS (HTTP Strict Transport Security): cabecera que obliga al navegador a usar solo HTTPS para un dominio, evitando el stripping.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Certificate pinning: la aplicación acepta solo un certificado/clave concretos, de modo que un certificado falso del atacante es rechazado.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Rogue gateway / evil twin: puerta de enlace o AP falso que canaliza el tráfico de la víctima por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DNSSEC: firma las respuestas DNS para evitar su falsificación (se amplía en la clase 041).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Man-in-the-middle — Posición entre dos partes que permite leer, alterar e inyectar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Posicionamiento — Técnica para llegar a estar en medio (ARP, DNS, rogue AP…)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transparente — Intermediario que intercepta sin que el cliente lo configure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SSL stripping — Degradar HTTPS a HTTP aprovechando la primera petición en claro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HSTS — Cabecera que fuerza al navegador a usar solo HTTPS con ese sitio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HSTS preload — Lista integrada en el navegador; protege incluso la primera visita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bettercap (framework MitM), mitmproxy (proxy HTTP/HTTPS interactivo), sslstrip (histórico).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para verificar el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con víctima, atacante y un servidor web propio (uno con HSTS, otro sin) para comparar.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Posiciónate como MitM por ARP spoofing (repaso de la clase 039) con bettercap y activa el sniffing.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Intercepta HTTP con mitmproxy en modo transparente: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Navega desde la víctima a tu servidor HTTP de laboratorio y observa/modifica las peticiones.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SSL stripping contra el servidor sin HSTS y observa que la conexión cae a HTTP.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Repite contra el servidor con HSTS y comprueba que el navegador rechaza el downgrade: el ataque falla.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el cifrado: en Wireshark, confirma que el tráfico HTTPS con TLS bien configurado es opaco para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Certificado falso: intenta un MitM sobre HTTPS presentando un certificado no confiable y observa la advertencia del navegador (defensa por la cadena de confianza).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Intercepta y modifica una respuesta HTTP (p. ej. cambia un texto de la página) con mitmproxy en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resultado del stripping en un sitio con HSTS y otro sin él.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pinning protege a una app móvil aun con un certificado "válido" del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en una captura los indicadores de un MitM (cambios de MAC del gateway, certificados anómalos).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HSTS con preload en tu servidor y verifica la cabecera con curl -I.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Argumenta cómo una VPN (clase 036) reduce el riesgo de MitM en WiFi público.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en laboratorio un escenario MitM contra dos versiones de tu propio sitio: una vulnerable (HTTP/sin HSTS) y otra endurecida (HTTPS + HSTS). Demuestra que puedes interceptar/modificar la primera…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evidencias claras de intercepción exitosa en la versión vulnerable y de fallo del ataque en la endurecida, con explicación correcta del mecanismo defensivo (HSTS impide el…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mitmproxy no ve tráfico — Falta el REDIRECT de iptables o ipforward; revisa NAT y reenvío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navegador muestra advertencia de certificado — Es la defensa funcionando; sin la CA del atacante instalada, TLS rechaza el MitM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SSL stripping no funciona — El sitio usa HSTS/preload; ese es precisamente el resultado esperado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víctima pierde conexión — Reenvío mal configurado; verifica que retransmites el tráfico interceptado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puedes modificar HTTPS — El cifrado lo impide sin un certificado de confianza; no es un fallo, es seguridad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¿HTTPS elimina el riesgo de MitM?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 reduce enormemente si está bien implementado (certificados válidos, HSTS, TLS moderno). El riesgo residual viene de usuarios que ignoran advertencias o de CAs comprometidas; el pinning cubre esos…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exactamente SSL stripping?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ataque que impide que la víctima llegue a establecer HTTPS, manteniéndola en HTTP con el atacante en medio. HSTS lo neutraliza porque el navegador exige HTTPS de antemano.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que soy víctima de un MitM?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Advertencias de certificado inesperadas, cambios en la MAC del gateway, degradación a HTTP en sitios que deberían ser HTTPS, o certificados emitidos por CAs raras.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mejor defensa personal en WiFi público?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— Man-in-the-Middle Attack. &lt;https://owasp.org/www-community/attacks/Manipulator-in-the-middleattack&gt;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mitmproxy documentation. &lt;https://docs.mitmproxy.org/&gt;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6797 — HTTP Strict Transport Security (HSTS). &lt;https://www.rfc-editor.org/rfc/rfc6797&gt;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Adversary-in-the-Middle (T1557). &lt;https://attack.mitre.org/techniques/T1557/&gt;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c4a0d78ac1836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25" y="1097280"/>
            <a:ext cx="754054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