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027 — Análisis de tráfico: filtros, seguimiento de flujos y estadísticas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Dominar el lenguaje de filtros de visualización de Wireshark, el seguimiento de flujos (Follow Stream) y las herramientas estadísticas para pasar de miles de paquetes a una respuesta en segundos. El alumno aprenderá a formular preguntas precisas sobre una captura y a responderlas con expresiones y vistas agregadas.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filtros de visualización complejos con operadores lógicos y de comparación.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Seguir un flujo TCP/UDP/HTTP y leer el diálogo cliente-servidor reconstruido.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Cuantificar conversaciones y endpoints con las tablas de estadísticas.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anomalías con Expert Information y el gráfico de I/O.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Medir latencia y round-trip time a partir de las marcas de tiempo.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Automatizar filtros equivalentes en tshark para procesamiento por lotes.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Sintaxis de filtros de visualización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Operadores y campos de protocolo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Follow TCP/UDP/HTTP/TLS Stream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Estadísticas: Conversations y Endpoints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Jerarquía de protocolos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Expert Information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I/O Graph y RTT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Filtro de visualización: expresión booleana sobre campos disecados (ip.addr == 10.0.0.5 &amp;&amp; tcp.port == 443). No altera la captura, solo la vista.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Flujo (stream): conjunto de paquetes de una misma conversación identificada por tcp.stream o udp.stream. Follow Stream reensambla su carga útil.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Conversación: par de endpoints que intercambian paquetes; la tabla suma bytes, paquetes y duración.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Retransmisión: reenvío de un segmento TCP no confirmado; señal de pérdida o congestión.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Duplicate ACK: ACKs repetidos que indican huecos en la secuencia; preludio de retransmisión rápida.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RTT (Round-Trip Time): tiempo entre un segmento y su ACK; base para medir latencia.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4.x y su binario de consola tshark.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captura de práctica con varios flujos. Puedes generar una así en tu laboratorio: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tcpdump -i eth0 -w /tmp/lab027.pcapng &amp;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curl http://192.168.56.101/ ; dig @192.168.56.1 example.com ; ping -c3 192.168.56.1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pkill tcpdump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 de campos: &lt;https://www.wireshark.org/docs/dfref/&gt;.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Abre lab027.pcapng. Aplica el filtro dns y observa consultas y respuestas.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Filtra por método HTTP: http.request.method == "GET".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Combina condiciones: ip.addr == 192.168.56.101 &amp;&amp; tcp.flags.syn == 1 &amp;&amp; tcp.flags.ack == 0 para ver intentos de conexión salientes.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Sobre un paquete HTTP, clic derecho → Follow → HTTP Stream. Lee petición y respuesta reensambladas (cliente en rojo, servidor en azul).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Cambia a Follow → TCP Stream del mismo flujo para ver bytes crudos y el tcp.stream asociado.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Abre Estadísticas → Conversaciones. Ordena por bytes; marca "Limit to display filter" para acotar.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Abre Estadísticas → Jerarquía de protocolos y anota el porcentaje de cada protocolo.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 filtro que muestre solo tráfico TLS handshake (tls.handshake.type == 1).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Encuentra todas las conversaciones que superen 100 KB y anótalas.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tcp.analysis.flags para listar todos los eventos de análisis de la captura.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Follow HTTP Stream, extrae el Server: de la respuesta de un sitio.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el RTT medio de un flujo añadiendo la columna tcp.analysis.ackrtt.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Reproduce la tabla de Endpoints en consola: tshark -r lab027.pcapng -q -z endpoints,ip.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Dada una captura con al menos 5 conversaciones, entrega un informe corto (media página) que identifique: la conversación con más bytes, el número de retransmisiones totales, el protocolo de aplicación dominante y una captura de pantalla del I/O Graph. Adjunta también el comando tshark que usaste para verificar el conteo de retransmisiones.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los números del informe coinciden con los que el revisor obtiene al aplicar tcp.analysis.retransmission y abrir la tabla de Conversaciones sobre la misma captura.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Campo del filtro en rojo — Sintaxis o nombre de campo inválido; consulta el Display Filter Reference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Follow Stream muestra basura — Es tráfico cifrado (TLS); necesitas las claves de sesión para descifrar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Muchas "retransmisiones" falsas — Capturaste en el emisor con offloading; puede ser reordenamiento, no pérdida real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Estadísticas vacías — Tienes un filtro de visualización que no aplicaste o "Limit to display filter" activo sin coincidencias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tshark no encuentra campos — Nombre de campo mal escrito; usa tshark -G fields \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¿ip.addr == x o ip.src == x?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ip.addr coincide si x es origen o destino; ip.src/ip.dst fijan la dirección. Ojo con la negación: usa !(ip.addr == x) en lugar de ip.addr != 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descifrar TLS en Follow Stream?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Sí, si dispones del archivo de claves (variable SSLKEYLOGFILE en el cliente) o de la clave privada RSA sin PFS. Se configura en Preferencias → Protocols → TLS.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hay entre Conversations y Endpoints?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Conversations agrupa por pares (A↔B); Endpoints agrupa por host individual con su total de tráfico.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cuento paquetes que cumplen un filtro sin abrir la GUI?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Sanders, C. Practical Packet Analysis, 3rd ed., cap. 5–6. No Starch Press.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Display Filter Reference. &lt;https://www.wireshark.org/docs/dfref/&gt;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tshark man page. &lt;https://www.wireshark.org/docs/man-pages/tshark.html&gt;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Statistics docs. &lt;https://www.wireshark.org/docs/wsughtmlchunked/ChStatistics.html&gt;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