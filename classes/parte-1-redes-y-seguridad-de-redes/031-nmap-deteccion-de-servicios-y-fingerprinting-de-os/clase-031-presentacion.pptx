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031 — Nmap: detección de servicios y fingerprinting de OS</a:t>
            </a:r>
          </a:p>
          <a:p>
            <a:r>
              <a:rPr sz="1600">
                <a:solidFill>
                  <a:srgbClr val="2E8B57"/>
                </a:solidFill>
              </a:rPr>
              <a:t>parte 1 redes y seguridad de redes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Ir más allá de "puerto abierto" para saber qué servicio corre, en qué versión y sobre qué sistema operativo. El alumno aprenderá la detección de versiones (-sV), el fingerprinting de OS (-O), su…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detección de versión de servicios y ajustar su intensidad.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Realizar fingerprinting de sistema operativo e interpretar el porcentaje de acierto.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Leer los campos de servicio (producto, versión, extrainfo, CPE).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una versión detectada con vulnerabilidades conocidas (CVE) de forma responsable.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Combinar -sV, -O y scripts en un escaneo integral (-A).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las limitaciones y falsos positivos del fingerprinting.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Detección de versión (-sV)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Intensidad de sondeo (--version-intensity)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nmap-service-probes y CPE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OS fingerprinting (-O)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Fiabilidad y --osscan-guess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Escaneo agresivo (-A)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 versión a vulnerabilidad (CVE/CPE)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Saber que el 8080 está abierto no permite decidir nada. Saber que ahí corre un Apache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Tomcat 9.0.30 sí, porque eso ya se puede cruzar con un catálogo de vulnerabilidades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conocidas y con la política de parches de la organización. La detección de versión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(-sV) es el paso que convierte un mapa de puertos en un inventario accionable, y su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mecánica es más sencilla de lo que parece: Nmap se conecta al puerto, escucha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banner que muchos servicios envían sin que nadie se lo pida, y si eso no basta empieza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 enviar sondas del fichero nmap-service-probes, cada una diseñada para provocar una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 de versión (-sV): Nmap envía sondas específicas y compara las respuestas con la base nmap-service-probes para identificar producto y versión exacta.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CPE (Common Platform Enumeration): identificador estandarizado (cpe:/a:apache:httpserver:2.4.41) que Nmap emite y que enlaza con bases de vulnerabilidades.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 fingerprinting (-O): analiza detalles de la pila TCP/IP (ISN, opciones, tamaño de ventana, TTL) para inferir el sistema operativo.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Intensidad de versión (0–9): controla cuántas sondas se lanzan; mayor intensidad = más precisión y más ruido.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Fiabilidad de OS: porcentaje que expresa cuán segura es la coincidencia; por debajo de cierto umbral Nmap muestra varias conjeturas.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-sV — Detección de versión de servicio mediante banners y sondas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Banner — Texto de presentación que muchos servicios envían al conectar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nmap-service-probes — Base de sondas y expresiones regulares de identificación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--version-intensity — Número de sondas a lanzar (0 = mínimo, 9 = exhaustivo)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CPE — Identificador normalizado de plataforma (cpe:/a:apache:tomcat:9.0.30)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NVD — Base de datos nacional de vulnerabilidades; indexa CVE por CPE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Nmap 7.x con privilegios (el fingerprinting de OS requiere raw sockets).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Objetivos variados en el laboratorio: un Linux con SSH/HTTP, un Windows, un servicio en versión antigua (contenedor deliberadamente desactualizado, aislado).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searchsploit / base local de CVE para correlacionar versiones.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 de versión básica: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Aumenta intensidad para servicios difíciles: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 de 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Fuerza conjeturas cuando no hay coincidencia exacta: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agresivo (versión + OS + scripts por defecto + traceroute):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Limita a puertos abiertos conocidos para ir más rápido: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los CPE de la salida XML: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 un servicio y anota producto, versión y CPE exacto.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-O con y sin --osscan-guess en un host difícil de identificar.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-A y clasifica qué información aporta cada sección de la salida.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por qué la detección de OS necesita al menos un puerto abierto y uno cerrado.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 CPE detectado y busca (sin explotar) CVEs asociados en NVD.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Ajusta --version-intensity de 0 a 9 sobre el mismo host y compara resultados y ruido.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inventario de servicios de un host de laboratorio con producto, versión y CPE, y añade una columna "riesgo potencial" citando al menos un CVE público asociado a una de las versiones…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las versiones y CPE coinciden con un reescaneo del revisor, y el CVE citado corresponde realmente a la versión reportada según NVD.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-O no identifica el OS — Falta un puerto cerrado o el host filtra; usa --osscan-guess o abre el alcance de puertos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Versión aparece como "tcpwrapped" — El servicio cierra la conexión tras el handshake; suele indicar filtrado o control de acceso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-sV muy lento — Intensidad alta o muchos puertos; baja intensidad o limita con -p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CPE ausente — Nmap no reconoció el producto; sube intensidad o revisa manualmente el banner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 reportado con baja fiabilidad — Pila TCP/IP atípica (NAT, dispositivos embebidos); toma el resultado como conjetura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¿-sV explota el servicio?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Solo envía sondas benignas y compara banners/respuestas. No intenta comprometer nada.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confiar al 100% en la versión detectada?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siempre. Los banners pueden estar ofuscados o modificados. Trátalo como una hipótesis fuerte, verificable con más pruebas.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el OS a veces sale como varias opciones?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Cuando ninguna huella supera el umbral de fiabilidad, Nmap lista las candidatas más probables. Dispositivos tras NAT o embebidos complican la identificación.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gano con el CPE?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Lyon, G. Nmap Network Scanning, cap. "Service and Application Version Detection" y "OS Detection". &lt;https://nmap.org/book/vscan.html&gt;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Nmap OS Detection. &lt;https://nmap.org/book/osdetect.html&gt;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CPE Dictionary (NIST). &lt;https://nvd.nist.gov/products/cpe&gt;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NVD — National Vulnerability Database. &lt;https://nvd.nist.gov/&gt;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a5a6140c269828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340" y="1097280"/>
            <a:ext cx="2581319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