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034 — Firewalls: tipos, iptables y nftables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los tipos de firewall (sin estado, con estado, de aplicación) y construir conjuntos de reglas reales en Linux con iptables y su sucesor nftables. El alumno aprenderá a filtrar tráfico por…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firewalls sin estado, con estado y de capa de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arquitectura de netfilter (tablas, cadenas, hooks).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una política por defecto-denegar con excepciones controladas.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conntrack para permitir tráfico de conexiones establecidas.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Traducir reglas entre iptables y nftables.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Persistir, registrar y auditar el conjunto de reglas.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Tipos de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Arquitectura netfilter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Tablas y cadenas (filter, nat)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Estados de conexión (conntrack)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Política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nftables vs. iptables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Persistencia y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firewall sin estado juzga cada paquete por separado: mira direcciones, puertos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flags, y decide. Suena razonable hasta que intentas escribir una regla para "permitir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mis usuarios naveguen". Sin estado necesitas dos reglas —salida al 443 y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desde el 443— y esa segunda regla abre un agujero enorme, porque cualquier atacante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ponga el 443 como puerto de origen atraviesa tu filtro. Un firewall con estado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cambio recuerda las conexiones que ha visto nacer, y por eso puede expresar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intención real: "permite lo que salga y lo que sea respuesta a algo que salió".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sin estado: filtra cada paquete de forma aislada según cabeceras; simple pero incapaz de relacionar paquetes de una misma conexión.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con estado (stateful): mantiene una tabla de conexiones (conntrack) y decide en función del estado (NEW, ESTABLISHED, RELATED); es el estándar actual.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de aplicación (proxy/WAF): inspecciona la capa 7; entiende HTTP, SQL, etc. y filtra por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(chain): lista ordenada de reglas asociada a un hook de netfilter (INPUT, OUTPUT, FORWARD).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 por defecto: acción cuando ninguna regla coincide. La postura segura es DROP en INPUT/FORWARD.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nftables: framework moderno del kernel que reemplaza iptables/ip6tables/arptables/ebtables con una sintaxis unificada y mejor rendimiento.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sin estado — Juzga cada paquete de forma aislada; exige reglas de vuelta inseguras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con estado — Recuerda las conexiones vistas y permite sus respuestas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conntrack — Subsistema del kernel Linux que sigue el estado de las conexiones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NEW — Paquete que inicia una conexión nueva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ESTABLISHED — Paquete perteneciente a una conexión ya aceptada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RELATED — Tráfico asociado a otra conexión (datos de FTP, ICMP correspondiente)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iptables y nftables: sudo apt install iptables nftables.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conntrack-tools para inspeccionar conexiones: sudo apt install conntrack.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iptables-persistent (Debian/Ubuntu) o servicio nftables.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Practica en una VM: una regla mal hecha puede dejarte sin SSH.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iptables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reglas actuales: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Permitir loopback y conexiones establecidas (siempre primero):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Permitir SSH y HTTP entrantes: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Registrar y denegar el resto: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Inspecciona conexiones: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Persistir: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tabla y cadena con política drop: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equivalentes: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el ruleset y persistir: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por defecto-denegar que solo permita SSH desde una subred concreta (-s 192.168.56.0/24).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una regla que limite la tasa de nuevas conexiones SSH (-m limit o ct count) para mitigar 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Traduce tu conjunto de reglas de iptables a nftables y verifica que se comportan igual.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logging solo para paquetes denegados y localiza las entradas en journalctl -k.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 todo el tráfico saliente salvo DNS y HTTP/HTTPS (política OUTPUT restrictiva).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conntrack -E para observar en vivo la creación y cierre de conexiones.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en una VM un firewall stateful con política por defecto-denegar en INPUT que permita: loopback, conexiones establecidas, SSH solo desde tu subred de laboratorio y HTTP desde cualquier…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desde otra VM, nmap -Pn muestra 22 (solo desde la subred autorizada) y 80 abiertos y el resto filtered; los intentos denegados aparecen en el log del kernel.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 quedas sin SSH al aplicar -P INPUT DROP — No permitiste established/SSH antes de la política; añade esas reglas primero y usa un at de rescate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se pierden al reiniciar — No persististe; usa netfilter-persistent save o /etc/nftables.conf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orden de las reglas no funciona — Las cadenas se evalúan de arriba a abajo; coloca los ACCEPT específicos antes del DROP general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iptables y nftables se pisan — Ambos activos a la vez; en sistemas modernos usa solo nftables (iptables suele ser el backend nft)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Logging llena el disco — Sin límite de tasa en LOG; añade -m limit --limit 5/min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¿iptables está obsoleto?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 siendo reemplazado por nftables, que es el framework recomendado. En muchas distros iptables ya es un frontend sobre nftables. Aprende ambos: verás iptables en sistemas heredados.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conntrack y por qué importa?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el subsistema de seguimiento de conexiones. Permite escribir reglas simples ("permite lo establecido") en lugar de reglas espejo para cada dirección del tráfico.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va la política por defecto?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final. Primero los ACCEPT específicos y las reglas de established; la última palabra es DROP para todo lo no permitido.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firewall de host reemplaza al perimetral?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netfilter/iptables project. &lt;https://www.netfilter.org/&gt;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nftables wiki. &lt;https://wiki.nftables.org/&gt;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Arch Wiki — nftables. &lt;https://wiki.archlinux.org/title/Nftables&gt;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pages: iptables(8), nft(8), conntrack(8).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b82eb32bf5b9f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827" y="1097280"/>
            <a:ext cx="6034346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