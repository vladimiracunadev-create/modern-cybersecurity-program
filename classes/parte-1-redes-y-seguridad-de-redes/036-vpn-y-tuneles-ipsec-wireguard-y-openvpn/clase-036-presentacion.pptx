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036 — VPN y túneles: IPsec, WireGuard y OpenVPN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Comprender cómo funcionan las redes privadas virtuales y los túneles cifrados, y configurar los tres más usados: WireGuard (moderno y simple), OpenVPN (flexible y probado) e IPsec (estándar para…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la diferencia entre VPN de acceso remoto y site-to-site, y entre túnel y transporte.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Configurar un túnel WireGuard punto a punto con claves y AllowedIPs.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Desplegar un servidor OpenVPN con certificados (PKI).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las fases de IPsec (IKE, ESP) y sus modos.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Verificar el cifrado con captura de paquetes.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Evaluar ventajas, rendimiento y superficie de ataque de cada opción.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Conceptos: VPN, túnel, encapsulación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Acceso remoto vs. site-to-site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WireGuard: criptografía moderna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OpenVPN: PKI y TLS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IPsec: IKE, ESP, AH, modos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Enrutamiento y AllowedIPs/split tunnel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Verificación y hardening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idea que sostiene toda VPN es la encapsulación: coger un paquete IP completo,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cifrarlo, y meterlo como carga útil dentro de otro paquete IP que viaja por la red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pública. El paquete exterior lleva las direcciones de los dos extremos del túnel y no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revela nada de lo que transporta; el interior, con las direcciones reales de origen 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destino, viaja protegido. Cuando el paquete llega al otro extremo, se descifra y 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reinyecta como si hubiera nacido en esa red. Eso es lo que crea la ilusión de que dos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redes separadas por Internet son una sola red privada.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Túnel: encapsulación de paquetes dentro de otros para atravesar una red intermedia, normalmente cifrando la carga.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WireGuard: VPN moderna en el kernel Linux; usa criptografía fija y opinada (Curve25519, ChaCha20-Poly1305, BLAKE2s) y config mínima. Muy rápida.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OpenVPN: VPN en espacio de usuario sobre TLS; muy flexible (TCP/UDP, certificados, usuario/clave) y ampliamente soportada.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IPsec: conjunto de protocolos (IKE para negociar claves, ESP para cifrar) estandarizado en RFC 4301; base de la mayoría de VPN site-to-site empresariales.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AllowedIPs (WireGuard): define qué rangos se enrutan por el túnel y qué IP de origen se aceptan del peer; determina el "split tunnel".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PFS (Perfect Forward Secrecy): propiedad por la que comprometer una clave no revela sesiones pasadas; aportada por el intercambio efímero de claves.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VPN — Red privada extendida sobre una infraestructura pública mediante cifrado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Túnel — Encapsulación de un paquete dentro de otro para atravesar una red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Acceso remoto — Túnel de un usuario individual hacia la red de la organización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Site-to-site — Túnel entre dos redes completas, gateway a gateway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WireGuard — VPN moderna en kernel, con criptografía fija y configuración mínima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AllowedIPs — En WireGuard, destinos enrutados y orígenes aceptados por par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WireGuard: sudo apt install wireguard.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OpenVPN + easy-rsa: sudo apt install openvpn easy-rsa.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IPsec: strongswan (sudo apt install strongswan).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Dos VMs de laboratorio en redes distintas (o una red que las separe) para probar el túnel.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WireGuard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claves en cada peer: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el servidor /etc/wireguard/wg0.conf: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el cliente análogamente con AllowedIPs = 10.10.0.0/24 y Endpoint = &lt;ip-servidor&gt;:51820.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Levanta el túnel en ambos y verifica: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Confirma que cifra: captura en la interfaz física y verifica que ves UDP/51820 con payload cifrado (ESP-like), no el ICMP en claro: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OpenVPN e IPsec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OpenVPN — PKI mínima con easy-rsa: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server.conf (puerto 1194/udp, dev tun, cifrado AES-GCM) y arranca sudo openvpn --config server.conf.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IPsec con strongSwan (site-to-site, esquema): edita /etc/ipsec.conf con ikev2, esp=aes256-sha256, define leftsubnet/rightsubnet, y levanta con sudo ipsec up &lt;conexion&gt;.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Monta un túnel WireGuard entre dos VMs y demuestra con tcpdump que el tráfico interno viaja cifrado.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split tunnel en WireGuard para que solo una subred concreta pase por la VPN.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OpenVPN, revoca un certificado de cliente y verifica que ya no puede conectar (CRL).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el tamaño de la configuración y el handshake de WireGuard vs. OpenVPN.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Explica, capturando con Wireshark, las fases IKE de una negociación IPsec.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 un firewall (clase 034) que solo permita el puerto de la VPN y bloquee el resto.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Despliega un túnel funcional (WireGuard u OpenVPN) entre dos VMs de laboratorio en subredes distintas, de modo que puedan alcanzarse por la IP interna del túnel. Entrega: los archivos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ping entre IPs internas funciona, la captura en la interfaz física no muestra el contenido en claro, y las claves privadas tienen permisos 600 (nunca incluidas en la…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WireGuard no pasa tráfico — AllowedIPs mal definido o falta habilitar ipforward; revisa rutas y sysctl net.ipv4.ipforward=1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"handshake did not complete" — Clave pública equivocada, reloj desincronizado o firewall bloquea el puerto UDP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OpenVPN "TLS handshake failed" — Certificados mal generados o CA no confiable; regenera la PKI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túnel sube pero no hay conectividad — Falta NAT/masquerade en el servidor o firewall bloquea el tun; añade regla POSTROUTING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IPsec no cifra la subred esperada — leftsubnet/rightsubnet incorrectos; ajusta las políticas de tráfico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¿WireGuard o OpenVPN?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WireGuard es más simple, rápido y con menor superficie de código; ideal para nuevos despliegues. OpenVPN es más flexible y compatible con entornos que exigen TCP/443 o autenticación por usuario.…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¿Una VPN me hace anónimo?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Cifra el tráfico entre tus extremos y desplaza la confianza al proveedor de la VPN. No es anonimato; para eso hay otras herramientas y consideraciones.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un split tunnel?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Configuración donde solo parte del tráfico (ciertas subredes) va por la VPN y el resto sale directo. Se controla con las rutas y AllowedIPs.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importa PFS?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WireGuard whitepaper y docs. &lt;https://www.wireguard.com/&gt;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OpenVPN Community docs. &lt;https://openvpn.net/community-resources/&gt;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4301 — Security Architecture for the Internet Protocol (IPsec). &lt;https://www.rfc-editor.org/rfc/rfc4301&gt;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strongSwan documentation. &lt;https://docs.strongswan.org/&gt;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e79fbc1b3809ec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55264"/>
            <a:ext cx="8229600" cy="9875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