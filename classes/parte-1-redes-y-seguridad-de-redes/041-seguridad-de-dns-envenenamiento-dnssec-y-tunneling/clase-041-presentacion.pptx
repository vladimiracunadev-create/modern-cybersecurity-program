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041 — Seguridad de DNS: envenenamiento, DNSSEC y tunneling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Estudiar la seguridad del DNS: cómo se falsifican respuestas (cache poisoning, spoofing), cómo DNSSEC garantiza integridad y autenticidad, y cómo el DNS se abusa como canal encubierto (tunneling y exfiltración). El alumno aprenderá a detectar y mitigar estos abusos.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resolución DNS y sus puntos de confianza.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el cache poisoning y el ataque de Kaminsky.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y validar DNSSEC en un resolver.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DNS tunneling y exfiltración por DNS.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tráfico DNS anómalo (entropía, longitud, frecuencia).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defensas: DNSSEC, DoT/DoH, filtrado y monitoreo.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Resolución DNS y jerarquía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Spoofing y cache poisoning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Ataque de Kaminsky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DNSSEC (RRSIG, DNSKEY, DS)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DNS tunneling y exfiltración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DoT / DoH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Detección y filtrado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Cache poisoning: inyección de registros falsos en la caché de un resolver para que devuelva IPs controladas por el atacante.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Ataque de Kaminsky: técnica que explotaba la baja entropía del ID de transacción y del puerto para envenenar cachés rápidamente; motivó la aleatorización de puerto de origen y DNSSEC.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DNSSEC: extensiones que firman criptográficamente los registros (RRSIG) con claves (DNSKEY) encadenadas por registros DS hasta la raíz; garantiza integridad y autenticidad, no confidencialidad.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tunneling: encapsulación de datos arbitrarios en consultas/respuestas DNS para crear un canal (exfiltración o C2) que atraviesa firewalls que permiten DNS.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DoT / DoH: DNS sobre TLS / sobre HTTPS; cifran la consulta para proteger la privacidad frente a observadores en la 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dig / delv para consultas y validación DNSSEC.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BIND9 o unbound como resolver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iodine o dnscat2 para practicar tunneling (en laboratorio).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Zeek/Suricata (clases 035/044) para detección.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 una resolución completa y sus servidores: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dig +trace example.com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Valida DNSSEC de un dominio firmado: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dig +dnssec example.com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delv example.com          # muestra "fully validated" si la cadena es correcta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 resolver validante (unbound) con auto-trust-anchor-file apuntando a la raíz y verifica que rechaza respuestas manipuladas.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Simula spoofing en laboratorio: con dos resolvers (uno sin DNSSEC y otro con validación), inyecta una respuesta falsa y compara: el validante la descarta.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dig +dnssec sobre un dominio firmado y uno sin firmar; identifica los registros RRSIG.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DNSSEC no cifra las consultas y qué protocolo sí lo hace (DoT/DoH).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 paso a paso el ataque de Kaminsky y las dos mitigaciones que lo frenaron.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una captura, calcula la longitud media de los nombres consultados y detecta un posible túnel.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DoH en un navegador y verifica con Wireshark que las consultas ya no van en claro.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cómo Zeek registra las consultas DNS (dns.log) y qué campos ayudan a detectar tunneling.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 un resolver con validación DNSSEC y demuestra que rechaza una respuesta falsificada que un resolver sin validación aceptaría (usa dos dominios/servidores de laboratorio). Adicionalmente, genera tráfico de DNS tunneling en tu laboratorio y entrega un método reproducible (comando/consulta) que lo detecte por longitud o entropía de los nombres.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resolver validante marca la respuesta manipulada como bogus mientras el no validante la acepta; y tu método de detección señala correctamente el tráfico de túnel frente al DNS legítimo.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dig +dnssec no muestra RRSIG — El dominio no está firmado o el resolver no reenvía DNSSEC; usa uno que lo soporte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delv devuelve "insecure" — El dominio no tiene cadena de confianza; es esperado en dominios sin firmar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DNSSEC "bogus" en dominios legítimos — Trust anchor desactualizado o reloj desincronizado; actualiza el ancla y sincroniza NTP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iodine no levanta el túnel — Registros NS/A del dominio de delegación mal configurados; revisa la delegación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detectas el tunneling — Solo miras el tamaño; combina longitud, entropía, tipo de registro y frecuencia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¿DNSSEC cifra mis consultas DNS?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DNSSEC garantiza integridad y autenticidad (que la respuesta no fue alterada y proviene de quien dice), pero las consultas siguen viajando en claro. Para confidencialidad usa DoT o DoH.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el DNS es un buen canal de exfiltración?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casi todas las redes permiten DNS saliente y pocas lo inspeccionan a fondo. Codificando datos en subdominios se crea un canal que atraviesa muchos firewalls.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¿DoH mejora o empeora la seguridad?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Mejora la privacidad frente a observadores, pero dificulta el filtrado y monitoreo corporativo del DNS. Es un equilibrio: bueno para el usuario, reto para el defensor.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detecto DNS tunneling sin DNSSEC ni DoH?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4033 — DNS Security Introduction and Requirements (DNSSEC). &lt;https://www.rfc-editor.org/rfc/rfc4033&gt;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1035 — Domain Names, Implementation and Specification. &lt;https://www.rfc-editor.org/rfc/rfc1035&gt;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 Flag Day / DNSSEC. &lt;https://dnssec-analyzer.verisignlabs.com/&gt;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— Detecting DNS Tunneling. &lt;https://www.sans.org/white-papers/&gt;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