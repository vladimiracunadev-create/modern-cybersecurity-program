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041 — Seguridad de DNS: envenenamiento, DNSSEC y tunneling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Estudiar la seguridad del DNS: cómo se falsifican respuestas (cache poisoning, spoofing), cómo DNSSEC garantiza integridad y autenticidad, y cómo el DNS se abusa como canal encubierto (tunneling y…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resolución DNS y sus puntos de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el cache poisoning y el ataque de Kaminsky.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y validar DNSSEC en un resolver.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DNS tunneling y exfiltración por 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tráfico DNS anómalo (entropía, longitud, frecuencia).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defensas: DNSSEC, DoT/DoH, filtrado y monitoreo.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Resolución DNS y jerarquía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Spoofing y cache poisoning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Ataque de Kaminsky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DNSSEC (RRSIG, DNSKEY, DS)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DNS tunneling y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DoT / DoH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y filtrado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DNS traduce nombres en direcciones, y esa función tan modesta lo convierte en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confianza del que cuelga toda la navegación: quien controla la respuesta DNS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decide a qué servidor te conectas realmente, por muy bien que escribas el nombre.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problema de origen es que el DNS clásico viaja sobre UDP sin autenticación, así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resolver acepta la primera respuesta que encaje con su pregunta sin comprobar quién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envía. Entender la jerarquía —raíz, TLD, servidor autoritativo del dominio, y el resolver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recursivo que hace las preguntas por ti y cachea lo que aprende— es lo que permite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Cache poisoning: inyección de registros falsos en la caché de un resolver para que devuelva IPs controladas por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 de Kaminsky: técnica que explotaba la baja entropía del ID de transacción y del puerto para envenenar cachés rápidamente; motivó la aleatorización de puerto de origen y DNSSEC.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DNSSEC: extensiones que firman criptográficamente los registros (RRSIG) con claves (DNSKEY) encadenadas por registros DS hasta la raíz; garantiza integridad y autenticidad, no confidencialidad.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tunneling: encapsulación de datos arbitrarios en consultas/respuestas DNS para crear un canal (exfiltración o C2) que atraviesa firewalls que permiten 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DoT / DoH: DNS sobre TLS / sobre HTTPS; cifran la consulta para proteger la privacidad frente a observadores en la 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Resolver recursivo — Servidor que resuelve consultas por el cliente y cachea el resultado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Servidor autoritativo — El que tiene la verdad de una zona DNS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TTL — Tiempo que una respuesta permanece en caché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Cache poisoning — Inyectar una respuesta falsa en la caché de un resolver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 de Kaminsky — Técnica que multiplicó las opciones de envenenar una caché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Aleatorización de puerto — Mitigación que amplió el espacio a adivinar del atacante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/ delv para consultas y validación DNSSEC.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BIND9 o unbound como resolver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iodine o dnscat2 para practicar tunneling (en laboratorio).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Zeek/Suricata (clases 035/044) para detección.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una resolución completa y sus servidores: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DNSSEC de un dominio firmado: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resolver validante (unbound) con auto-trust-anchor-file apuntando a la raíz y verifica que rechaza respuestas manipuladas.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spoofing en laboratorio: con dos resolvers (uno sin DNSSEC y otro con validación), inyecta una respuesta falsa y compara: el validante la descarta.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tunneling con iodine (esquema, en tu laboratorio): levanta el servidor iodined en un dominio de pruebas y conecta el cliente iodine; observa el túnel encapsulado en consultas.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Detección: captura tráfico DNS y busca indicadores de tunneling: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Nombres largos, alta entropía y muchas consultas TXT/NULL son sospechosos.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dig +dnssec sobre un dominio firmado y uno sin firmar; identifica los registros RRSIG.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DNSSEC no cifra las consultas y qué protocolo sí lo hace (DoT/DoH).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paso a paso el ataque de Kaminsky y las dos mitigaciones que lo frenaron.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una captura, calcula la longitud media de los nombres consultados y detecta un posible túnel.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DoH en un navegador y verifica con Wireshark que las consultas ya no van en claro.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Zeek registra las consultas DNS (dns.log) y qué campos ayudan a detectar tunneling.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resolver con validación DNSSEC y demuestra que rechaza una respuesta falsificada que un resolver sin validación aceptaría (usa dos dominios/servidores de laboratorio). Adicionalmente, genera…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resolver validante marca la respuesta manipulada como bogus mientras el no validante la acepta; y tu método de detección señala correctamente el tráfico de túnel frente al…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+dnssec no muestra RRSIG — El dominio no está firmado o el resolver no reenvía DNSSEC; usa uno que lo soporte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delv devuelve "insecure" — El dominio no tiene cadena de confianza; es esperado en dominios sin firmar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 "bogus" en dominios legítimos — Trust anchor desactualizado o reloj desincronizado; actualiza el ancla y sincroniza NTP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iodine no levanta el túnel — Registros NS/A del dominio de delegación mal configurados; revisa la delegación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detectas el tunneling — Solo miras el tamaño; combina longitud, entropía, tipo de registro y frecuencia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¿DNSSEC cifra mis consultas DNS?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DNSSEC garantiza integridad y autenticidad (que la respuesta no fue alterada y proviene de quien dice), pero las consultas siguen viajando en claro. Para confidencialidad usa DoT o DoH.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DNS es un buen canal de exfiltración?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casi todas las redes permiten DNS saliente y pocas lo inspeccionan a fondo. Codificando datos en subdominios se crea un canal que atraviesa muchos firewalls.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¿DoH mejora o empeora la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Mejora la privacidad frente a observadores, pero dificulta el filtrado y monitoreo corporativo del DNS. Es un equilibrio: bueno para el usuario, reto para el defensor.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DNS tunneling sin DNSSEC ni DoH?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4033 — DNS Security Introduction and Requirements (DNSSEC). &lt;https://www.rfc-editor.org/rfc/rfc4033&gt;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1035 — Domain Names, Implementation and Specification. &lt;https://www.rfc-editor.org/rfc/rfc1035&gt;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Flag Day / DNSSEC. &lt;https://dnssec-analyzer.verisignlabs.com/&gt;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— Detecting DNS Tunneling. &lt;https://www.sans.org/white-papers/&gt;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38dc86e2ac64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03220"/>
            <a:ext cx="8229600" cy="1691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