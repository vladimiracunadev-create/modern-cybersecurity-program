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045 — NetFlow y análisis de metadatos de tráfico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la parte con el análisis de metadatos de flujo (NetFlow/IPFIX/sFlow): resúmenes de conexiones que permiten monitorizar redes enormes con un coste mínimo de almacenamiento, detectar anomalías (escaneos, DDoS, exfiltración, beaconing) y responder preguntas de visibilidad a escala que la captura completa no puede afrontar.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qué es un flujo y qué campos contiene un registro NetFlow/IPFIX.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NetFlow, IPFIX y sFlow, y el modelo exportador/colector.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Recolectar y consultar flujos con herramientas (nfdump/nfcapd, SiLK).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patrones anómalos (escaneos, DDoS, beaconing, exfiltración) en los flujos.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el análisis de metadatos con el de contenido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monitoreo de flujo para una red de tamaño medio.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Concepto de flujo (5-tupla)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NetFlow v5/v9, IPFIX, sFlow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Arquitectura exportador/colector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nfdump / SiLK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Detección de anomalías por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Beaconing y C2 en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Metadatos vs. full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(flow): secuencia unidireccional de paquetes que comparten la 5-tupla (IP origen/destino, puertos, protocolo) en un intervalo; se resume en un registro con bytes, paquetes, marcas de tiempo y flags.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NetFlow: tecnología de Cisco para exportar registros de flujo; v9 es basada en plantillas y IPFIX es su estandarización IETF.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sFlow: muestreo de paquetes (no flujos completos) exportado por switches; útil para estadísticas a gran escala con bajo coste.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Exportador/colector: el router/switch exporta los flujos; un colector (nfcapd, SiLK) los recibe y almacena para consulta.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Beaconing: patrón de conexiones regulares y periódicas hacia un mismo destino, típico de malware que "llama a casa" (C2).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nfdump/nfcapd (colector y consulta de NetFlow): sudo apt install nfdump.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SiLK (System for Internet-Level Knowledge) para análisis avanzado.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softflowd o fprobe para generar NetFlow a partir de tráfico si no tienes un router que lo exporte.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pcap o tráfico en vivo de laboratorio.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NetFlow desde tráfico en vivo con softflowd apuntando a un colector local: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softflowd -i eth0 -n 127.0.0.1:9995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 con nfcapd: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nfcapd -w -D -l /tmp/flows -p 9995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los flujos con nfdump: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nfdump -R /tmp/flows -o extended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Top talkers (quién genera más tráfico):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los cinco pares de hosts que más bytes intercambiaron en tu captura de flujos.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escaneo horizontal (una IP contra muchas) en los flujos y descríbelo.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se vería un ataque DDoS volumétrico en los metadatos de flujo.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un patrón de beaconing y argumenta por qué la regularidad temporal es sospechosa.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tamaño en disco de los flujos frente al pcap equivalente y comenta el ahorro.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qué campos de flujo alimentarías a un SIEM para alertas de anomalía de 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flujos NetFlow de tu laboratorio que incluyan tráfico normal más una actividad anómala que tú introduzcas (un escaneo con Nmap o una transferencia grande hacia un destino externo simulado). Usando solo los metadatos de flujo (sin abrir el pcap), detecta y caracteriza la anomalía: IP implicada, tipo de comportamiento y evidencia (consulta nfdump). Entrega los comandos y la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identificas correctamente la actividad anómala a partir de los flujos (no del contenido), la caracterizas (escaneo/exfiltración/beaconing) y aportas la consulta nfdump que la evidencia, coincidiendo con lo que tú introdujiste.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nfcapd no recibe flujos — Puerto/host del exportador no coincide; verifica que softflowd apunta al mismo ip:puerto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Flujos incompletos o cortados — Timeouts de flujo mal ajustados; configura los active/inactive timeouts del exportador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distingues escaneo de tráfico normal — Falta filtrar por paquetes/bytes bajos y muchos destinos; refina la consulta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sin el detalle que necesitas — Los flujos no llevan payload; para el contenido recurre al full content (pcap)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sFlow y NetFlow mezclados — Son formatos distintos (muestreo vs. flujo); usa el colector adecuado a cada uno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flujos si tengo capturas completas?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escala. En redes grandes es inviable guardar todo el tráfico; los flujos ocupan una fracción y permiten monitoreo histórico amplio para detectar y triar, dejando el full content para lo puntual.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metadatos revelan el contenido?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el contenido, pero sí el patrón de comunicación (quién, cuándo, cuánto, con qué). Eso ya es muy revelador y a menudo suficiente para detectar comportamiento malicioso.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¿NetFlow, IPFIX o sFlow?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NetFlow/IPFIX registran flujos completos (IPFIX es el estándar abierto); sFlow muestrea paquetes. Elige según lo que exporten tus dispositivos y el nivel de detalle que necesites.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C2 con flujos?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7011 — IPFIX Protocol Specification. &lt;https://www.rfc-editor.org/rfc/rfc7011&gt;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3954 — Cisco NetFlow v9. &lt;https://www.rfc-editor.org/rfc/rfc3954&gt;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nfdump/NfSen. &lt;https://github.com/phaag/nfdump&gt;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 NetSA — SiLK. &lt;https://tools.netsa.cert.org/silk/&gt;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