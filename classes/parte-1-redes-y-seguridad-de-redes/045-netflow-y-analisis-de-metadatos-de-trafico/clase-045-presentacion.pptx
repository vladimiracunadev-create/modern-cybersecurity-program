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045 — NetFlow y análisis de metadatos de tráfico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con el análisis de metadatos de flujo (NetFlow/IPFIX/sFlow): resúmenes de conexiones que permiten monitorizar redes enormes con un coste mínimo de almacenamiento, detectar anomalías…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un flujo y qué campos contiene un registro NetFlow/IPFIX.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NetFlow, IPFIX y sFlow, y el modelo exportador/colector.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y consultar flujos con herramientas (nfdump/nfcapd, SiLK).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patrones anómalos (escaneos, DDoS, beaconing, exfiltración) en los flujos.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el análisis de metadatos con el de contenido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monitoreo de flujo para una red de tamaño 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Concepto de flujo (5-tupla)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NetFlow v5/v9, IPFIX, sFlow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Arquitectura exportador/colector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nfdump / SiLK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anomalías por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Beaconing y C2 en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Metadatos vs. full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contenido completo es carísimo y el cifrado esconde la carga útil de casi todo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tráfico. De esa doble realidad nace el análisis de flujos: renunciar a qué se dijo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quedarse con los metadatos de quién habló con quién, cuándo, por cuánto tiempo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cuánto volumen. Un flujo es una secuencia unidireccional de paquetes que comparten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5-tupla —IP origen, IP destino, puerto origen, puerto destino y protocolo—;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flujo resume esa conversación en unas pocas decenas de bytes. Esa compresión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brutal es lo que permite retener meses de actividad de una red entera, y por eso 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(flow): secuencia unidireccional de paquetes que comparten la 5-tupla (IP origen/destino, puertos, protocolo) en un intervalo; se resume en un registro con bytes, paquetes, marcas de tiempo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NetFlow: tecnología de Cisco para exportar registros de flujo; v9 es basada en plantillas y IPFIX es su estandarización IETF.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sFlow: muestreo de paquetes (no flujos completos) exportado por switches; útil para estadísticas a gran escala con bajo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Exportador/colector: el router/switch exporta los flujos; un colector (nfcapd, SiLK) los recibe y almacena para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patrón de conexiones regulares y periódicas hacia un mismo destino, típico de malware que "llama a casa" (C2).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— Secuencia unidireccional de paquetes con una 5-tupla común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5-tupla — IP origen, IP destino, puerto origen, puerto destino y protocolo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 tráfico — Quién, cuándo, cuánto y con qué ritmo; sin el contenido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 v5 — Formato clásico de Cisco, de campos fijos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 v9 — Formato extensible mediante plantillas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IPFIX — Estándar abierto derivado de NetFlow v9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nfdump/nfcapd (colector y consulta de NetFlow): sudo apt install nfdump.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SiLK (System for Internet-Level Knowledge) para análisis avanzado.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softflowd o fprobe para generar NetFlow a partir de tráfico si no tienes un router que lo exporte.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pcap o tráfico en vivo de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NetFlow desde tráfico en vivo con softflowd apuntando a un colector local: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con nfcapd: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los flujos con nfdump: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 talkers (quién genera más tráfico):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escaneo (una IP tocando muchos puertos/destinos con pocos bytes):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beaconing: agrupa por par origen-destino y observa la regularidad temporal de los flujos hacia un mismo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posible exfiltración: flujos salientes con origbytes muy superiores a lo habitual hacia destinos externos: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los cinco pares de hosts que más bytes intercambiaron en tu captura de flujos.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escaneo horizontal (una IP contra muchas) en los flujos y descríbelo.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se vería un posible DDoS volumétrico y qué descartaría un pico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un patrón de beaconing y argumenta por qué la regularidad temporal es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tamaño en disco de los flujos frente al pcap equivalente y comenta el ahorro.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qué campos de flujo alimentarías a un SIEM para alertas de anomalía de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flujos NetFlow de tu laboratorio que incluyan tráfico normal más una actividad anómala que tú introduzcas (un escaneo con Nmap o una transferencia grande hacia un destino externo simulado).…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correctamente la actividad anómala a partir de los flujos (no del contenido), la caracterizas (escaneo/exfiltración/beaconing) y aportas la consulta nfdump que la…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nfcapd no recibe flujos — Puerto/host del exportador no coincide; verifica que softflowd apunta al mismo ip:puerto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Flujos incompletos o cortados — Timeouts de flujo mal ajustados; configura los active/inactive timeouts del exportador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distingues escaneo de tráfico normal — Falta filtrar por paquetes/bytes bajos y muchos destinos; refina la consulta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sin el detalle que necesitas — Los flujos no llevan payload; para el contenido recurre al full content (pcap)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sFlow y NetFlow mezclados — Son formatos distintos (muestreo vs. flujo); usa el colector adecuado a cada uno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flujos si tengo capturas completas?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escala. En redes grandes es inviable guardar todo el tráfico; los flujos ocupan una fracción y permiten monitoreo histórico amplio para detectar y triar, dejando el full content para lo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metadatos revelan el contenido?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el contenido, pero sí el patrón de comunicación (quién, cuándo, cuánto, con qué). Eso ya es muy revelador y a menudo suficiente para detectar comportamiento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¿NetFlow, IPFIX o sFlow?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NetFlow/IPFIX registran flujos completos (IPFIX es el estándar abierto); sFlow muestrea paquetes. Elige según lo que exporten tus dispositivos y el nivel de detalle que necesites.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C2 con flujos?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7011 — IPFIX Protocol Specification. &lt;https://www.rfc-editor.org/rfc/rfc7011&gt;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3954 — Cisco NetFlow v9. &lt;https://www.rfc-editor.org/rfc/rfc3954&gt;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nfdump/NfSen. &lt;https://github.com/phaag/nfdump&gt;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 NetSA — SiLK. &lt;https://tools.netsa.cert.org/silk/&gt;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Network Denial of Service (T1498). &lt;https://attack.mitre.org/techniques/T1498/&gt;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Volumetric DDoS Technical Guidance. &lt;https://www.cisa.gov/sites/default/files/2023-09/TLP%20CLEAR%20-DDOS%20Mitigations%20Guidance508c.pdf&gt;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2990894071d74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5940"/>
            <a:ext cx="82296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