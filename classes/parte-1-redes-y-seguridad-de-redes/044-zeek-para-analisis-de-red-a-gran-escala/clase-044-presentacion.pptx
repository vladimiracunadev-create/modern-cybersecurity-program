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044 — Zeek para análisis de red a gran escala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Zeek (antes Bro), el motor de análisis de red que convierte el tráfico en logs de transacción ricos y permite escribir lógica de detección personalizada. El alumno aprenderá a procesar pcaps…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Zeek sobre un pcap y en una interfaz en vivo.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logs principales (conn, dns, http, ssl, files, notice).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y correlacionar logs con zeek-cut y herramientas de línea de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archivos transferidos por la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script de Zeek que genere una detección personalizada.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 salida de Zeek en un pipeline de análisis/NSM.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 Zeek (eventos)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Logs de Zeek y sus campos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zeek-cut y análisis por CLI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Extracción de archivos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Zeek scripting y eventos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Notices y framework de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Zeek en producción (clusters)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diferencia esencial entre Zeek y un IDS de firmas como Suricata es de propósito.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 pregunta "¿este tráfico coincide con algo malo conocido?". Zeek pregunta "¿qué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 ocurriendo en esta red?" y lo escribe en registros estructurados, dejando el juicio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después. Por eso Zeek es la fuente de los datos de transacción de NSM: no genera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todo alertas, genera un diario de la actividad de la red del que luego se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casi cualquier cosa —incluida evidencia de ataques que aún no tenían firma cuando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ocurrieron—.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Zeek: framework de análisis de red orientado a eventos; no es un IDS de firmas, sino un motor que registra la actividad y ejecuta scripts ante eventos de protocolo.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conn.log: registro de cada conexión (5-tupla, duración, bytes, estado); el log más usado para investigación.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de transacción: dns.log, http.log, ssl.log, files.log, etc.; describen la actividad a nivel de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zeek-cut: utilidad para extraer columnas específicas de los logs (con cabeceras) desde la línea de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notice: mecanismo de Zeek para emitir alertas cuando un script detecta algo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Evento: en Zeek, un hecho de red (p. ej. httprequest) al que un script puede reaccionar con lógica propia.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— Motor de análisis de red que genera logs de transacción, no firmas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Dirigido por eventos — Arquitectura en que cada actividad dispara un evento programable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 — Señal que emite el motor (conexión, petición HTTP, handshake TLS…)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 de Zeek — Código que reacciona a eventos para generar logs o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conn.log — Registro maestro: una línea por conexión con su 5-tupla y bytes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http.log / dns.log / ssl.log — Logs detallados por protocolo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6.x: instalación desde paquetes oficiales o apt install zeek (repos de OpenSUSE OBS) / compilación.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zeek-cut viene con Zeek; jq si usas la salida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pcap de laboratorio con varios protocolos (reutiliza los de clases anteriores).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Procesa un pcap y genera los logs: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conexiones con zeek-cut: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DNS: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HTTP (hosts y URIs solicitados):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archivos del tráfico con el script incorporado: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de detección deteccion.zeek que emita un notice ante user-agents sospechosos: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Ejecútalo: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zeek-cut, lista las 10 conexiones que más bytes transfirieron.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en ssl.log los certificados con validez sospechosa o autofirmados.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de una captura un archivo transferido por HTTP y verifica su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que emita un notice cuando una conexión supere cierto volumen de datos (posible exfiltración).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conn.log y dns.log para detectar posible beaconing (conexiones regulares a un dominio).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información que aporta Zeek frente a una alerta de Suricata para el mismo tráfico.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Procesa con Zeek una captura de tu laboratorio que incluya actividad web y DNS, y entrega: (a) un resumen de las conexiones top por bytes con zeek-cut, (b) al menos un archivo extraído del tráfico…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los logs se generan correctamente, el archivo extraído coincide (hash) con el transferido, y tu script produce el notice esperado al procesar la captura, sin falsos positivos…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zeek: command not found — Zeek no está en el PATH; usa la ruta completa (/opt/zeek/bin/zeek) o ajusta el PATH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zeek-cut muestra nombres de campo raros — Estás mirando el log equivocado; consulta la referencia de campos por 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extraen archivos — No cargaste el script de extracción; añade el policy extract-all-files.zeek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 no reacciona — Falta @load del protocolo o el evento es incorrecto; revisa el nombre del evento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en JSON ilegibles con zeek-cut — La salida está en JSON; usa jq o cambia a formato TSV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¿Zeek es un IDS?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 el sentido clásico. Suricata/Snort detectan por firmas; Zeek es un motor de análisis que registra transacciones y ejecuta lógica propia. Se complementan: Suricata alerta, Zeek contextualiza.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log uso para empezar una investigación?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siempre conn.log: te da todas las conexiones y sirve de índice para pivotar a los logs de aplicación (dns, http, ssl).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escribir mis propias detecciones?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ese es el gran valor de Zeek. Su lenguaje de scripting permite reaccionar a eventos de red y emitir notices con lógica arbitraria.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¿Zeek escala a redes grandes?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Documentation. &lt;https://docs.zeek.org/&gt;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Log Files reference. &lt;https://docs.zeek.org/en/master/logs/index.html&gt;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Scripting. &lt;https://docs.zeek.org/en/master/scripting/index.html&gt;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&amp; Smith, J. Applied Network Security Monitoring. Syngress.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5fde21d8a650f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80944"/>
            <a:ext cx="8229600" cy="1536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