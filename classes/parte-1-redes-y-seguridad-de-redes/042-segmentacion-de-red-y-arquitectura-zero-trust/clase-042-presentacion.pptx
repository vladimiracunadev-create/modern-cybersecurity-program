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042 — Segmentación de red y arquitectura Zero Trust</a:t>
            </a:r>
          </a:p>
          <a:p>
            <a:r>
              <a:rPr sz="1600">
                <a:solidFill>
                  <a:srgbClr val="2E8B57"/>
                </a:solidFill>
              </a:rPr>
              <a:t>parte 1 redes y seguridad de redes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redes que limiten el movimiento lateral de un atacante mediante segmentación (VLANs, subredes, microsegmentación) y adoptar los principios de Zero Trust: "nunca confíes, siempre verifica". El…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la seguridad perimetral clásica es insuficiente.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una segmentación por zonas de confianza y sensibilidad.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políticas de acceso de mínimo privilegio entre segmentos.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los componentes de Zero Trust (PEP, PDP, política).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microsegmentación conceptual a un caso.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una arquitectura frente a los principios de NIST SP 800-207.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Límites del modelo perímetro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Segmentación: VLAN, subred, DMZ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Microsegmentación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Principios Zero Trust (NIST 800-207)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PEP / PDP / motor de políticas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Identidad como nuevo perímetro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Diseño y evaluación de políticas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modelo clásico de seguridad de red es el del perímetro: un muro fuerte —el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firewall— separa el "dentro" de confianza del "fuera" hostil. Su defecto es fatal y hoy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evidente: una vez que el atacante cruza el muro (con un phishing, una VPN robada,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portátil comprometido), la red interna le trata como a uno de los suyos y puede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moverse lateralmente con poca resistencia. El teletrabajo, la nube y los dispositivos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móviles disolvieron además la propia idea de "dentro": ya no hay un borde único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defender. La segmentación y el zero trust son las dos respuestas, complementarias, a ese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Segmentación de red: división de la red en zonas aisladas con controles entre ellas, para que comprometer una no dé acceso a las demás.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DMZ: zona intermedia que aloja servicios expuestos a Internet, separada de la red interna.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Microsegmentación: segmentación fina, a nivel de carga de trabajo o aplicación, normalmente aplicada por políticas en el host o en el hipervisor.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Zero Trust: modelo donde no se confía en ningún actor por su ubicación en la red; cada acceso se autentica, autoriza y cifra, verificándose continuamente.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PEP (Policy Enforcement Point): componente que aplica la decisión de acceso (permite/deniega el flujo).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PDP (Policy Decision Point): componente que decide, según políticas, identidad, dispositivo y contexto, si se concede el acceso.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Perímetro — Modelo que confía en todo lo que está "dentro" del firewall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Movimiento lateral — Avance del atacante entre equipos internos tras la brecha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Segmentación — Dividir la red en zonas y controlar el tráfico entre ellas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VLAN / subred — Separación de la red en grandes bloques lógicos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DMZ — Zona aislada para los servicios expuestos a Internet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Microsegmentación — Políticas por carga de trabajo individual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 de diagramado (draw.io, Excalidraw) para modelar la arquitectura.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Laboratorio de red (GNS3/EVE-NG o VMs con múltiples redes) para implementar VLANs y ACLs.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Firewalls de host (nftables, clase 034) para simular microsegmentación.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Documento NIST SP 800-207 como referencia.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de diseño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Inventaria activos de una organización ficticia: servidores web, base de datos, estaciones de trabajo, servidores de gestión, IoT/impresoras, servicios expuestos.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por sensibilidad y agrupa en zonas: DMZ (web), zona de aplicaciones, zona de datos, zona de administración, zona de usuarios, zona de dispositivos no confiables.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diagrama con las zonas y los puntos de control (firewalls) entre ellas.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la matriz de flujos permitidos (tabla origen→destino:puerto), aplicando mínimo privilegio. Ejemplo: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Origen — Destino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Usuarios — Web (DMZ)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Web (DMZ) — 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 por qué una base de datos nunca debe ser accesible directamente desde la red de usuarios.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ubicación de una DMZ para un servicio web con backend interno.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tres flujos de tu matriz en reglas de firewall reales.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segmentación tradicional (VLAN) y microsegmentación.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qué señales de contexto usarías para decidir un acceso Zero Trust.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Señala una brecha de tu diseño frente a NIST SP 800-207 y propón cómo cerrarla.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arquitectura de red segmentada de una organización pequeña (al menos 5 zonas) con: diagrama, matriz de flujos permitidos de mínimo privilegio, y un mapeo explícito de dónde se aplican los…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matriz no contiene flujos innecesarios (mínimo privilegio verificable), el acceso a la zona de datos y de administración está estrictamente controlado, y el diseño aborda…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"Segmentación" que en realidad es plana — VLANs sin ACLs entre ellas; la segmentación exige control de flujo, no solo separar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Zona de administración accesible desde todas partes — Falta un bastión/jump host con MFA; restringe el acceso de gestión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Reglas "permitir todo" entre zonas internas — Rompe el mínimo privilegio; define flujos explícitos y deniega por defecto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Zero Trust confundido con "instalar un producto" — Es una arquitectura y un conjunto de principios, no un solo producto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monitoreo entre segmentos — Segmentar sin observar deja puntos ciegos; integra NSM (clases 043–045)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¿Zero Trust significa no confiar en nadie nunca?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Significa no conceder confianza implícita por ubicación de red. Cada acceso se verifica con identidad, dispositivo y contexto, y se re-evalúa continuamente.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segmentación sustituye al firewall perimetral?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No, lo complementa. Defensa en profundidad: perímetro + segmentación interna + microsegmentación + Zero Trust.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¿Microsegmentación necesita hardware especial?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necesariamente. Puede implementarse con firewalls de host, políticas del hipervisor o mallas de servicio, además de soluciones dedicadas.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dónde empiezo a aplicar Zero Trust?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800-207 — Zero Trust Architecture. &lt;https://csrc.nist.gov/pubs/sp/800/207/final&gt;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800-125 / segmentación y virtualización. &lt;https://csrc.nist.gov/&gt;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— Zero Trust Maturity Model. &lt;https://www.cisa.gov/zero-trust-maturity-model&gt;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Cloud Security Alliance — Software-Defined Perimeter. &lt;https://cloudsecurityalliance.org/&gt;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fb79bc2d56ef62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490" y="1097280"/>
            <a:ext cx="524102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