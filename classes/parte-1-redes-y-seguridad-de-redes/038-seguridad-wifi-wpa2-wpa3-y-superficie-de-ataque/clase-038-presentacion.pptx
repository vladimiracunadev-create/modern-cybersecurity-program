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038 — Seguridad WiFi: WPA2, WPA3 y superficie de ataque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 seguridad de las redes inalámbricas 802.11: cómo funcionan WPA2 y WPA3, el handshake de autenticación, y las técnicas de ataque (captura de handshake, PMKID, deauth, evil twin) junto…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4-way handshake de WPA2 y las mejoras de WPA3 (SAE).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Poner una tarjeta en modo monitor y capturar tráfico 802.11.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un handshake o PMKID de su propia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Intentar el crackeo offline de una passphrase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ataques de deauth y evil twin.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contramedidas: WPA3, PMF, passphrases fuertes, WPA-Enterprise.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802.11: SSID, BSSID, canales, tramas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WPA2-PSK y el 4-way handshake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WPA3-SAE (Dragonfly)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Modo monitor y captura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Captura de handshake y PMKID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Deauth y evil twin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Contramedidas y PMF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red cableada, alcanzar el tráfico exige acceso físico al cable o al switch.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inalámbrico, el medio es el aire y cualquiera dentro del alcance recibe todas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tramas, aunque no esté conectado a la red. Esa diferencia es la raíz de toda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seguridad WiFi: el cifrado no es un extra, es lo único que impide que el vecino lea tu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tráfico. Antes de hablar de ataques hay que fijar el vocabulario de 802.11: el SSID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el nombre de la red; el BSSID es la MAC del punto de acceso; y las tramas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dividen en tres tipos —gestión (asociación, autenticación, beacons),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WPA2-PSK: autenticación con clave precompartida; deriva la clave de sesión mediante un 4-way handshake que puede capturarse y atacarse offline por diccionario.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4-way handshake: intercambio de cuatro mensajes EAPOL que confirma que ambas partes conocen la PSK y deriva claves de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PMKID: identificador presente en el primer mensaje EAPOL; en ciertos AP permite un ataque de crackeo sin necesidad de un cliente conectado.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WPA3-SAE (Simultaneous Authentication of Equals): reemplaza el PSK vulnerable por un intercambio resistente a ataques offline y con forward secrecy.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PMF (Protected Management Frames, 802.11w): protege tramas de gestión, mitigando ataques de deauth.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Evil twin: punto de acceso falso que imita a uno legítimo para interceptar clientes.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SSID — Nombre de la red inalámbrica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BSSID — Dirección MAC del punto de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Tramas de gestión — Asociación, autenticación y beacons; superficie de ataque clave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monitor — Captura de tramas 802.11 crudas sin asociarse a la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WPA2-PSK — Cifrado con clave precompartida; vulnerable a crackeo offline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4-way handshake — Intercambio que deriva la clave de sesión; capturable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Aircrack-ng suite (airmon-ng, airodump-ng, aireplay-ng, aircrack-ng).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hcxdumptool / hcxtools para PMKID.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para crackeo offline por GPU.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adaptador WiFi que soporte modo monitor e inyección (chipset compatible).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 modo monitor en tu adaptador: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redes cercanas (identifica tu red por su BSSID):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en el canal de TU red: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un handshake (sobre TU red, con un dispositivo propio) mediante una deauth breve: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Espera el mensaje "WPA handshake" en airodump.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Alternativa PMKID (sin cliente), sobre tu red: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Crackeo offline con diccionario (contra tu propia passphrase de laboratorio):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en airodump el BSSID, canal, cifrado y clientes de tu red de pruebas.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un handshake de tu red y verifica su validez con aircrack-ng (sin crackear).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tiempo de crackeo de una passphrase débil vs. una de 15+ caracteres.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WPA3-SAE frustra el crackeo offline por diccionario.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PMF (802.11w) mitiga los ataques de deauth.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cómo detectarías un evil twin (dos BSSID con el mismo SSID, señales anómalas).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tu propia red de laboratorio configurada con una passphrase débil que tú elijas, captura el handshake (o el PMKID), realiza el crackeo offline y recupera la passphrase. Luego reconfigura el AP…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recuperas la passphrase débil por diccionario y documentas que, tras endurecer el AP (WPA3/passphrase fuerte), el ataque no la obtiene. Toda la actividad es sobre tu red…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 "WPA handshake" — No había cliente que reautenticar; conecta un dispositivo propio o usa PMKID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adaptador no entra en modo monitor — Chipset no compatible; usa uno con soporte de monitor/inyección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aireplay-ng "no such BSSID" — Estás en el canal equivocado; fija -c al canal correcto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Crackeo eterno — Passphrase fuera del diccionario; contra WPA2 fuerte es inviable, y eso es lo esperado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Interferencia de NetworkManager — Detén servicios que gestionan la interfaz (airmon-ng check kill)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WPA2 es crackeable y WPA3 no (por diccionario)?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WPA2-PSK permite capturar el handshake y probar millones de contraseñas offline. WPA3-SAE usa un intercambio (Dragonfly) que obliga a interactuar con el AP por cada intento, haciendo inviable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deauth "hackea" la red?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solo desconecta clientes para forzar un nuevo handshake (o para denegar servicio). PMF la mitiga. Es disruptiva y solo se prueba en redes propias.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un cliente conectado para atacar WPA2?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el handshake clásico, sí. El ataque PMKID puede funcionar sin clientes en AP vulnerables.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lo más importante para asegurar mi WiFi?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Aircrack-ng documentation. &lt;https://www.aircrack-ng.org/documentation.html&gt;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mode 22000 (WPA-PBKDF2-PMKID+EAPOL). &lt;https://hashcat.net/wiki/&gt;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Wi-Fi Alliance — WPA3. &lt;https://www.wi-fi.org/discover-wi-fi/security&gt;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IEEE 802.11 standard overview. &lt;https://standards.ieee.org/ieee/802.11/&gt;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7e3d4cce111a0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381" y="1097280"/>
            <a:ext cx="2221238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