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032 — Nmap Scripting Engine (NSE)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Aprovechar el Nmap Scripting Engine para automatizar tareas de descubrimiento, detección de vulnerabilidades, enumeración y hasta explotación ligera mediante scripts en Lua. El alumno aprenderá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scripts por nombre, categoría o expresión.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el conjunto por defecto (-sC) y conjuntos temáticos (vuln, discovery, safe).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Pasar argumentos a los scripts con --script-args.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Actualizar la base de datos de scripts y consultar su documentación local.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con criterio la salida de scripts de vulnerabilidad.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un script NSE elemental en Lua.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Categorías NSE (safe, default, vuln, exploit…)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Selección de scripts (--script)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Argumentos (--script-args)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-sC y -A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--script-help y --script-updatedb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Scripts de vulnerabilidad y su fiabilidad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Estructura de un script Lua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Nmap Scripting Engine es un intérprete de Lua embebido en Nmap con acceso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lo que el escaneo ya descubrió y a librerías propias para hablar HTTP, SMB, SSH,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o SNMP. Eso cambia la naturaleza de la herramienta: Nmap deja de responder solo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"¿qué hay aquí?" y pasa a responder "¿y qué puedo averiguar o comprobar sobre lo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hay?". La consulta de una zona DNS, la enumeración de comparticiones SMB, la lista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cifradores TLS aceptados por un servidor o la comprobación de una vulnerabilidad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concreta son, todas, scripts NSE.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NSE: motor que ejecuta scripts Lua durante o después del escaneo, con acceso a los resultados de puertos y a librerías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Categoría: etiqueta que agrupa scripts por propósito y riesgo: safe, default, discovery, version, auth, brute, vuln, exploit, intrusive, dos,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--script-args: mecanismo para pasar parámetros (credenciales, rutas, límites) a los scripts.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de vulnerabilidad: comprueba una debilidad concreta (p. ej. ssl-heartbleed) y reporta estado, referencias y a veces CVE.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--script-help: muestra la documentación de un script sin ejecutarlo.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 — Nmap Scripting Engine: intérprete Lua embebido en Nmap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Lua — Lenguaje de scripting ligero en el que se escriben los scripts NSE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prerule — Fase previa al escaneo; no depende de ningún host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hostrule — Se ejecuta una vez por host que cumpla la condición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portrule — Se ejecuta una vez por puerto que cumpla la condición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postrule — Se ejecuta al final para agregar resultados globales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7.x (incluye ~600 scripts NSE en /usr/share/nmap/scripts/).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Actualiza la base de datos: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Objetivos de laboratorio: un servidor web, un SMB, un servicio con TLS. Contenedores deliberadamente vulnerables (aislados) para practicar scripts vuln.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Scripts por defecto (categoría default, seguros y útiles):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HTTP: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SMB: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TLS/certificados: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Categoría vuln (solo en tu laboratorio):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Pasar argumentos (ejemplo con enumeración HTTP y user-agent):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ayuda de un script: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Lista todos los scripts de la categoría vuln con ls /usr/share/nmap/scripts/ | grep vuln y elige tres para leer su --script-help.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-sC y explica qué información añadió cada script a la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ssl-enum-ciphers y evalúa si el objetivo soporta cifradores débiles.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Modifica hello.nse para que también imprima el nombre del servicio detectado.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 -sV con --script banner y compara con la detección de versión nativa.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la diferencia entre un portrule y un hostrule en 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(o adapta) un escaneo NSE que enumere un servicio web de tu laboratorio y produzca: título de la página, cabeceras de seguridad presentes/ausentes y cifradores TLS soportados. Entrega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salida incluye los tres bloques de información y la interpretación identifica correctamente al menos una debilidad real (p. ej. falta de HSTS o soporte de un cifrador…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"'X' did not match a category, filename, or directory" — Nombre de script mal escrito o base sin actualizar; corre --script-updatedb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no devuelve nada — El portrule no se cumple (puerto cerrado o servicio distinto); verifica con -sV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vuln tumba el servicio — Usaste scripts intrusivos; limita a safe/default fuera del laboratorio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Argumentos ignorados — Formato incorrecto de --script-args; usa clave=valor separados por coma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Salida de brute sin resultados — Diccionario inadecuado o cuenta bloqueada; ajusta userdb/passdb (solo en laboratorio)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¿-sC es lo mismo que --script default?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-sC ejecuta todos los scripts de la categoría default, considerados seguros y útiles para un escaneo general.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scripts vuln explotan la vulnerabilidad?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Normalmente solo la detectan. Los que explotan están en la categoría exploit y son mucho más peligrosos; úsalos con extremo cuidado y solo con permiso.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¿En qué lenguaje se escriben los scripts?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Lua, usando las librerías NSE (nmap, shortport, http, etc.). Son fáciles de leer y modificar.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sé qué hace un script antes de ejecutarlo?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Lyon, G. Nmap Network Scanning, cap. "Nmap Scripting Engine". &lt;https://nmap.org/book/nse.html&gt;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 Script Documentation. &lt;https://nmap.org/nsedoc/&gt;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NSE: Writing Scripts. &lt;https://nmap.org/book/nse-tutorial.html&gt;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Categorías NSE. &lt;https://nmap.org/book/nse-usage.html&gt;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60a77f120f2735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552" y="1097280"/>
            <a:ext cx="4970895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