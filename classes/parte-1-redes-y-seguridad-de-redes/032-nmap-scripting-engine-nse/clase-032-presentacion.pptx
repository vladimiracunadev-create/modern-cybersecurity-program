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0"/>
            <a:ext cx="8046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B3D2E"/>
                </a:solidFill>
              </a:rPr>
              <a:t>Clase 032 — Nmap Scripting Engine (NSE)</a:t>
            </a:r>
          </a:p>
          <a:p>
            <a:r>
              <a:rPr sz="1600">
                <a:solidFill>
                  <a:srgbClr val="2E8B57"/>
                </a:solidFill>
              </a:rPr>
              <a:t>parte 1 redes y seguridad de redes</a:t>
            </a:r>
          </a:p>
          <a:p>
            <a:r>
              <a:rPr sz="1200">
                <a:solidFill>
                  <a:srgbClr val="22282E"/>
                </a:solidFill>
              </a:rPr>
              <a:t>Programa de Ciberseguridad Moderna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🎯 Objetivo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Aprovechar el Nmap Scripting Engine para automatizar tareas de descubrimiento, detección de vulnerabilidades, enumeración y hasta explotación ligera mediante scripts en Lua. El alumno aprenderá a elegir scripts por categoría, pasarles argumentos, leer su salida y escribir un script mínimo propio.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📚 Resultados de aprendizaje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Al finalizar, el alumno podrá: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Seleccionar scripts por nombre, categoría o expresión.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Ejecutar el conjunto por defecto (-sC) y conjuntos temáticos (vuln, discovery, safe).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Pasar argumentos a los scripts con --script-args.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Actualizar la base de datos de scripts y consultar su documentación local.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Interpretar con criterio la salida de scripts de vulnerabilidad.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Escribir un script NSE elemental en Lua.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🗺️ Temas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1 — Categorías NSE (safe, default, vuln, exploit…)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2 — Selección de scripts (--script)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3 — Argumentos (--script-args)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4 — -sC y -A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5 — --script-help y --script-updatedb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6 — Scripts de vulnerabilidad y su fiabilidad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7 — Estructura de un script Lua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📖 Definiciones y características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NSE: motor que ejecuta scripts Lua durante o después del escaneo, con acceso a los resultados de puertos y a librerías de red.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Categoría: etiqueta que agrupa scripts por propósito y riesgo: safe, default, discovery, version, auth, brute, vuln, exploit, intrusive, dos, malware.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--script-args: mecanismo para pasar parámetros (credenciales, rutas, límites) a los scripts.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Script de vulnerabilidad: comprueba una debilidad concreta (p. ej. ssl-heartbleed) y reporta estado, referencias y a veces CVE.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--script-help: muestra la documentación de un script sin ejecutarlo.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🧰 Herramientas y preparación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Nmap 7.x (incluye ~600 scripts NSE en /usr/share/nmap/scripts/).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Actualiza la base de datos: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sudo nmap --script-updatedb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Objetivos de laboratorio: un servidor web, un SMB, un servicio con TLS. Contenedores deliberadamente vulnerables (aislados) para practicar scripts vuln.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🧪 Laboratorio guiado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Scripts por defecto (categoría default, seguros y útiles):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sudo nmap -sC 192.168.56.101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Enumeración HTTP: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sudo nmap -p80 --script http-title,http-headers,http-enum 192.168.56.101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Enumeración SMB: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sudo nmap -p445 --script smb-os-discovery,smb-enum-shares 192.168.56.101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TLS/certificados: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✍️ Ejercicios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Lista todos los scripts de la categoría vuln con ls /usr/share/nmap/scripts/ | grep vuln y elige tres para leer su --script-help.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Ejecuta -sC y explica qué información añadió cada script a la salida.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Usa ssl-enum-ciphers y evalúa si el objetivo soporta cifradores débiles.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Modifica hello.nse para que también imprima el nombre del servicio detectado.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Combina -sV con --script banner y compara con la detección de versión nativa.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Investiga la diferencia entre un portrule y un hostrule en NSE.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📝 Reto verificable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Escribe (o adapta) un escaneo NSE que enumere un servicio web de tu laboratorio y produzca: título de la página, cabeceras de seguridad presentes/ausentes y cifradores TLS soportados. Entrega el comando, la salida -oN y una breve interpretación de dos hallazgos de seguridad.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Criterio de aceptación: la salida incluye los tres bloques de información y la interpretación identifica correctamente al menos una debilidad real (p. ej. falta de HSTS o soporte de un cifrador obsoleto).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⚠️ Errores comunes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"'X' did not match a category, filename, or directory" — Nombre de script mal escrito o base sin actualizar; corre --script-updatedb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Script no devuelve nada — El portrule no se cumple (puerto cerrado o servicio distinto); verifica con -sV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Escaneo vuln tumba el servicio — Usaste scripts intrusivos; limita a safe/default fuera del laboratorio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Argumentos ignorados — Formato incorrecto de --script-args; usa clave=valor separados por coma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Salida de brute sin resultados — Diccionario inadecuado o cuenta bloqueada; ajusta userdb/passdb (solo en laboratorio)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❓ Preguntas frecuentes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¿-sC es lo mismo que --script default?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Sí. -sC ejecuta todos los scripts de la categoría default, considerados seguros y útiles para un escaneo general.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¿Los scripts vuln explotan la vulnerabilidad?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Normalmente solo la detectan. Los que explotan están en la categoría exploit y son mucho más peligrosos; úsalos con extremo cuidado y solo con permiso.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¿En qué lenguaje se escriben los scripts?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 Lua, usando las librerías NSE (nmap, shortport, http, etc.). Son fáciles de leer y modificar.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¿Cómo sé qué hace un script antes de ejecutarlo?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🔗 Referencias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Lyon, G. Nmap Network Scanning, cap. "Nmap Scripting Engine". &lt;https://nmap.org/book/nse.html&gt;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NSE Script Documentation. &lt;https://nmap.org/nsedoc/&gt;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NSE: Writing Scripts. &lt;https://nmap.org/book/nse-tutorial.html&gt;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Categorías NSE. &lt;https://nmap.org/book/nse-usage.html&gt;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