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206 — Análisis de artefactos de Linux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dónde vive la evidencia en un sistema Linux comprometido: logs de sistema (syslog/journald), historial de shell, cron/systemd timers, cuentas y autenticación, y persistencia común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logs de autenticación y sistema en /var/log y journald.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actividad de usuario con historiales de shell y timestamps.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mecanismos de persistencia (cron, systemd, rc, bashrc).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cuentas, sudoers y claves SSH sospechosas.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artefactos para trazar una intrusión.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/var/log y syslog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journald (systemd)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auth.log / secure y wtmp/btmp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Historial de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cron y systemd timers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Cuentas, sudoers, SSH 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Timestamps y stat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no ofrece un conjunto único de artefactos: distribución, init, filesystem, auditoría, shell y rotación cambian lo disponible. systemd-journald puede usar almacenamiento volátil o persistente…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documentan zona horaria, boot ID, hostname y rotaciones antes de ordenar. Un servicio persistente puede aparecer en unit files, symlinks y journal; una cuenta en passwd, shadow, sudoers y logs.…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systemd-journald añade campos como unidad, PID, UID, boot ID y transporte. Puede almacenar en /run/log/journal y perderse al reiniciar, o persistir en /var/log/journal, según configuración.…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Syslog y logs de aplicaciones pueden coexistir, duplicarse o reenviarse. Antes de correlacionar se identifica quién originó el mensaje, quién lo escribió y qué regla lo rotó. Un hueco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auth.log o secure depende de la familia de distribución; wtmp y btmp registran sesiones en estructuras binarias, no intención ni todos los comandos. sudo puede producir una línea por ejecución según…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historial de shell se escribe según shell y opciones. Bash puede mantener comandos en memoria hasta el cierre; timestamps dependen de HISTTIMEFORMAT y el archivo puede truncarse. Por ello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Cron, timers, units, scripts de inicio, claves authorizedkeys, perfiles y cargadores dinámicos pueden iniciar código. La detección no consiste en buscar solo nombres extraños: se identifica qué…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journald: servicio de eventos de systemd.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auditd: subsistema de auditoría de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Unit file: definición de servicio o temporizador systemd.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Cron: programación tradicional de tareas.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/proc: vista efímera del kernel y procesos.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rotation: archivado y reemplazo periódico de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Boot ID: identificador de arranque para contextualizar eventos.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syslog: sistema clásico de logs de texto en /var/log. Característica: legible con herramientas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journald: servicio de journal de systemd, consultado con journalctl. Característica: añade metadatos estructurados, pero su persistencia, sellado y retención dependen de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wtmp/btmp/lastlog: registros binarios de logins exitosos, fallidos y último acceso. Característica: se leen con last, lastb, lastlog.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Historial de shell: archivos como ~/.bashhistory o ~/.zshhistory. Característica: escritura y timestamps dependen del shell, opciones y cierre de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 / systemd timer: tareas programadas. Característica: vías comunes de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authorizedkeys: claves públicas autorizadas para autenticación SSH, sujetas a opciones y política del servidor. Característica: una adición no autorizada puede crear persistencia, pero una clave…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stat: muestra timestamps atime/mtime/ctime de un archivo. Característica: base del timeline en Linux.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persistencia después de un acceso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cuenta de despliegue inicia sesión desde una IP no habitual. journalctl y auth.log coinciden en usuario y origen; wtmp confirma una sesión, pero no sus comandos. El inode y stat muestran cambio…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hipótesis se fortalece por la secuencia, no por una clave aislada. Se conserva el boot ID, se verifica zona y se compara la clave con el inventario. Si el historial está vacío, el informe no…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correlaciona al menos una fuente de autenticación, una de ejecución/persistencia y una de filesystem; explica rotación, boot ID y límites del historial; y distingue cambio observado de…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Nativas: journalctl, last, lastb, grep, stat, ausearch (auditd).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The Sleuth Kit para montar la imagen, log2timeline/plaso para timeline.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una imagen de una VM Linux propia. Monta en solo lectura: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autenticación (SSH, sudo):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logins con los registros binarios: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journald offline: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historial de shell de cada usuario: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persistencia programada: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cuentas y accesos sospechosos: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persistencia en perfiles de shell: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de auth.log todos los logins SSH exitosos y su IP de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ataque de fuerza bruta contando fallos en btmp.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una tarea cron maliciosa que tú mismo plantaste.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cuenta con UID 0 distinta de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atime, mtime y ctime.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secuencia de comandos de un usuario desde su historial.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VM Linux propia, simula una intrusión (crea un usuario extra con UID 0, añade una clave SSH y un cron de persistencia) y luego, desde la imagen, detecta y documenta los tres mecanismos.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tu informe identifica el usuario malicioso, la clave SSH añadida y la tarea de persistencia, cada uno con la ruta del artefacto, el timestamp relevante y el comando que lo…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.bashhistory vacío — Atacante lo borró o usó unset HISTFILE. Busca en journald o timeline.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journalctl no lee la carpeta — Falta --directory correcto o journal corrupto. Verifica la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alterados — El atacante usó touch. Contrasta con ctime y con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Montaste con exec — Riesgo de ejecutar malware. Usa siempre ro,noexec,nodev.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ves los logins — Logs rotados/comprimidos. Descomprime auth.log..gz.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¿journald reemplaza a syslog?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Coexisten. journald es el estándar en systemd; muchos sistemas también reenvían a syslog en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historial de shell tiene fechas?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HISTTIMEFORMAT estaba configurado. Si no, tienes el orden pero no la hora exacta.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persistencia?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cron, systemd timers/services, rc.local, perfiles de shell, y authorizedkeys. Compara contra un baseline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¿ctime se puede falsificar?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fuente primaria del proceso de colección y análisis de datos de sistema operativo; no especifica artefactos de cada distribución actual — &lt;https://doi.org/10.6028/NIST.SP.800-86&gt;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systemd journalctl: documentación oficial de filtros, boots, campos y verificación; la disponibilidad depende de versión y configuración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systemd journald.conf: documentación oficial de almacenamiento, límites, forwarding y sellado — &lt;https://www.freedesktop.org/software/systemd/man/latest/journald.conf.html&gt;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OpenSSH sshd: manual primario de AuthorizedKeysFile y opciones de autenticación — &lt;https://man.openbsd.org/sshdconfig&gt;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Kernel, ext4: fuente primaria para interpretar inodos y tiempos del filesystem usado en la clase — &lt;https://www.kernel.org/doc/html/latest/filesystems/ext4/index.html&gt;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Kit: documentación primaria de análisis de filesystem — &lt;https://www.sleuthkit.org/sleuthkit/docs.php&gt;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e4dc012eef8d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1827"/>
            <a:ext cx="8229600" cy="51944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