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213 — Anti-forense y sus contramedidas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las técnicas que los atacantes usan para borrar sus huellas y engañar al analista —borrado seguro, timestomping, cifrado, ocultamiento, log tampering, esteganografía— y, sobre todo, aprender…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las principales familias de técnicas anti-forense.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timestomping y manipulación de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borrado y limpieza de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ocultamiento de datos y esteganografía.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contramedidas y fuentes redundantes de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Familias de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Borrado seguro (wiping)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Limpieza de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Cifrado y ocultamiento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Esteganografía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Living-off-the-land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Anti-forense agrupa acciones para destruir, ocultar, alterar o volver ambigua la evidencia. Detectarla no autoriza asumir culpabilidad: limpieza rutinaria, privacidad, rotación y errores producen…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 puede generar discordancia entre MACB, journal y eventos; borrado seguro reduce carving; cifrado impide contenido pero deja contexto; log clearing puede producir eventos o huecos.…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borrado y la sobrescritura intentan reducir contenido recuperable; el timestomping altera metadatos; el cifrado y ADS ocultan acceso o visibilidad; living off the land usa herramientas presentes…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término anti-forense describe una intención o efecto posible, no una conclusión automática. Rotación legítima, restauraciones, sincronización, herramientas administrativas y fallos de disco pueden…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NTFS, $STANDARDINFORMATION, $FILENAME, USN Journal y eventos poseen mecanismos diferentes, pero ninguno es incorruptible ni está siempre disponible. Un tiempo discordante orienta hacia copia…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SSD, TRIM y recolección de basura dependen del dispositivo, sistema y tiempo; no se afirma recuperación imposible sin probar. Un carver que no encuentra contenido solo demuestra el resultado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contramedida más sólida es arquitectónica: sincronización temporal, forwarding autenticado, almacenamiento con controles de retención, registros cloud separados, telemetría de identidad y alertas…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Anti-forense: interferencia con adquisición o interpretación.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Timestomping: alteración de timestamps.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tampering: modificación o eliminación de registros.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deletion: sobrescritura o descarte criptográfico.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hiding: ocultación en ubicaciones no evidentes.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independiente: evidencia fuera del control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Inmutabilidad: protección contra modificación durante retención.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Wiping: sobrescritura u otra operación destinada a reducir recuperación. Característica: el resultado depende del medio, método, cobertura y verificación.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Timestomping: alterar timestamps para dificultar la cronología. Característica: puede crear incoherencias entre metadatos y fuentes externas, pero estas requieren explicación contextual.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tampering: borrar, truncar o alterar registros. Característica: puede dejar eventos, cambios de secuencia o divergencias con colectores, según plataforma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Esteganografía: ocultar información dentro de otro portador. Característica: algunos métodos alteran estructura o estadísticas, pero no existe un indicador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Cifrado/ADS: cifrar datos o esconderlos en Alternate Data Streams de NTFS. Característica: los ADS son invisibles en un dir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LOLBins: binarios legítimos del SO usados con fines maliciosos. Característica: no dejan un ejecutable ajeno que analizar.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Redundancia de evidencia: cruzar fuentes con mecanismos y dominios de control distintos. Característica: aumenta capacidad de corroboración y hace visibles contradicciones.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registro limpiado y ejecutable con tiempos antiguos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muestra el evento de limpieza del registro y un ejecutable recién descubierto conserva fechas anteriores a su instalación. La hipótesis maliciosa es limpieza y timestomping;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conclusión no depende del «archivo viejo». Se apoya en la convergencia de descarga, creación de persistencia, uso anómalo de identidad y divergencia local/remota. Las fechas se describen como…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clasificas una técnica por el efecto sobre evidencia, propones explicaciones alternativas, eliges fuentes fuera del dominio comprometido, distingues ausencia de resultado 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MFTECmd ($SI vs $FN), EvtxECmd (gaps de secuencia), streams/dir /r (ADS), stegdetect/zsteg (esteganografía), binwalk.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wiping: inspección de patrones en espacio no asignado.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laboratorio propio. Genera tú las técnicas y luego detéctalas.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 y su detección: cambia el mtime de un archivo propio y detéctalo comparando $SI vs $FN en la MFT: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registros donde los tiempos de $SI sean anteriores a los de $FN (imposible en uso normal).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Alternate Data Streams: crea y detecta un ADS en NTFS: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Limpieza de logs: borra un log de eventos propio y detecta el hueco: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evento 1102 registra que se limpió el registro de auditoría cuando Windows logra generarlo y conservarlo; búscalo también en colectores remotos.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Esteganografía: esconde un texto en una imagen propia y detéctalo: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Wiping: sobrescribe un archivo y observa el espacio no asignado; discute por qué el patrón (o su ausencia) es una pista.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timestomping por incoherencia $SI/$FN.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y encuentra un ADS en NTFS.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limpieza de log por el evento 1102.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datos ocultos en una imagen con zsteg/binwalk.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TRIM ayuda al atacante que quiere borrar.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estrategia de redundancia de evidencia contra cada técnica.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sistema de laboratorio propio, aplica tres técnicas anti-forense distintas (por ejemplo timestomping, limpieza de un log y un ADS) y luego, actuando como analista, detéctalas todas usando…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por cada una de las tres técnicas, presentas (a) cómo la aplicaste, (b) la evidencia que la delató y (c) la fuente redundante que usaste para detectarla pese a la manipulación.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Confías en un solo timestamp — Es manipulable. Cruza $SI, $FN, $UsnJrnl y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el ADS — dir normal no lo muestra. Usa dir /r o streams.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"limpio" sin sospecha — Un log vacío o con gaps ya es sospechoso. Revisa el evento 1102.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herramienta no detecta esteganografía — Ningún detector cubre todos los métodos. Revisa estructura, estadísticas y contexto; compara con el portador original si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Asumes que el wiping borró todo — Copias en shadow copies, journal, backups o RAM pueden sobrevivir.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anti-forense hace imposible la investigación?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reducir o eliminar evidencia accesible y, en otros casos, producir incoherencias o divergencias. El resultado depende del método, medio, retención y fuentes independientes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timestomping?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Comparando timestamps y eventos con mecanismos distintos. Las incoherencias justifican investigar manipulación, copia, restauración, deriva o errores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LOLBin?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binario legítimo del sistema (PowerShell, certutil, rundll32…) usado con fines maliciosos para no dejar malware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recuperar algo tras un wipe en SSD?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T1070 — Indicator Removal: &lt;https://attack.mitre.org/techniques/T1070/&gt; — catálogo de comportamientos observados y mitigaciones; no prueba que una anomalía concreta sea adversaria.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T1070.004 — File Deletion: &lt;https://attack.mitre.org/techniques/T1070/004/&gt; — ejemplos y detecciones para borrado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T1070.006 — Timestomp: &lt;https://attack.mitre.org/techniques/T1070/006/&gt; — comportamiento y fuentes de detección para modificación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LOLBAS: &lt;https://lolbas-project.github.io/&gt; — catálogo comunitario de usos documentados de binarios legítimos; una coincidencia requiere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Zimmerman’s Tools: &lt;https://ericzimmerman.github.io/&gt; — documentación de herramientas para artefactos Windows; validar versión y resultados contra fuentes originales.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 y Walters — The Art of Memory Forensics, Wiley, 2014: fundamento para análisis en memoria; los perfiles y comandos históricos no sustituyen documentación actual de Volatility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d38623bbcaaa4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66544"/>
            <a:ext cx="8229600" cy="3364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