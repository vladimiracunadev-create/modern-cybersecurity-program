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201 — Fundamentos de DFIR y cadena de custodia</a:t>
            </a:r>
          </a:p>
          <a:p>
            <a:r>
              <a:rPr sz="1600">
                <a:solidFill>
                  <a:srgbClr val="2E8B57"/>
                </a:solidFill>
              </a:rPr>
              <a:t>parte 9 forense digital y respuesta a incidentes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Comprender qué es DFIR, en qué se diferencia la respuesta a incidentes del análisis forense, y por qué la cadena de custodia y la integridad de la evidencia son el cimiento innegociable de todo el…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Distinguir los roles de la forense digital y la respuesta a incidentes dentro de DFIR.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el principio de intercambio de Locard y el orden de volatilidad a un caso real.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Redactar un formulario de cadena de custodia completo y verificable.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Calcular y verificar hashes de integridad (MD5/SHA-256) sobre evidencia adquirida.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Identificar los errores que contaminan evidencia y cómo evitarlos.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Qué es DFIR y sus dos mitades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Principio de Locard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Orden de volatilidad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Cadena de custodia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Integridad por hash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Bloqueo de escritura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Documentación y notas contemporáneas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DFIR combina dos objetivos que pueden tensionarse: restaurar una operación segura y preservar evidencia suficiente para explicar lo ocurrido. La prioridad depende de vida, servicio, regulación y…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cadena de custodia registra quién controló el elemento, cuándo, dónde, por qué y qué acción realizó. Un hash demuestra igualdad de bits entre dos momentos, no quién obtuvo la evidencia ni si el…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Respuesta busca limitar impacto y recuperar operación; forense busca preservar e interpretar rastros de manera reproducible. Aislar un host puede ser urgente aunque cambie conexiones; adquirir…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disco encontrado no se vuelve evidencia solo por guardarlo. Se asigna identificador único, se fotografía estado, se registra ubicación, custodio, fecha y autoridad, y se sella. Cada transferencia…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hash responde «¿estos bytes son iguales a los verificados?». No demuestra que el reloj fuese correcto, que el dispositivo perteneciera al sospechoso o que la herramienta interpretara bien el…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orden de volatilidad prioriza datos que desaparecen antes: conexiones, procesos y RAM suelen preceder a discos y copias remotas, pero el orden se ajusta a riesgo y autorización. Cada comando…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informe separa observación —«el hash calculado fue…»—, inferencia —«la evidencia es consistente con ejecución»— e hipótesis. El principio de Locard sugiere que toda interacción deja rastros, pero…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DFIR: forense digital y respuesta a incidentes.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Evidencia: información con valor para una investigación.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Cadena de custodia: historial continuo de control y transferencias.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Integridad: ausencia de cambio no explicado.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Hash: resumen usado para comparar contenido.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Original/copia de trabajo: evidencia preservada y duplicado analizado.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Orden de volatilidad: prioridad según rapidez con que desaparecen datos.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DFIR: unión de Digital Forensics (análisis riguroso post-mortem) e Incident Response (contención y recuperación rápida). Característica clave: tensión entre velocidad y rigor, que hay que equilibrar…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Principio de intercambio de Locard: propone que una interacción puede transferir rastros. En digital orienta dónde buscar cambios, pero no asegura que sean registrados, preservados o atribuibles.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Orden de volatilidad: prioridad de captura según cuán rápido desaparece un dato (registros de CPU → RAM → conexiones → disco → backups). Característica: la RAM se pierde al apagar; el disco persiste.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Cadena de custodia: registro documental de quién controló la evidencia, cuándo, dónde, para qué y qué hizo con ella. Característica: un vacío debe declararse y evaluarse; su consecuencia jurídica…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Hash de integridad: resumen criptográfico usado para comparar bytes entre momentos o copias. Característica: una coincidencia apoya igualdad de contenido, no valida procedencia ni interpretación.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Bloqueador de escritura (write blocker): hardware o software diseñado para impedir escrituras al medio. Característica: debe verificarse; su sola presencia no demuestra ausencia de cambios.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Evidencia volátil vs. persistente: la volátil (RAM, procesos) muere al apagar; la persistente (disco) sobrevive. Característica: determina la estrategia de adquisición.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🔍 Caso razonado — servidor encendido con volumen cifrado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servidor crítico presenta conexiones anómalas. El volumen está cifrado y montado; apagarlo puede perder claves y sesiones, pero seguir operando permite cambios. El responsable del incidente…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bitácora registra quién autorizó, qué comandos se ejecutaron, con qué binarios verificados, a qué hora y qué efectos se observaron. El hash de la memoria demuestra que la copia analizada conserva…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alumno domina la clase cuando puede justificar un orden de adquisición adaptado al caso, mantener una cadena de custodia completa y explicar los límites del hash y de Locard. Una lista genérica de…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Entorno: máquina virtual con Kali Linux o SIFT Workstation (SANS). Trabaja siempre en un laboratorio aislado y con equipos propios o con autorización explícita por escrito.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Herramientas: sha256sum, md5sum, hashdeep, un editor de texto para el formulario de custodia, y una plantilla de cadena de custodia (puedes usar la de NIST o SANS).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Material físico simulado: bolsas antiestáticas con etiqueta, marcador indeleble, cuaderno de notas foliado.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un archivo que simule evidencia adquirida: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Calcula y guarda su hash de integridad al momento de la "adquisición":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el formulario de cadena de custodia con estos campos mínimos: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Identificador único del ítem (ej. CASO-2026-001-ITEM-01).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Descripción, fabricante, número de serie.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Fecha/hora de adquisición y zona horaria (UTC recomendado).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Nombre y firma de quien adquirió.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Enumera, en orden de volatilidad, siete fuentes de evidencia de un portátil encendido.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una plantilla de cadena de custodia con al menos diez campos.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con un ejemplo por qué apagar "correctamente" un equipo puede destruir evidencia.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 hashes MD5 y SHA-256 del mismo archivo y explica por qué preferimos SHA-256.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 procedimiento para etiquetar y fotografiar tres dispositivos incautados.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 un caso: un analista copió archivos con arrastrar-y-soltar desde el disco sospechoso. ¿Qué cinco cosas hizo mal?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Adquiere una imagen de un pendrive propio (o de un archivo .img que crees), documenta su cadena de custodia completa y verifica integridad antes y después de una transferencia simulada.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entregas (a) el .img, (b) su hash SHA-256 en un archivo separado, (c) un formulario de custodia con al menos una transferencia registrada, y (d) la salida de sha256sum -c…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sha256sum -c responde FAILED inesperadamente — La evidencia se alteró (montaje sin write-blocker). Reinicia desde el original con bloqueo de escritura.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recuerdas el orden de las acciones — No tomaste notas contemporáneas. Usa un cuaderno foliado o log con marca de tiempo.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tribunal rechaza la evidencia — Hueco en la cadena de custodia. Todo cambio de manos debe estar firmado y fechado.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Hashes distintos en dos herramientas — Rutas o codificación distinta, o el archivo cambió. Verifica que apuntas al mismo objeto.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Zona horaria confusa en el informe — Usaste hora local sin indicar offset. Registra siempre en UTC.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¿Forense e incidente son lo mismo?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La respuesta a incidentes prioriza contener y recuperar rápido; la forense prioriza el rigor y la reconstrucción defendible. DFIR las integra.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¿MD5 sirve todavía?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 deduplicación y verificación rápida sí, pero por colisiones conocidas prefiere SHA-256 en evidencia que pueda ir a juicio.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¿Puedo analizar el disco original directamente?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Siempre trabajas sobre una copia forense verificada; el original se preserva con bloqueo de escritura.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hago si contamino evidencia sin querer?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 verificables y alcance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SP 800-86: fuente primaria para integrar colección, examen, análisis y reporte forense con respuesta; advierte que no es guía legal ni procedimiento exhaustivo —…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RFC 3227 / BCP 55: fuente primaria para orden de volatilidad, notas, reducción de cambios, checksums, archivo y elementos mínimos de cadena de custodia — &lt;https://www.rfc-editor.org/info/rfc3227/&gt;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SWGDE, publicaciones de buenas prácticas: referencia profesional para procedimientos de evidencia digital; el documento aplicable debe identificarse por título y versión —…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Carrier, B. File System Forensic Analysis. Addison-Wesley: bibliografía complementaria para estructuras y métodos de análisis de sistemas de archivos.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92bbf406a20c98d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543300"/>
            <a:ext cx="8229600" cy="4114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