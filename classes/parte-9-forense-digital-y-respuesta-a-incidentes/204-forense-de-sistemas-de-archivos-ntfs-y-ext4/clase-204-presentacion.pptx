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204 — Forense de sistemas de archivos: NTFS y ext4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la anatomía interna de NTFS y ext4 al nivel que permite hacer forense real: la MFT y sus atributos, marcas de tiempo, el $LogFile y $UsnJrnl en NTFS; inodos, journal y timestamps en ext4. Al…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estructura de la MFT y sus atributos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los timestamps MACB en NTFS y ext4.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Recuperar archivos borrados a partir de metadatos residuales.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$UsnJrnl y el journal de ext4 para reconstruir cambios.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The Sleuth Kit para recorrer un sistema de archivos.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MFT y registros de archivo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Atributos $STANDARDINFORMATION y $FILENAME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Timestamps MACB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$LogFile y $UsnJrnl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Inodos y bloques en ext4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Journal de ext4 (jbd2)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Archivos borrados y residuos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sistema de archivos es una base de metadatos que relaciona nombres, identificadores, tiempos y bloques. «El archivo fue borrado» suele significar que la referencia fue liberada; contenido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NTFS usa registros MFT y atributos; ext4 usa inodos, extents y journal. Los cuatro tiempos MACB dependen del sistema, operación y herramienta, y pueden modificarse legítima o maliciosamente.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NTFS representa cada archivo o directorio mediante registros en la Master File Table. Los atributos pueden contener nombres, datos, tiempos y referencias; archivos pequeños incluso pueden ser…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USN Journal registra cambios seleccionados mientras exista retención; $LogFile apoya recuperación transaccional. Ninguno es auditoría completa de usuario. Se correlacionan con Event Logs, Prefetch…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ext4 el nombre vive en la entrada de directorio y el inode conserva metadatos y referencias a datos mediante extents. Borrar puede liberar la entrada y bloques; la recuperación depende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MACB es una convención de análisis: Modified, Accessed, Changed y Birth/Creation cuando el sistema lo ofrece. ctime en Unix representa cambio de metadatos, no creación. Acceso puede estar reducido…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un archivo se elimina, pueden quedar tres tipos de evidencia: metadato que refiere al objeto, contenido recuperado por bloques y rastros en otros artefactos. Recuperar un PDF por carving no…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MFT: tabla maestra de archivos de NTFS.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Inode: estructura de metadatos en ext4.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Extent: rango contiguo de bloques.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Journal: registro para consistencia del sistema de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Unallocated: espacio no asignado a un objeto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Slack space: bytes no usados dentro de una unidad asignada.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MACB: tiempos de modificación, acceso, cambio y nacimiento.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MFT (Master File Table): base de datos de NTFS donde cada archivo tiene un registro. Característica: incluso los archivos pequeños viven dentro de la MFT (residentes).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$STANDARDINFORMATION: atributo NTFS que incluye timestamps y otros metadatos. Característica: distintas operaciones y APIs pueden modificar sus tiempos; una discrepancia requiere corroboración.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$FILENAME: atributo NTFS asociado a nombre y referencia de directorio que también contiene tiempos. Característica: compararlo con otras fuentes puede revelar inconsistencias, no probar por sí solo…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MACB: Modified, Accessed, Changed (ctime: cambio de metadatos/entrada MFT), Born (creación). Característica: cuatro marcas que permiten ordenar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$UsnJrnl: Update Sequence Number Journal, registra cambios en archivos. Característica: revela creaciones/borrados recientes.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Inodo (ext4): estructura con metadatos y punteros a bloques de datos. Característica: al borrar, ext4 suele limpiar punteros (dificulta recuperar).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Journal (jbd2): mecanismo transaccional usado por ext4 para consistencia. Característica: puede aportar rastros de metadatos dentro de su ventana, pero no es un registro de auditoría completo.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script eliminado en dos sistemas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NTFS, una entrada MFT liberada conserva nombre y atributos; el USN puede registrar una razón de cambio dentro de su ventana y Prefetch aporta una relación separada con ejecución. En ext4,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analista recupera bytes candidatos de ambos medios y registra offsets. En Windows puede relacionar contenido, MFT y USN; en Linux relaciona inode, directorio, journal y logs. Si el carving…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explica dónde viven nombre, metadatos y datos en NTFS y ext4; interpreta MACB sin llamar creación al ctime de Unix; y distingue journal de auditoría. Debe producir una timeline con fuente y…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Sleuth Kit (TSK): fls, istat, icat, mmls, fsstat, mactime.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NTFS específico: analyzeMFT.py, MFTECmd (Eric Zimmerman), UsnJrnl2Csv.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ext4: debugfs, extundelete.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monta las imágenes en solo lectura. Trabaja sobre imágenes propias creadas en la clase anterior.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Examina la tabla de particiones: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estadísticas del sistema de archivos: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archivos incluyendo borrados (marcados con 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un inodo/registro MFT concreto: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el contenido de un archivo por su inodo: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una línea de tiempo del sistema de archivos: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NTFS, extrae y parsea la MFT con MFTECmd: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timestamps residentes y no residentes en la MFT.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timestomping comparando $SI y $FN en una MFT de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un archivo borrado propio con icat y verifica su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el significado de cada letra en MACB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debugfs para listar los inodos borrados de una imagen ext4.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cómo NTFS y ext4 manejan el borrado de un archivo.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partir de una imagen NTFS propia donde borraste un archivo y alteraste deliberadamente sus tiempos, identifica las incoherencias en MFT y fuentes relacionadas, explica qué sostiene la manipulación…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presentas (a) el archivo recuperado con icat, (b) una comparación $SI vs $FN que muestra la incoherencia de timestamps, y (c) una explicación de por qué esa incoherencia…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fls no muestra offset correcto — Falta -o con el sector de inicio de la partición. Sácalo de mmls.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icat devuelve datos basura — El inodo fue reasignado; los bloques ya se sobrescribieron.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Timestamps "imposibles" (futuro) — Timestomping o reloj alterado. Contrasta con $FN.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extundelete no recupera nada — ext4 limpió los punteros del inodo. Prueba carving (clase 214).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MFTECmd no encuentra $MFT — Debes extraer $MFT con FTK Imager primero.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hay dos juegos de timestamps en NTFS?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atributos los mantiene NTFS bajo reglas y operaciones distintas; $FILENAME no debe tratarse como reloj inmune. Compararlos puede revelar una incoherencia que se explica con operaciones, journal…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¿ext4 conserva archivos borrados?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frecuencia quedan menos punteros útiles tras liberar el inodo. El journal puede aportar metadatos dentro de su ventana y el carving es una alternativa, aunque sobrescritura, TRIM, cifrado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archivo residente?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Uno tan pequeño que sus datos caben dentro del propio registro de la MFT, sin ocupar clusters aparte.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$UsnJrnl está siempre activo?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Microsoft, NTFS overview: documentación oficial de características NTFS; no interpreta por sí sola artefactos de un caso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 Kernel, estructuras ext4: fuente primaria para inodos, extents, directorios y journal JBD2 — &lt;https://www.kernel.org/doc/html/latest/filesystems/ext4/index.html&gt;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 Kernel, journal ext4: explica que JBD2 protege consistencia y que el modo habitual registra principalmente metadatos — &lt;https://www.kernel.org/doc/html/latest/filesystems/ext4/journal.html&gt;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Sleuth Kit: documentación primaria de herramientas y técnicas de análisis de filesystem — &lt;https://www.sleuthkit.org/sleuthkit/docs.php&gt;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MFTECmd: documentación del proyecto para interpretar MFT; sus campos deben contrastarse con versión del parser y fuente original — &lt;https://github.com/EricZimmerman/MFTECmd&gt;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Carrier, B. File System Forensic Analysis. Addison-Wesley: bibliografía complementaria.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2f35f9fd1a8b0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24912"/>
            <a:ext cx="8229600" cy="20482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