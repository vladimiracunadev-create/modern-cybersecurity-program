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202 — El ciclo de respuesta a incidentes (NIST y SANS)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los dos marcos de referencia que estructuran toda respuesta a incidentes: el ciclo de cuatro fases de NIST SP 800-61 y el modelo PICERL de SANS de seis pasos. Al terminar sabrás en qué fase…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cuatro fases del ciclo NIST y su carácter iterativo.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el modelo PICERL de SANS contra las fases de NIST.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un evento como incidente y asignarle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los criterios de activación y de cierre de un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runbook mínimo para una fase concreta.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NIST SP 800-61 Rev. 3 y CSF 2.0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Preparación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Detección y 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Contención, erradicación y recuperación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Actividad post-incidente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Modelo PICERL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Clasificación y severidad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3 ya no presenta la respuesta como una secuencia aislada: la integra con CSF 2.0. Preparación, gobierno e identificación de riesgos ocurren antes; detección, respuesta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PICERL sigue siendo una mnemotecnia útil, no una garantía de linealidad. Contención puede preceder al alcance completo y recuperación puede revelar persistencia. Cada transición necesita autoridad…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revisión final publicada por NIST en 2025 reemplaza Rev. 2 y presenta recomendaciones de respuesta alineadas con CSF 2.0. Govern, Identify y Protect sostienen preparación; Detect descubre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PICERL —Preparation, Identification, Containment, Eradication, Recovery, Lessons Learned— sigue ayudando a recordar tareas. No debe enseñarse como seis cajas que terminan para siempre. Mientras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alerta es una señal; un incidente exige evaluación. Se confirma validez, activos, identidad, alcance inicial y efecto. Severidad combina impacto y urgencia: acceso a un activo crítico puede ser…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fase tiene condiciones de entrada y salida. Contener requiere autoridad y objetivo; erradicar exige comprender persistencia y vector; recuperar necesita estado confiable, pruebas y monitoreo…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incident commander mantiene objetivos, responsables y ritmo. El case log registra hechos, acciones y decisiones con horas diferentes: cuándo ocurrió, cuándo se conoció y cuándo se actuó.…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Incidente: ocurrencia que compromete o amenaza objetivos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Preparación: capacidades construidas antes del evento.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Contención: limitación del daño o propagación.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eliminación de causa y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Recuperación: retorno controlado a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PICERL: modelo SANS de seis fases.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salida: evidencia requerida para avanzar de fase.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 vs. incidente: un evento es cualquier ocurrencia observable; un incidente es un evento que viola (o amenaza) la política de seguridad. Característica: no todo evento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Preparación: fase donde se crean equipos, herramientas, contactos y procesos antes de que ocurra nada. Característica: es continua, no un hito.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y análisis: identificación y validación del incidente, determinación de alcance. Característica: aquí se decide si se activa el resto.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Contención: limitar la propagación. Característica: puede ser a corto (aislar) o largo plazo (parcheo temporal).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eliminar la causa (malware, cuentas comprometidas, vulnerabilidad). Característica: incompleta si queda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Recuperación: volver a operación normal con monitoreo reforzado. Característica: gradual y verificada.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PICERL: Preparation, Identification, Containment, Eradication, Recovery, Lessons Learned. Característica: mnemotecnia profesional complementaria; no es idéntica a la estructura de CSF 2.0.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compromiso de una cuenta administrativa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IdP alerta un inicio de sesión desde una ubicación inusual. Detect todavía no equivale a incidente confirmado: se validan fuente, cuenta, sesión, MFA y actividad posterior. Al encontrar creación…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Recover no comienza únicamente después de «terminar» Respond. Mientras se restauran configuraciones, aparecen permisos heredados que obligan a volver a erradicación. La comunicación ejecutiva informa…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entrega un flujo donde cada transición tiene entrada, responsable, autoridad, evidencia y criterio de salida; distingue alerta, evento e incidente; y muestra al menos un retorno entre…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Marcos: consulta NIST SP 800-61 Rev. 3 y CSF 2.0; usa PICERL como mnemotecnia operativa, no como sustituto del marco vigente.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Plantillas: una matriz de severidad (P1–P4), una plantilla de runbook y una lista de contactos de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Software de apoyo: un sistema de tickets (TheHive es ideal y gratuito) para registrar el ciclo de vida del incidente.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una matriz de severidad con cuatro niveles. Para cada uno especifica: impacto, tiempo de respuesta objetivo y quién debe ser notificado.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este escenario: "El EDR reporta que un servidor de nóminas ejecutó PowerShell ofuscado que contactó una IP externa a las 03:14 UTC". Clasifícalo y justifica la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Recorre las cuatro fases NIST anotando, para este caso, al menos dos acciones concretas por 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esas acciones al esquema PICERL y verifica que no falte ninguna.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runbook de la fase de contención para este caso: pasos numerados, decisión de "aislar vs. observar", y quién autoriza.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los criterios de cierre: ¿qué debe cumplirse para declarar el incidente resuelto? Documenta al menos cuatro.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todo el ciclo como un ticket en TheHive (o en una tabla si no lo tienes instalado).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ciclo NIST como diagrama y marca dónde es iterativo.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tabla que mapee cada paso PICERL con su fase NIST equivalente.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cinco criterios que convierten un "evento" en "incidente".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matriz de severidad P1–P4 para una PYME.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runbook de detección para alertas de phishing reportadas por usuarios.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caso donde saltarse la contención antes de la erradicación empeoró las cosas.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runbook completo de respuesta para un caso de ransomware en un endpoint, cubriendo las seis etapas de PICERL con acciones concretas, responsables y criterios de transición entre etapas.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runbook tiene las seis etapas, cada una con al menos tres acciones numeradas, un responsable asignado y una condición explícita para pasar a la siguiente etapa. Un…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equipo erradica sin contener — Se saltó una fase por prisa; el malware se reinfecta. Respeta el orden PICERL.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incidentes son "críticos" — Falta matriz de severidad. Define criterios objetivos por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sabe a quién avisar — No hay lista de escalado. Créala en preparación.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incidente "nunca cierra" — Sin criterios de cierre. Defínelos por adelantado.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repite el mismo ataque — Se omitió la fase de lecciones aprendidas. Hazla obligatoria.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¿NIST o SANS, cuál uso?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 compatibles. NIST es la referencia formal; PICERL es el mnemónico operativo. Muchos equipos usan PICERL para comunicar y NIST para documentar.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preparación es una sola vez?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es continua: cada incidente alimenta mejoras a la preparación.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contener y erradicar a la vez?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veces se solapan, pero conceptualmente contienes primero para no perder evidencia ni alertar al atacante prematuramente.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contención a corto y largo plazo?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3: fuente primaria vigente para incorporar respuesta a incidentes en las funciones de CSF 2.0; reemplazó Rev. 2 en abril de 2025 — &lt;https://doi.org/10.6028/NIST.SP.800-61r3&gt;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CSF 2.0: fuente primaria para Govern, Identify, Protect, Detect, Respond y Recover — &lt;https://doi.org/10.6028/NIST.CSWP.29&gt;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SANS, Incident Handler's Handbook: material profesional que desarrolla PICERL; se usa como mnemotecnia complementaria — &lt;https://www.sans.org/white-papers/33901/&gt;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TheHive: documentación oficial de alertas, casos y observables usada para implementar el registro del caso — &lt;https://docs.strangebee.com/thehive/&gt;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Roberts, S. y Brown, R. Intelligence-Driven Incident Response. O'Reilly: bibliografía complementaria sobre respuesta orientada por inteligencia.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c5e870f88d106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9272"/>
            <a:ext cx="8229600" cy="8595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