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207 — Forense de memoria RAM con Volatility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adquirir y analizar volcados de memoria RAM con Volatility 3 para descubrir lo que el disco no revela: procesos ocultos, conexiones de red activas, inyección de código, malware sin archivo…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Adquirir volcados de memoria en Windows y Linux de forma forense.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procesos, DLLs, handles y conexiones desde un volcado.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inyección de código y procesos ocultos.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ejecutables y artefactos de la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Volatility 3 con sus plugins principales.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Por qué la RAM importa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Adquisición de memoria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Enumeración de procesos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Conexiones de red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Inyección de código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Extracción de binarios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Detección de ocultamiento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RAM captura estado vivo: procesos, mapeos, sockets, credenciales o claves potenciales y rastros ya ausentes del disco. También es una instantánea incompleta y cambiante. Adquirirla modifica…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3 interpreta estructuras mediante capas y símbolos; un plugin no «encuentra malware», presenta objetos que el analista contextualiza. Diferencias entre listas de procesos pueden revelar…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no adquiere memoria: analiza un volcado producido por otra herramienta. El agente de adquisición ocupa páginas, crea handles y consume CPU; además, el contenido puede cambiar mientras 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prioridad de RAM depende de la pregunta. Puede conservar procesos, sockets, comandos, regiones mapeadas, claves o contenido descifrado que desaparecerán al apagar. También puede contener secretos…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3 usa capas para traducir offsets y tablas de símbolos para interpretar estructuras. En Windows puede obtener símbolos desde PDB; en Linux normalmente necesita símbolos correspondientes al…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pslist, pstree y los scanners responden preguntas distintas. La lista activa describe objetos enlazados; un scanner busca patrones en páginas y puede recuperar procesos terminados o falsos…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región ejecutable y escribible puede ser sospechosa, pero JIT, empaquetadores y software de seguridad también generan permisos inusuales. malfind y plugins relacionados priorizan regiones; el…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Memory image: captura de memoria física disponible.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Symbol table: descripción de tipos y estructuras del kernel.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Plugin: análisis específico de estructuras.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VAD: descriptor de rangos virtuales de un proceso Windows.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Handle: referencia de proceso a un objeto.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Inyección: código o datos introducidos en otro proceso.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Pagefile: almacenamiento que puede contener páginas desplazadas.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Volcado de memoria: copia del contenido de la RAM en un momento dado. Característica: es la evidencia más volátil; se pierde al apagar.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Ejecución sin archivo persistente: código cuyo componente relevante puede residir en memoria o abusar de componentes legítimos. Característica: exige telemetría y análisis de estado, aunque suelen…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Inyección de código: ejecución o mapeo de contenido dentro de otro proceso. Característica: permisos, regiones, hilos y contenido deben corroborarse; RWX por sí solo no la prueba.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DKOM: manipulación de objetos del kernel que puede alterar visibilidad. Característica: comparar métodos de enumeración ayuda, pero una discrepancia también puede tener causas residuales o benignas.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y scanning: recorridos estructurados y búsquedas de patrones responden preguntas diferentes. Característica: un scanner puede encontrar objetos terminados y falsos candidatos.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malfind: plugin que prioriza regiones según características de memoria. Característica: produce candidatos para análisis, no un veredicto automático.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Símbolos: descripciones necesarias para interpretar estructuras del sistema. Característica: deben corresponder a la versión capturada; su obtención automática no está garantizada para todo sistema.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proceso legítimo con región anómala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pstree muestra un proceso firmado iniciado por su padre esperado. malfind señala una región privada ejecutable; un hilo comienza dentro de ella y netscan relaciona el PID con una conexión reciente.…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analista exporta la región y registra proceso, offset, protección, plugin y hash. El scanner también muestra un proceso terminado: sus tiempos preceden la captura y no se presenta como activo. La…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identifica sistema y símbolos, compara enumeraciones, relaciona proceso–región–hilo–red y conserva procedencia de toda extracción. Ejecutar malfind y etiquetar todas sus filas como malware…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Adquisición: FTK Imager o WinPmem (Windows), AVML o LiME (Linux).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Análisis: Volatility 3 (Python 3). Instala con pip install volatility3.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Muestras: usa un volcado de una VM propia o los volcados de práctica públicos (por ejemplo, imágenes de entrenamiento de Volatility). Nunca ejecutes malware fuera de un laboratorio aislado y…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Adquiere la memoria (Windows, WinPmem):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Linux con AVML: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procesos: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procesos ocultos comparando con psscan: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Cualquier PID en psscan que no esté en pslist es sospechoso.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el árbol de procesos para relaciones padre-hijo raras: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conexiones de red: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se adquiere RAM antes que disco.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un proceso oculto comparando pslist y psscan.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conexión de red sospechosa con netscan.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malfind para hallar una región RWX inyectada.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el ejecutable de un proceso malicioso de la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la línea de comandos de un proceso con cmdline.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partir de un volcado de memoria (propio o de entrenamiento) que contenga un proceso malicioso inyectado, identifícalo, documenta cómo lo detectaste y extrae su código para 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(a) el PID y nombre del proceso malicioso, (b) la evidencia de inyección (salida de malfind con región RWX), (c) su conexión de red si la hay, y (d) el binario…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Unsatisfied requirement / símbolos — Volatility no halló símbolos del kernel. Deja que los descargue o provee el ISF correcto.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pslist no ve el malware — Ocultamiento por DKOM. Usa psscan.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Volcado corrupto o truncado — Adquisición interrumpida. Repite con la máquina estable.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Plugins de Vol 2 no funcionan — Sintaxis distinta en Vol 3. Usa windows.&lt;plugin&gt;.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netscan vacío — Volcado de un SO no soportado o muy antiguo. Verifica la versión.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¿Volatility 2 o 3?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3 es la rama documentada actualmente y usa Python 3. Puede obtener símbolos disponibles para ciertas plataformas, pero el analista debe verificar correspondencia y disponibilidad…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detecto malware fileless?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memoria: procesos sin archivo en disco, inyección RWX (malfind), y PowerShell/WMI en cmdline. El disco no lo mostraría.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sacar contraseñas de la RAM?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veces sí (hashes, tokens, incluso texto plano). Trátalas como datos sensibles y protégelas.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pslist y psscan difieren?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3, tutorial de Windows: documentación oficial de adquisición externa, símbolos y ejecución de plugins — &lt;https://volatility3.readthedocs.io/en/latest/getting-started-windows-tutorial.html&gt;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3, fundamentos: documentación oficial de capas, objetos, tablas de símbolos y plugins — &lt;https://volatility3.readthedocs.io/en/latest/basics.html&gt;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Foundation: contexto institucional de los proyectos mantenidos; para comandos y compatibilidad se usa la documentación versionada de Volatility 3 — &lt;https://volatilityfoundation.org/&gt;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WinPmem y AVML: repositorios primarios de adquisidores usados como ejemplos; cada versión y sistema debe probarse por separado — &lt;https://github.com/Velocidex/WinPmem&gt; ·…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800-86 y RFC 3227: fuentes primarias para priorizar datos volátiles y documentar adquisición — &lt;https://doi.org/10.6028/NIST.SP.800-86&gt; · &lt;https://www.rfc-editor.org/info/rfc3227/&gt;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Ligh, Case, Levy y Walters. The Art of Memory Forensics. Wiley: bibliografía complementaria; los comandos se contrastan con Volatility 3 actual.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74998620637ac1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73552"/>
            <a:ext cx="8229600" cy="9509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