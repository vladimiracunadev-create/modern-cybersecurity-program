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219 — Ejercicios de mesa (tabletop)</a:t>
            </a:r>
          </a:p>
          <a:p>
            <a:r>
              <a:rPr sz="1600">
                <a:solidFill>
                  <a:srgbClr val="2E8B57"/>
                </a:solidFill>
              </a:rPr>
              <a:t>parte 9 forense digital y respuesta a incidentes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diseñar y facilitar ejercicios de mesa (tabletop): simulacros discutidos donde el equipo ensaya su respuesta a un incidente sin sistemas reales en riesgo. Al terminar sabrás construir un…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los tipos de ejercicio (tabletop, funcional, simulacro completo).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escenario realista con inyecciones progresivas.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Facilitar la sesión manteniendo el foco y el ritmo.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la respuesta contra los playbooks existentes.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Capturar hallazgos y acciones de mejora.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Tipos de ejercicio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Objetivos del tabletop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Diseño de escenario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Inyecciones (injects)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Roles: facilitador y participantes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Facilitación efectiva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Evaluación y métricas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tabletop es una conversación facilitada para evaluar decisiones, dependencias y autoridad frente a un escenario; no mide la capacidad técnica por sí solo. Los objetivos deben ser observables…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injects introducen evidencia o restricciones, no trucos. El facilitador separa evaluación de enseñanza y crea seguridad psicológica para exponer vacíos. Se registran decisiones, supuestos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«Probar respuesta a ransomware» es demasiado amplio. Un objetivo observable puede ser que operaciones y negocio decidan en quince minutos si aislar un servidor crítico, usando criterios del playbook…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escenario describe contexto suficiente y deja incertidumbre. Debe ser plausible para arquitectura, datos y amenazas de la organización, pero no necesita copiar un incidente real. Se establecen…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MSEL ordena hora, inject, canal, destinatario, respuesta esperada, objetivo evaluado y contingencia. Un inject útil aporta nueva evidencia: el EDR pierde conectividad, un cliente publica datos 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facilitador pregunta qué haría el equipo, quién lo autoriza, con qué información y qué registraría. Si entrega la solución, convierte el ejercicio en clase. Si el grupo se estanca, puede recordar…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capturan decisiones, tiempo, evidencia solicitada, comunicaciones, supuestos y dependencias. Una puntuación puede ayudar, pero no demuestra «madurez» completa: el desempeño depende del alcance y…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Tabletop exercise: simulación conversacional de decisiones.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Inject: información añadida durante el escenario.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Facilitador: persona que guía sin decidir por participantes.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Controller: administra ritmo y reglas del ejercicio.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Observer: registra evidencia sin intervenir.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Hotwash: debrief inmediato.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After-action report: resultados y plan de mejora.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Tabletop: ejercicio basado en discusión y escenario. Característica: evalúa decisiones, roles y coordinación dentro de su alcance, no ejecución técnica completa.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funcional: prueba parcial con sistemas/herramientas reales. Característica: más realista, más costoso.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Simulacro completo (full-scale): ejercicio amplio con operaciones coordinadas y recursos reales o representativos. Característica: ofrece mayor realismo, complejidad, costo y riesgo controlado.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Inject (inyección): nueva información introducida por el facilitador para escalar el escenario. Característica: obliga a decidir.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Facilitador: guía la sesión, lanza injects, evita que se estanque. Característica: neutral, no resuelve por el equipo.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MSEL (Master Scenario Events List): guion de eventos e injects planificados. Característica: estructura el ejercicio.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Hotwash: debrief inmediato tras el ejercicio. Característica: captura impresiones en caliente.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Caso razonado — ransomware con presión pública y continuidad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ejercicio inicia con cifrado aparente en un servidor de archivos. El primer inject pide decidir aislamiento; el segundo informa que el sistema soporta despacho y que el procedimiento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facilitador no confirma si la filtración es real: pide qué evidencia solicitar, quién decide y cómo comunicar incertidumbre. La evaluación observa autoridad, tiempos, uso del playbook y…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Dominas la clase cuando cada objetivo es observable, la MSEL vincula injects con decisiones, los participantes tienen una función, el facilitador registra sin resolver y el AAR convierte brechas en…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Diseño: plantilla de escenario, MSEL con injects y tiempos, objetivos medibles.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Facilitación: sala (física o virtual), reloj, y un observador que tome notas.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Insumos: los playbooks (clase 215) que se quieren poner a prueba.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aplicado: no requiere entorno técnico; es organizativo.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objetivos medibles: p. ej. "validar el playbook de ransomware y los criterios de escalado".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un escenario realista para tu contexto (ransomware que cifra un servidor de archivos y exige rescate).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la MSEL con injects progresivos y sus tiempos. Ejemplo de injects: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T+0: el EDR alerta de cifrado masivo en un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T+15: usuarios reportan que no acceden a archivos.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T+30: aparece una nota de rescate; el atacante amenaza con filtrar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T+45: un periodista contacta pidiendo comentarios.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tres objetivos medibles para un tabletop.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MSEL con cinco injects y sus tiempos.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escenario de brecha de datos con inject de prensa.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las preguntas de decisión para dirección y legal.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una rúbrica para evaluar la respuesta del equipo.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el guion de un hotwash de 15 minutos.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ejercicio tabletop completo (objetivos, escenario, MSEL con al menos cinco injects, roles y rúbrica de evaluación) sobre un incidente relevante, listo para ejecutarse con un equipo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paquete permite a otro facilitador correr el ejercicio sin ayuda; incluye objetivos medibles, MSEL cronometrada con cinco injects, roles claros, puntos de decisión y una…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ejercicio se estanca — Faltan injects o facilitación. Prepara MSEL y lanza eventos a tiempo.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convierte en clase teórica — El facilitador resuelve por el equipo. Deja que decidan ellos.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Escenario irreal — No aplica al contexto. Diseña sobre amenazas plausibles para la organización.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 conclusiones accionables — No hubo informe. Cierra con hotwash y acciones asignadas.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participa TI — Falta convocar a legal, comunicación y dirección. Inclúyelos.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¿Tabletop o simulacro real?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Tabletop primero: barato, sin riesgo, ideal para validar procesos y roles. Los funcionales y full-scale se hacen cuando el proceso ya madura.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¿Con qué frecuencia se hacen?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menos anual, y tras cambios grandes (nuevos sistemas, reorganización) o incidentes relevantes.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¿Quién debe participar?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solo TI/seguridad: incluye legal, comunicación, RR. HH. y dirección, según el escenario.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la MSEL?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800-84: &lt;https://csrc.nist.gov/pubs/sp/800/84/final&gt; — guía oficial para programas de pruebas, capacitación y ejercicios; debe adaptarse al riesgo y objetivos de la organización.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CISA Tabletop Exercise Package documents: &lt;https://www.cisa.gov/resources-tools/resources/ctep-package-documents&gt; — plantillas y paquetes oficiales para diseñar escenarios, MSEL y evaluación.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800-61 Rev. 3: &lt;https://doi.org/10.6028/NIST.SP.800-61r3&gt; — integra aprendizaje y mejora de la capacidad de respuesta en el ciclo de gestión de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CISA Incident Response Playbook: &lt;https://www.cisa.gov/sites/default/files/publications/CybersecurityIncidentVulnerabilityResponsePlaybooks508C.pdf&gt; — material para convertir procedimientos en puntos…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291f6c38841271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61588"/>
            <a:ext cx="8229600" cy="3749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