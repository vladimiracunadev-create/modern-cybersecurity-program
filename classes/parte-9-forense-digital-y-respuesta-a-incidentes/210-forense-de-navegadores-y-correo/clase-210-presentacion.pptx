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210 — Forense de navegadores y correo</a:t>
            </a:r>
          </a:p>
          <a:p>
            <a:r>
              <a:rPr sz="1600">
                <a:solidFill>
                  <a:srgbClr val="2E8B57"/>
                </a:solidFill>
              </a:rPr>
              <a:t>parte 9 forense digital y respuesta a incidentes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a extraer y analizar actividad web y de correo: historial, cookies, descargas, caché y sesiones de navegadores (Chrome, Firefox, Edge), y encabezados, adjuntos y trazabilidad de mensajes. Al…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Localizar y parsear las bases SQLite de los navegadores.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Reconstruir historial, descargas y sesiones de navegación.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Analizar encabezados de correo para delimitar la ruta confiable y sus límites.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Extraer adjuntos y detectar phishing y spoofing.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Correlacionar actividad web/correo con la timeline del caso.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Bases de datos de navegador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Chrome/Edge (History, Cookies)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Firefox (places.sqlite)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Caché y sesiones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Formatos de correo (PST, OST, MBOX, EML)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Encabezados de correo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SPF/DKIM/DMARC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Navegadores y correo mezclan contenido local, sincronizado y remoto. Historial, cookies, caché, descargas y sesiones dependen de perfil y versión; un URL en historial no prueba lectura consciente. En…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preserva mensaje original en su formato, no solo captura de pantalla. Received se lee de abajo hacia arriba con cautela; SPF, DKIM y DMARC expresan controles diferentes y resultados ligados al…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Chrome, Edge y Firefox distribuyen actividad entre bases SQLite, archivos de sesión, caché y preferencias. Copiar solo History puede omitir transacciones pendientes en archivos -wal y -shm; abrir el…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URL puede aparecer por navegación consciente, redirección, precarga, sincronización o recurso embebido. Una cookie indica que un navegador almacenó datos para un dominio, no que el titular de la…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RFC 5322 define la sintaxis del mensaje de Internet, mientras MIME estructura cuerpos y adjuntos. El .eml original conserva campos que una captura de pantalla pierde. Cada servidor de transporte…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separan From visible, Return-Path, dominio de DKIM, Message-ID, fechas y Authentication-Results. La IP hallada en la cadena puede identificar un relé o proveedor, no el dispositivo de la persona.…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SPF autoriza hosts para el dominio usado en la identidad del sobre; DKIM verifica una firma y las partes cubiertas del mensaje; DMARC evalúa alineación del dominio visible con SPF o DKIM y aplica una…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Browser profile: conjunto de datos de un usuario/navegador.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Cache: copia local de recursos recuperados.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Cookie: dato asociado a una sesión o sitio.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MIME: estructura de contenido de correo.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Received: salto añadido por servidores de transporte.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DKIM: firma de dominio sobre partes del mensaje.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Mark-of-the-Web: marca de procedencia de zona en Windows.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History (Chrome): SQLite con visitas, tiempos y descargas. Característica: los timestamps usan época WebKit (microsegundos desde 1601).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places.sqlite (Firefox): base de historial y marcadores. Característica: timestamps en microsegundos desde 1970.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Cookies: datos asociados por el navegador a un origen o sesión. Característica: prueban almacenamiento local, pero su significado y atribución dependen del tipo, cifrado y contexto.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PST/OST: contenedores de Outlook. Característica: PST es exportable; OST es la caché local.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MBOX/EML: formatos de correo de texto. Característica: EML es un mensaje individual con encabezados completos.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Encabezados Received: campos agregados durante el transporte. Característica: se examinan desde el primer salto confiable y no todos poseen igual confianza.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SPF/DKIM/DMARC: mecanismos complementarios de autorización, firma y alineación de dominios. Característica: sus resultados deben interpretarse con identidad evaluada, política y receptor.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🔍 Caso razonado — del mensaje a la ejecución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.eml presenta como remitente al área financiera. El primer Received confiable muestra entrega desde un servicio externo; SPF falla para la identidad del sobre, DKIM no existe y DMARC falla por…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narrativa conserva la separación: los encabezados explican autenticación y transporte; el navegador apoya visita y descarga; el endpoint apoya ejecución. Si DMARC hubiera pasado, no se descartaría…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Dominas la clase cuando adquieres un perfil sin alterar su estado lógico, incluyes archivos auxiliares de SQLite cuando corresponda, conviertes tiempos conservando su época, analizas un mensaje desde…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Navegadores: DB Browser for SQLite, herramientas de Eric Zimmerman, Hindsight (Chrome), nirsoft BrowsingHistoryView.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Correo: libpff (PST), readpst, un visor de EML, y análisis manual de encabezados.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Entorno: usa perfiles de navegador y correos PROPIOS. Si analizas un correo de phishing real recibido por ti, hazlo en entorno aislado y no abras los adjuntos.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Copia (no abras el navegador en vivo) la base de historial de Chrome: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Windows: %LOCALAPPDATA%\Google\Chrome\User Data\Default\History.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Explora el historial con SQL: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Convierte los timestamps WebKit a fecha legible (recuerda: microsegundos desde 1601).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Firefox: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Hindsight para un informe consolidado de Chrome (historial, cookies, descargas, extensiones).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un correo sospechoso propio (archivo .eml): abre los encabezados e identifica desde abajo el primer salto administrado por infraestructura confiable; separa relé observado de origen del…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Convierte tres timestamps WebKit a fecha UTC legible.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Lista las diez URLs más visitadas de tu perfil.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Reconstruye una descarga con su origen y destino.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Traza la ruta declarada en Received y marca desde qué salto puede confiarse según la infraestructura disponible.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 spoofing con Authentication-Results.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y hashea un adjunto sin abrirlo.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un correo sospechoso propio, determina si la evidencia sustenta suplantación de dominio o requiere otra hipótesis, identifica el primer salto confiable y los resultados de SPF/DKIM/DMARC, 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reportas (a) el primer salto confiable y los límites para atribuir origen, (b) identidad y resultados evaluados por SPF/DKIM/DMARC, y (c) si los artefactos son compatibles con…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database is locked — El navegador está abierto. Trabaja sobre una copia con el navegador cerrado.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Timestamps sin sentido — Épocas distintas (WebKit vs. Unix). Convierte con la fórmula correcta.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Encabezados Received confusos — Léelos de abajo hacia arriba; los de arriba pueden estar falsificados.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SPF pasa pero igual es phishing — SPF valida el sobre, no el From visible. Revisa DKIM y DMARC.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Adjunto peligroso — Nunca lo ejecutes. Solo hashea y analiza en aislamiento.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timestamps raros en Chrome?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la época WebKit: microsegundos desde el 1 de enero de 1601. Hay que convertirla.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¿SPF suficiente contra spoofing?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SPF valida el remitente del sobre (envelope), no el From que ve el usuario. DMARC alinea ambos; revísalo siempre.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recuperar correo borrado?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 veces sí desde PST/OST (elementos recuperables) o desde el espacio no asignado con carving.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modo incógnito deja rastro?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 verificables y alcance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Mozilla — Profiles: &lt;https://support.mozilla.org/en-US/kb/profiles-where-firefox-stores-user-data&gt; — documentación oficial sobre datos conservados en un perfil Firefox; las rutas y esquemas pueden…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RFC 5322: &lt;https://www.rfc-editor.org/info/rfc5322/&gt; — especificación del formato de mensajes de Internet y sus campos.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RFC 7208: &lt;https://www.rfc-editor.org/info/rfc7208/&gt; — especificación de SPF y de la identidad que evalúa; no autentica por sí solo el From visible.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RFC 6376: &lt;https://www.rfc-editor.org/info/rfc6376/&gt; — especificación de DKIM y del alcance de las firmas.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RFC 9989: &lt;https://www.rfc-editor.org/info/rfc9989/&gt; — especificación vigente de DMARC para alineación, política y reportes.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Hindsight: &lt;https://github.com/obsidianforensics/hindsight&gt; — herramienta abierta para artefactos Chromium; sus resultados deben verificarse contra las bases originales y la versión analizada.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libpff: &lt;https://github.com/libyal/libpff&gt; — proyecto abierto para PST/OST; la extracción no sustituye la preservación del contenedor original.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3efd74321c76d3a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20932"/>
            <a:ext cx="8229600" cy="285621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