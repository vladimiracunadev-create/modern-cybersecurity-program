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215 — Playbooks de respuesta a incidentes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diseñar playbooks de respuesta: procedimientos estructurados y repetibles que guían al equipo paso a paso ante tipos concretos de incidente (phishing, ransomware, cuenta comprometida…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playbook con fases, roles y puntos de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playbooks para incidentes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inteligencia de amenazas y ATT&amp;CK en el playbook.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criterios de escalado y de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pasos repetibles con SOAR.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un playbook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Anatomía: fases, roles, decisiones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Playbook de phishing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Playbook de ransomware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Playbook de cuenta comprometida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Integración con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SOAR y automatización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playbook convierte política y conocimiento técnico en decisiones repetibles. No es una lista rígida: define disparadores, información mínima, ramas, responsables, aprobaciones, comunicaciones…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Runbook detalla una tarea; playbook coordina varias. Los contactos, credenciales de emergencia y dependencias se prueban, no se suponen. Cada acción de contención incluye efecto empresarial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documento une señal de entrada, severidad, responsables, fuentes mínimas, decisiones y criterios de salida. «Investigar el correo» no es un paso ejecutable; «preservar el .eml, calcular SHA-256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ramas se construyen con criterios observables, aunque no siempre binarios: cifrado activo, privilegio administrativo, datos regulados, propagación o impacto de continuidad. El playbook también…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phishing se preserva mensaje, se busca alcance entre destinatarios, se correlaciona navegación y se evalúa identidad. En ransomware se priorizan propagación, backups, claves, sistemas críticos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ayuda a describir comportamientos y diseñar búsquedas, pero no reemplaza la lógica de respuesta. Un IOC puede caducar o compartirse con infraestructura legítima; un playbook incluye…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dispositivo físico o radio sospechosa cambia de nuevo las preguntas. Ante un cable, adaptador USB, puente de red, lector RFID o AP desconocido, se documentan ubicación, conexiones, alimentación…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Playbook: flujo de decisiones y tareas de un escenario.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Runbook: procedimiento técnico específico.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Trigger: condición que inicia el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Decision gate: punto que exige criterio o aprobación.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Escalation path: ruta formal hacia mayor autoridad.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Out-of-band: canal separado de sistemas posiblemente afectados.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Versionado: historial controlado de cambios.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Playbook: procedimiento estructurado para un tipo de incidente. Característica: repetible y accionable, no un ensayo teórico.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Runbook: pasos técnicos detallados de una tarea concreta dentro del playbook. Característica: más granular.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decisión: bifurcación con criterio explícito (p. ej. "¿hay cifrado activo? → sí/no"). Característica: evita improvisar bajo presión.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Escalado: paso a un nivel superior (líder, legal, dirección). Característica: se dispara por criterios definidos.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SOAR: Security Orchestration, Automation and Response. Característica: automatiza tareas repetibles del playbook.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IOC: indicador de compromiso (hash, IP, dominio). Característica: alimenta el bloqueo y la búsqueda retroactiva.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ATT&amp;CK: matriz de tácticas/técnicas del adversario. Característica: da un lenguaje común para describir el ataque.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cifrado activo en un servidor de archivos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alerta combina renombrados masivos y una nota de rescate. El playbook exige validar host, proceso y alcance, preservar telemetría disponible y decidir aislamiento según propagación e impacto.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documento no ordena «borrar malware». Antes de erradicar, registra imagen, memoria si es viable, identidad, conexiones y mecanismo de persistencia. La recuperación solo avanza desde un punto…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otra persona puede ejecutar tu playbook sin interpretación privada: cada paso produce evidencia, cada rama tiene criterios, autoridad y reversión, las dependencias han sido…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Documentación: plantilla de playbook (fases PICERL), diagramas de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SOAR/casos: TheHive + Cortex (gratuitos), o Shuffle para automatización.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Inteligencia: MITRE ATT&amp;CK Navigator, MISP para IOCs.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no requiere entorno ofensivo; es diseño de proceso.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tipo de incidente (empieza por phishing) y define su alcance y disparadores.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el playbook por fases PICERL. Para detección/identificación, define: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de alerta (reporte de usuario, gateway de correo, EDR).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Cómo validar que es phishing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contención, escribe pasos concretos: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el buzón, bloquear el remitente/dominio, buscar quién más lo recibió (búsqueda retroactiva por IOC).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puntos de decisión con criterio: "¿el usuario hizo clic? → sí: revisar credenciales y sesión; no: cerrar".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fase de contención de un playbook de ransomware.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cinco puntos de decisión para una cuenta comprometida.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 playbook de malware a tres técnicas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los criterios de escalado a legal y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qué tres pasos automatizarías con SOAR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diagrama de flujo del playbook de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la plantilla a un adaptador USB-Ethernet desconocido: incluye seguridad física, estado volátil, custodia, aislamiento, análisis en banco y recuperación.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playbook completo para "cuenta de correo corporativa comprometida" con las seis fases PICERL, al menos cuatro puntos de decisión, mapeo a ATT&amp;CK, criterios de escalado y tres pasos marcados…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playbook es ejecutable por otra persona sin ayuda, cada fase tiene pasos numerados con responsable, los puntos de decisión tienen criterio explícito, y hay al menos tres…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playbook es teoría, no acción — Faltan pasos concretos. Escribe comandos/acciones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sabe cuándo escalar — Sin criterios de escalado. Defínelos por adelantado.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Puntos de decisión ambiguos — Criterio subjetivo. Hazlos binarios y objetivos.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 desactualizado — Sin mantenimiento. Revísalo tras cada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manual, sin escala — No identificaste tareas automatizables. Marca las repetibles para SOAR.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¿Playbook o runbook?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playbook orquesta la respuesta a un tipo de incidente; el runbook detalla una tarea técnica dentro de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playbooks necesito?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con datos de riesgo, incidentes, amenazas y dependencias de tu organización. Phishing, ransomware, cuenta comprometida y malware son plantillas iniciales posibles, no un ranking universal.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¿SOAR reemplaza al analista?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lo repetible (enriquecer IOCs, bloquear, notificar) para que el analista se enfoque en decisiones.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caduquen?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3: &lt;https://doi.org/10.6028/NIST.SP.800-61r3&gt; — recomendaciones actuales que integran respuesta a incidentes con CSF 2.0; reemplaza Rev. 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Incident and Vulnerability Response Playbooks: &lt;https://www.cisa.gov/sites/default/files/publications/CybersecurityIncidentVulnerabilityResponsePlaybooks508C.pdf&gt; — ejemplo oficial de pasos…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&lt;https://attack.mitre.org/&gt; — lenguaje y conocimiento de comportamientos para búsquedas y cobertura; no es un procedimiento de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TheHive: &lt;https://docs.strangebee.com/thehive/&gt; — documentación oficial de gestión de casos y observables; la herramienta no define por sí sola autoridad operativa.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Roberts y Brown — Intelligence-Driven Incident Response, O’Reilly, 2017: enfoque de respuesta guiada por inteligencia; complementar con normas y arquitectura actuales.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 Rev. 5, familias PE e IR: &lt;https://doi.org/10.6028/NIST.SP.800-53r5&gt; — integra protección física, monitoreo y respuesta; los controles se adaptan al riesgo del sistema.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🔬 Aplicación transversal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Extiende la anatomía de esta clase con los ocho playbooks de custodia: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pérdida de fondos, wallet, insider, exchange, API key, discrepancia, retiro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autorizado y ledger. Compara sus decisiones de preservación y contención.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4d55c445ce8a5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64408"/>
            <a:ext cx="8229600" cy="9692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