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211 — Forense móvil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los retos particulares de la forense en dispositivos móviles (Android e iOS): niveles de extracción, cifrado, bloqueo, y los artefactos donde vive la evidencia (bases SQLite de apps…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niveles de extracción móvil (manual, lógica, sistema de archivos, física).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impacto del cifrado y el bloqueo en la adquisición.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artefactos clave en Android e 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bases SQLite de apps de mensajería y ubicación.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ADB y herramientas forenses móviles de forma metódica.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Retos del móvil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Niveles de extracción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Android: estructura y /data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iOS: backups y keychain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Bases SQLite de apps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Ubicación y actividad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ADB y modo de arranque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adquisición móvil depende de dispositivo, versión, estado de bloqueo, cifrado, respaldo y autoridad. «Lógica», «sistema de archivos» y «física» describen alcances diferentes; una extracción más…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fotografía estado, conexiones, SIM, hora y pantalla antes de actuar. Modo avión, bolsa Faraday y apagado tienen fallos y efectos que deben probarse. Apps mantienen bases, caches y datos cloud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teléfono encendido, desbloqueado y en estado AFU puede exponer datos que dejarán de estar disponibles después de apagarlo. Al mismo tiempo, mantenerlo encendido permite procesos de fondo, borrado…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no equivale simplemente a introducir el equipo en una bolsa. Una bolsa Faraday puede degradar la señal y aumentar el consumo; modo avión puede requerir interacción y no siempre deshabilita…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extracción lógica obtiene datos expuestos por servicios, API o backup. Una extracción de filesystem puede conservar jerarquía, bases, preferencias y archivos auxiliares. Una adquisición física…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Más bytes no significan más evidencia interpretable. Un backup cifrado autorizado puede contener artefactos con estructura y contexto que una imagen física sin claves no revela. La validación incluye…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Apps de mensajería, navegación y salud usan SQLite, archivos binarios, caches y servicios cloud. Una fila puede representar creación local, sincronización, recepción o estado del servidor. Los…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lógica: datos accesibles por interfaces de alto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Filesystem extraction: colección amplia del sistema de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física: acceso a almacenamiento de bajo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AFU/BFU: estado después o antes del primer desbloqueo.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Faraday: aislamiento de radiofrecuencia.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SIM/eSIM: identidad de suscripción móvil.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Backup: copia estructurada creada por el ecosistema.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lógica: copia de archivos accesibles vía API/backup. Característica: rápida pero limitada a lo que el SO expone.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de sistema de archivos: acceso más profundo a la partición de datos. Característica: requiere privilegios (root/jailbreak) o exploits.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física: acceso a bloques o contenido de almacenamiento mediante un método compatible. Característica: puede ofrecer más cobertura, pero el cifrado, hardware y estado del equipo limitan su…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FBE (File-Based Encryption): cifrado por archivo en Android moderno. Característica: complica la extracción física sin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iOS backup: respaldo generado mediante mecanismos de Apple, cifrado o no según configuración. Característica: ofrece un subconjunto estructurado cuyo contenido depende de versión, estado y método.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Keychain: almacén cifrado de credenciales en iOS. Característica: protegido por hardware (Secure Enclave).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BFU vs. AFU: Before First Unlock frente a After First Unlock. Característica: describe disponibilidad criptográfica; AFU suele exponer más clases de datos, pero el resultado depende del dispositivo y…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teléfono bloqueado con sincronización activa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recibe un teléfono encendido y bloqueado; las notificaciones muestran actividad reciente y la cuenta asociada sincroniza con la nube. Apagarlo reduciría el riesgo remoto, pero podría llevarlo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extracción lógica recupera mensajes y una base de ubicaciones. El analista no presenta cada coordenada como presencia física: revisa la tabla, precisión, aplicación originadora y relación con…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propones una estrategia distinta para BFU y AFU, justificas aislamiento y energía, defines con precisión el alcance del método de extracción, conservas bases con WAL/SHM…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Android: adb (Android Debug Bridge), DB Browser for SQLite, ALEAPP.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iOS: análisis de backups con iLEAPP, libimobiledevice.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Comerciales (referencia): Cellebrite UFED, Magnet AXIOM, Oxygen Forensic (no libres; se mencionan por su rol en la industria).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usa un dispositivo o emulador PROPIO. La extracción de un móvil ajeno requiere consentimiento u orden judicial; respétalo siempre.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depuración USB en el dispositivo propio y conecta ADB: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una extracción lógica por backup: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el backup a un tar analizable (con abe.jar o android-backup-extractor).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info del dispositivo: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base SQLite de una app de mensajería PROPIA (por ejemplo, tus propios mensajes de prueba):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Procesa la extracción con ALEAPP para un informe automatizado (ubicación, apps, notificaciones, uso).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artefactos de ubicación y actividad de apps que ALEAPP consolida.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las diferencias entre extracción lógica, de FS y física.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por qué BFU limita más la extracción que AFU.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 backup ADB de un dispositivo propio y lístalo.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base SQLite de mensajes propia con SQL.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informe con ALEAPP o iLEAPP.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los requisitos legales para extraer un móvil ajeno.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dispositivo Android propio, genera actividad de prueba (mensajes, ubicaciones simuladas), extrae los datos y reconstruye una línea de tiempo de esa actividad a partir de las bases SQLite y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una timeline con al menos cinco eventos (mensajes, aperturas de app, ubicaciones) fechados, cada uno con la base de datos o artefacto de origen, y describes el nivel…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devices no lista el equipo — Depuración USB desactivada o falta autorizar la clave RSA. Acepta el diálogo en el móvil.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backup vacío — Apps modernas bloquean backup (allowBackup=false). Necesitas otro método.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cifrados ilegibles — Dispositivo en BFU o FBE. Requiere credenciales o herramientas especializadas.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en milisegundos — Divídelos entre 1000 antes de convertir a época Unix.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Alteraste el dispositivo — Encenderlo/usarlo cambia datos. Documenta y usa modo avión/aislamiento (Faraday).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 tan difícil la forense de iOS?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su cifrado por hardware (Secure Enclave) y modelo cerrado. Los backups son la vía forense más común.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BFU vs AFU?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Before/After First Unlock. En AFU las claves de descifrado están en memoria, permitiendo más extracción; en BFU casi todo está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root para extraer Android?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extracción profunda (FS/física) normalmente sí, o exploits. La lógica vía backup no lo requiere pero es limitada.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extraer un móvil ajeno?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800-101 Rev. 1: &lt;https://doi.org/10.6028/NIST.SP.800-101r1&gt; — guía metodológica para forense móvil; es de 2014, por lo que los detalles de plataformas deben contrastarse con documentación…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Debug Bridge: &lt;https://developer.android.com/tools/adb&gt; — documentación oficial de ADB; la disponibilidad de comandos y datos depende de autorización, versión y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Apple Platform Security: &lt;https://support.apple.com/guide/security/welcome/web&gt; — referencia oficial del modelo de protección y cifrado; no describe procedimientos forenses específicos.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ALEAPP / iLEAPP: &lt;https://github.com/abrignoni&gt; — parsers comunitarios para artefactos Android/iOS; sus resultados se validan contra datos crudos y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libimobiledevice: &lt;https://libimobiledevice.org/&gt; — proyecto abierto para comunicarse con dispositivos iOS; no evita restricciones criptográficas o legales.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56a3164c7cb5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71800"/>
            <a:ext cx="8229600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