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205 — Análisis de artefactos de Windows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extraer e interpretar los artefactos que Windows deja de la actividad del usuario y del sistema: registro (hives), Prefetch, ShimCache/AmCache, Jump Lists, LNK, Event Logs y ShellBags. Al…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Localizar y extraer los hives del registro y los principales artefactos.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Prefetch, ShimCache y AmCache como evidencia de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Event Logs para autenticación y creación de procesos.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Reconstruir actividad de usuario con Jump Lists, LNK y ShellBags.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las herramientas de Eric Zimmerman y RegRipper.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Hives del registro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Prefetch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ShimCache / AmCache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Event Logs (EVTX)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Jump Lists y LNK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ShellBags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UserAssist / RecentDocs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artefacto de Windows es un subproducto de una función del sistema, no un testigo perfecto. Prefetch puede apoyar ejecución, Amcache inventario o presencia y LNK/Jump Lists interacción con rutas…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hives de registro se asocian a sistema o perfil; se conserva su contexto y logs transaccionales. Los timestamps pueden reflejar creación, modificación, primer o último uso según artefacto.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SYSTEM, SOFTWARE, SAM y SECURITY describen configuración del equipo; NTUSER.DAT y USRCLASS.DAT pertenecen a perfiles. Una clave necesita hive, ruta, valor y last-write time. Ese tiempo suele…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Prefetch puede aportar nombre, rutas referenciadas, conteo y tiempos según versión/configuración, y es consistente con ejecución del programa observado. Amcache y Shimcache tienen propósitos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ejemplo, un ejecutable aparece en Amcache, una LNK apunta a su ubicación y Prefetch contiene un registro asociado. Juntos fortalecen la hipótesis de presencia e interacción, pero la afirmación…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Prefetch puede estar deshabilitado o limpiado; Jump Lists dependen de usuario y aplicación; Event Logs rotan; un perfil puede no haberse cargado. Ausencia no equivale a «nunca ocurrió». Primero 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muestra convergencia porque cada fuente responde una fracción: Registry configura y conserva uso; Prefetch/Amcache apoyan presencia o ejecución; LNK/Jump Lists conectan rutas y usuario…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Registry hive: archivo que almacena una rama del registro.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Prefetch: optimización que conserva metadatos de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Amcache: artefacto de inventario y compatibilidad.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Shimcache: caché de compatibilidad de aplicaciones.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LNK: acceso directo con metadatos de destino.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Jump List: historial de elementos asociados a una aplicación.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Corroboración: apoyo de una afirmación mediante fuentes independientes.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Hive del registro: archivo binario (SYSTEM, SOFTWARE, NTUSER.DAT…) con configuración y rastros. Característica: NTUSER.DAT es por usuario.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Prefetch: archivos .pf que apoyan optimización de carga cuando la función está habilitada. Característica: pueden contener nombre, rutas, conteos y tiempos cuya cantidad y semántica dependen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ShimCache (AppCompatCache): datos de compatibilidad mantenidos en SYSTEM. Característica: pueden apoyar presencia o interacción; no forman un historial inequívoco de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AmCache.hve: hive de inventario y compatibilidad con rutas y propiedades de archivos. Característica: ayuda a identificar objetos, pero su presencia no basta para afirmar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 Log 4624/4625: inicio de sesión exitoso/fallido. Característica: base del análisis de autenticación.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Jump List: historial de archivos por aplicación en la barra de tareas. Característica: revela archivos abiertos recientemente.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ShellBags: datos de vista y navegación del shell en hives de usuario. Característica: pueden apoyar interacción con rutas, incluso si ya no existen; requieren contexto de perfil y parser.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utilidad remota en un perfil de usuario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remote.exe aparece en Amcache con una ruta del perfil. Una Jump List refiere un archivo abierto desde un share y una LNK conserva volumen y ruta. Prefetch existe para el ejecutable y EVTX registra…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conclusión no nace de contar artefactos, sino de alinear entidad, significado y tiempo. Si Prefetch está ausente, primero se revisan edición, configuración y retención. Si los tiempos difieren, se…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formula una hipótesis de ejecución o interacción con al menos tres artefactos independientes, explica qué produce cada uno y propone alternativas. Presentar Shimcache o Amcache como…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Eric Zimmerman's Tools: PECmd (Prefetch), AppCompatCacheParser, AmcacheParser, JLECmd, LECmd, SBECmd, EvtxECmd, Registry Explorer.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RegRipper: parseo masivo de hives.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Extracción: FTK Imager o KAPE para volcar los artefactos de una imagen montada en solo lectura.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Entorno: usa una imagen de una VM Windows PROPIA donde tú generaste la actividad.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KAPE o FTK Imager, extrae de la imagen: C:\Windows\Prefetch, hives SYSTEM/SOFTWARE/NTUSER.DAT, Amcache.hve y C:\Windows\System32\winevt\Logs.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Prefetch: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Parsea ShimCache: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Parsea AmCache: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inicios de sesión en los Event Logs: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 los IDs 4624 (login), 4625 (fallo), 4688 (creación de proceso).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actividad de usuario: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prueba (y qué no) un archivo Prefetch.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ShimCache de AmCache y di cuándo usar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cinco Event IDs clave y su significado.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una Jump List propia y di qué archivos abriste.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si ShellBags conserva evidencia compatible con la visualización de una carpeta ya borrada y explica sus límites de atribución.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Cruza tres artefactos para probar la ejecución de un binario concreto.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una VM Windows propia, ejecuta un binario "sospechoso" inofensivo (por ejemplo, una copia renombrada de calc.exe en una carpeta rara), luego sustenta la ejecución del experimento cruzando al menos…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presentas evidencia de al menos tres fuentes distintas (Prefetch, ShimCache/AmCache, Event 4688, LNK…) que coinciden en nombre, ruta y ventana temporal del binario, con una…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Prefetch — Prefetch deshabilitado (común en servidores/SSD). Usa ShimCache/AmCache.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ShimCache "desordenada" — Su orden no es estrictamente cronológico. No infieras tiempos exactos de ahí.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 Logs vacíos — Rotación o borrado. Busca en backups o en SIEM.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Registry Explorer no abre el hive — Hive en uso o corrupto. Extrae la copia offline de la imagen.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Timestamps en hora local confusa — Convierte todo a UTC con la zona horaria del sistema (hive SYSTEM).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¿Prefetch prueba ejecución?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evidencia fuerte y contextual de que Windows procesó esa aplicación según el mecanismo de Prefetch, pero se valida versión, ruta, hash de nombre y otras fuentes antes de atribuir usuario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¿AmCache tiene hashes?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SHA-1 de ejecutables, muy útil para contrastar contra inteligencia de amenazas.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hive tiene la actividad del usuario?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NTUSER.DAT (por perfil) y UsrClass.dat (ShellBags). SYSTEM/SOFTWARE son de máquina.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confiar en los ShellBags?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🛠️ RootCause Windows Inspector (Apache-2.0) — sensor forense de comportamiento para Windows · lab: labs/rootcause-windows.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Microsoft, auditoría de seguridad de Windows: fuente oficial para políticas y eventos nativos; un evento solo existe si la política y el canal lo generaron y conservaron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Eric Zimmerman's Tools: documentación primaria de los parsers utilizados; la salida debe conservar versión y contrastarse con el artefacto original — &lt;https://ericzimmerman.github.io/&gt;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RegRipper: repositorio oficial del framework de plugins para Registry — &lt;https://github.com/keydet89/RegRipper3.0&gt;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DFIR posters: material profesional de consulta rápida; no sustituye documentación de formato ni validación de artefactos — &lt;https://www.sans.org/posters/&gt;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556a399685d3a1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1533"/>
            <a:ext cx="8229600" cy="50950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