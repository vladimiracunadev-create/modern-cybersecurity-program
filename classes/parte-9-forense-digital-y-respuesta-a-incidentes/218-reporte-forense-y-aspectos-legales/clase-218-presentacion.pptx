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218 — Reporte forense y aspectos legales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redactar un informe forense defendible y a manejar los aspectos legales de una investigación: admisibilidad de la evidencia, cadena de custodia documentada, testimonio pericial,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informe forense completo y trazable.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hallazgos que separen hechos de opiniones.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fiabilidad, custodia y limitaciones para que el foro aplicable pueda evaluarlas.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el informe a audiencias técnica, ejecutiva y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obligaciones de privacidad y notificación de brechas.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Hechos vs. opinión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Fiabilidad y requisitos procesales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Cadena de custodia en 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Audiencias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Testimonio pericial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Privacidad y notificación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convierte trabajo técnico en afirmaciones auditables para una audiencia y jurisdicción concretas. Separa alcance, métodos, limitaciones, hechos, inferencias y opinión experta. No ofrece…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hallazgo cita artefacto, ubicación y procedimiento; capturas ilustran pero no sustituyen evidencia. El lenguaje calibra certeza: observado, consistente con, probablemente o no determinable.…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comienza con mandato, alcance y preguntas autorizadas. Después describe fuentes, adquisición, integridad, herramientas, versiones, parámetros y transformaciones. Un hallazgo conecta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reproducibilidad no exige que toda persona obtenga idéntica interfaz, sino que pueda repetir el procedimiento relevante y evaluar decisiones. Se incluyen hashes, consultas, filtros, zona horaria…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anexo técnico conserva detalle; el resumen ejecutivo explica impacto, alcance conocido, decisiones y riesgo residual. Legal necesita comprender procedencia, privacidad, privilegio y notificación…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atribución se formula con especial cuidado. Una cuenta ejecutó una acción no significa que su titular la ejecutó. Una IP puede pertenecer a NAT, VPN o proveedor. El informe presenta explicaciones…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Admisibilidad, consentimiento, monitoreo laboral, transferencia internacional, retención y notificación dependen de jurisdicción, relación contractual y proceso. NIST SP 800-86 declara expresamente…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Mandato: autoridad y preguntas autorizadas.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Hallazgo: conclusión respaldada por evidencia citada.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Limitación: condición que restringe interpretación.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Admisibilidad: aceptación de evidencia según reglas aplicables.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Legal hold: obligación de preservar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Privilegio: protección jurídica evaluada por asesoría.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Peer review: revisión independiente del trabajo.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forense: documento que expone método, evidencia y conclusiones. Característica: reproducible por un tercero.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Hecho vs. opinión: el hecho es observable y verificable; la opinión es interpretación fundada. Característica: deben distinguirse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Admisibilidad: decisión regida por reglas de la jurisdicción y el proceso. Característica: método, relevancia, autenticidad y manejo pueden ser evaluados de modo distinto según el foro.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custodia: registro cronológico de posesión, transferencia y acciones sobre evidencia. Característica: una discontinuidad debe investigarse y explicarse; su efecto legal no es automático ni…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Testigo experto: perito que explica hallazgos técnicos al tribunal. Característica: debe ser claro, imparcial y defendible.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Notificación de brecha: obligación aplicable bajo un marco y hechos concretos. Característica: autoridad, afectados, umbral y plazo varían; GDPR incorpora la regla condicionada de 72 horas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Privacidad: límites sobre qué datos se pueden recolectar/analizar. Característica: varía por jurisdicción y contexto laboral.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dos timestamps en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informe debe responder si una cuenta exportó datos antes de ser deshabilitada. El log cloud registra la API a 18:04:12 UTC; un archivo local presenta modificación a 14:03:51 sin zona y el host…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ejecutivo declara acceso observado y alcance conocido. El anexo cita evento, request ID, hash de exportación, comando y corrección temporal. La sección legal identifica que existen datos…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cada conclusión puede rastrearse a una fuente, separas hecho e inferencia, declaras alternativas y limitaciones, adaptas profundidad sin cambiar los hechos y reconoces qué…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informe: portada, resumen ejecutivo, alcance, metodología, hallazgos, línea de tiempo, conclusiones, anexos.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Trazabilidad: hashes, capturas y referencias a cada artefacto.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Marco legal: familiarízate con GDPR, y con la normativa de tu país (en Chile, la Ley 19.628 y la Ley 21.459 de delitos informáticos, por ejemplo).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redacción, no herramientas técnicas.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la portada: caso, examinador, fechas, clasificación de confidencialidad.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resumen ejecutivo (media página, sin jerga): qué pasó, impacto y recomendación clave, para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alcance y limitaciones: qué se analizó, qué no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metodología: herramientas, versiones, procedimientos y hashes de las imágenes.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los hallazgos separando claramente hecho de interpretación. Ejemplo: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Hecho: "El artefacto Prefetch registra la ejecución de x.exe el 2026-07-10 03:14 UTC (SHA-256: …)."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Opinión: "En mi opinión profesional, esto es consistente con la ejecución del malware descrito."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resumen ejecutivo de media página para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tres hallazgos separando hecho de opinión.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metodología con herramientas y versiones.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sección de cadena de custodia de un ítem.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un hallazgo técnico para una audiencia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obligaciones de notificación bajo GDPR.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informe forense completo de un caso que investigaste, con todas las secciones, hallazgos que distingan hecho de opinión, cadena de custodia trazable y una versión ejecutiva aparte.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permite a un tercero reproducir el análisis (herramientas, versiones, parámetros y hashes), cada hallazgo separa hecho de interpretación, toda discontinuidad de…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revisor cuestiona la evidencia — Puede faltar procedencia, explicación del método o validación. Reconstruye la trazabilidad y consulta requisitos del foro aplicable.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Mezclas hecho y opinión — Se pierde credibilidad. Sepáralos explícitamente.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no entiende el informe — Demasiada jerga. Añade resumen ejecutivo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puedes reproducir tu análisis — Faltan versiones/comandos. Registra la metodología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está claro el plazo de notificación — No se determinó jurisdicción, umbral o momento de conocimiento. Escala temprano a asesoría y documenta los hechos.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hace admisible la evidencia?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existe una fórmula universal. Se documentan método, integridad, procedencia, custodia, competencia y limitaciones, y se evalúan las reglas del proceso y jurisdicción con asesoría competente.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dar opiniones en el informe?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como perito, pero identificadas como opinión profesional y fundadas en hechos, separadas de 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notificar toda brecha?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 la jurisdicción y del dato afectado. GDPR exige notificar a la autoridad en 72 h ciertas brechas de datos personales; consulta la ley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¿Cuántas versiones del informe hago?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&lt;https://doi.org/10.6028/NIST.SP.800-86&gt; — metodología de TI para recolección, examen, análisis y reporte; el propio documento aclara que no es asesoría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SWGDE Published Documents: &lt;https://www.swgde.org/documents/published&gt; — buenas prácticas y documentos técnicos publicados; se debe seleccionar la versión y disciplina aplicables.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Reglamento (UE) 2016/679, artículo 33: &lt;https://eur-lex.europa.eu/eli/reg/2016/679/oj&gt; — fuente normativa primaria de la regla de notificación; su aplicación requiere analizar rol, conocimiento…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27037: &lt;https://www.iso.org/standard/44381.html&gt; — directrices internacionales de identificación, recolección, adquisición y preservación; el texto completo puede requerir acceso de pago y no…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a991168211131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84448"/>
            <a:ext cx="8229600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