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217 — Análisis de causa raíz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determinar la causa raíz de un incidente —no solo el síntoma— usando metodologías como los 5 Porqués, el diagrama de Ishikawa y la reconstrucción de la cadena de ataque (kill chain). Al…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causa próxima, contribuyente y raíz.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los 5 Porqués e Ishikawa a un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la cadena de ataque desde el acceso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Formular acciones correctivas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análisis post-incidente sin culpar a personas.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Causa próxima vs. raíz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Los 5 Porqués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Diagrama de Ishikawa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Reconstrucción de secuencia de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Cultura blameless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Acciones correctivas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post-incidente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 no significa encontrar una única persona o vulnerabilidad. Un incidente emerge de condiciones técnicas y organizativas: exposición, identidad, control preventivo, telemetría, decisión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«5 porqués» ayudan si se sustentan en hechos y no se fuerzan hasta una respuesta conveniente. Un diagrama causal permite múltiples contribuyentes y barreras fallidas. Se separan causa, factor…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timeline responde principalmente cuándo y en qué orden; el RCA pregunta qué condiciones hicieron posible el impacto. Que una persona abriera un adjunto puede ser un hecho próximo, pero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toda condición es «la raíz». Se distingue disparador, causa próxima, factor contribuyente, condición sistémica e impacto. Varias ramas pueden converger. Esta precisión evita una cadena artificial…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5 Porqués funcionan bien para una cadena acotada y se detienen cuando falta evidencia o se sale del control de la organización. Ishikawa ayuda a explorar personas, proceso, tecnología, entorno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postmortem sin culpa no elimina responsabilidad profesional. Busca entender decisiones dentro de la información, incentivos y herramientas disponibles, y separa conducta deliberada de error…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acción se vincula a una causa, tiene dueño, plazo, prioridad y prueba de eficacia. «Implementar MFA resistente al phishing para administradores y simular un inicio con credencial robada» es…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cuya corrección reduce recurrencia significativa.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Factor contribuyente: condición que aumentó probabilidad o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Síntoma: manifestación observable del problema.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Whys: técnica iterativa de preguntas causales.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Causal graph: relaciones entre condiciones y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fallido: barrera inexistente, ineficaz o eludida.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Acción correctiva: cambio con dueño y validación.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próxima: el evento inmediato que produjo el daño (p. ej. "se ejecutó el macro"). Característica: visible pero superficial.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cuya corrección reduce de forma demostrable la probabilidad o impacto de recurrencia. Característica: puede coexistir con otras causas y no asegura prevención absoluta.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contribuyente: factor que agravó o facilitó. Característica: no es la raíz, pero importa.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Porqués: preguntar por condiciones causales sucesivas y respaldarlas con evidencia. Característica: útil para cadenas acotadas; puede simplificar en exceso sistemas complejos.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Ishikawa (espina de pescado): agrupa causas por categorías (personas, proceso, tecnología…). Característica: útil para causas múltiples.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Blameless post-mortem: análisis sin culpar individuos. Característica: fomenta honestidad y aprendizaje.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MTTD/MTTR: medidas de tiempo de detección y respuesta bajo una definición explícita. Característica: orientan tendencias, pero son sensibles a población, severidad y sesgo de detección.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por qué «el usuario hizo clic» no cierra el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adjunto ejecuta código y roba un token administrativo. Culpar el clic propone capacitar otra vez, pero no explica por qué el adjunto llegó, por qué pudo ejecutar, por qué la cuenta tenía…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acciones resultantes son distintas: bloquear el tipo de contenido mediante una prueba reproducible, reducir privilegio permanente, aplicar autenticación resistente al phishing y alertar sobre uso…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transformas una timeline en un modelo causal con múltiples contribuyentes, detienes un método cuando falta evidencia, evitas atribuir la raíz a una persona por comodidad y…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Metodologías: plantilla de 5 Porqués, diagrama de Ishikawa, plantilla de post-mortem blameless.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Insumos: la timeline (clase 209), los hallazgos forenses y el mapeo ATT&amp;CK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análisis, no herramientas ofensivas.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Reúne los hechos: timeline, IOCs, artefactos y el mapeo ATT&amp;CK del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los 5 Porqués partiendo del impacto. Ejemplo: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se cifraron los archivos? → Se ejecutó ransomware.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se ejecutó? → Un usuario abrió un adjunto con macro.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la macro corrió? → Las macros no estaban bloqueadas por política.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llegó el correo? → El gateway no filtró el adjunto.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escaló a red? → La cuenta tenía privilegios excesivos.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los 5 Porqués a un caso de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Ishikawa con cuatro categorías de causa.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Distingue causa próxima y raíz en tres incidentes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tres acciones correctivas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MTTD y MTTR de una timeline dada.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post-mortem con culpas en versión blameless.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el análisis de causa raíz completo de un incidente que investigaste, entregando el árbol de 5 Porqués, el Ishikawa, la kill chain, y al menos tres acciones correctivas que ataquen causas raíz…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acción correctiva ataca una causa raíz identificada (no un síntoma), tiene responsable, fecha y una forma objetiva de verificar que se implementó. El post-mortem no…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Arreglas el síntoma y recurre — Te quedaste en la causa próxima. Sigue preguntando "por qué".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busca culpables — Cultura de culpa. Adopta el enfoque blameless.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Acciones vagas ("mejorar seguridad") — No verificables. Hazlas concretas y medibles.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sola causa asumida — Muchos incidentes tienen varias. Usa Ishikawa.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implementan las acciones — Sin responsable/fecha. Asígnalos y da seguimiento.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¿Causa próxima o raíz?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próxima es el disparo inmediato; la raíz es la condición de fondo. Corrige la raíz para prevenir recurrencia.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blameless?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culpar oculta la verdad. Un análisis sin culpa obtiene información honesta y mejora el sistema, no castiga a la persona.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¿5 Porqués o Ishikawa?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Porqués para causas lineales; Ishikawa cuando hay múltiples factores por categoría. A menudo se combinan.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¿Para qué sirven MTTD/MTTR?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3: &lt;https://doi.org/10.6028/NIST.SP.800-61r3&gt; — vincula aprendizaje de incidentes, mejora continua y gestión de riesgo en CSF 2.0.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SRE — Postmortem Culture: &lt;https://sre.google/sre-book/postmortem-culture/&gt; — práctica publicada para postmortems orientados al aprendizaje; debe adaptarse a obligaciones laborales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&lt;https://attack.mitre.org/&gt; — vocabulario para reconstruir comportamientos; no constituye por sí mismo un análisis causal organizacional.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Cybersecurity Framework 2.0: &lt;https://www.nist.gov/cyberframework&gt; — marco oficial para relacionar hallazgos con gobierno, identificación, protección, detección, respuesta y recuperación.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d02edf9d96eea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536" y="1097280"/>
            <a:ext cx="1910928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