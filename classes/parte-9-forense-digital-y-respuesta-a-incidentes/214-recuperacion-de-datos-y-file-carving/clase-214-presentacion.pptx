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214 — Recuperación de datos y file carving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recuperar archivos borrados incluso cuando el sistema de archivos ya no los referencia, mediante file carving: reconstruir archivos a partir de sus firmas (headers/footers) en el espacio…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recuperación por metadatos y recuperación por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carving con PhotoRec, foremost y Scalpel.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firmas (magic numbers) de formatos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artefactos con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las limitaciones del carving (fragmentación, falsos positivos).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Borrado vs. destrucción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Recuperación por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File carving por firmas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Magic numbers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PhotoRec / foremost / Scalpel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Fragmentación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bulkextractor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carving recupera contenido por firmas y estructura sin depender del directorio. Es útil en espacio no asignado o sistemas dañados, pero pierde con frecuencia nombre, ruta y tiempos. Un resultado…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Firmas de cabecera/pie pueden aparecer en datos aleatorios; fragmentación puede truncar o mezclar objetos. Se valida estructura interna y se compara con metadatos residuales, thumbnails, logs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Eliminar una entrada suele cambiar metadatos y marcar unidades como disponibles; no describe cuánto contenido permanece ni por cuánto tiempo. Si MFT, inodo o entrada de directorio conserva punteros…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no asignado, slack, copias de volumen, contenedores y memoria son ámbitos distintos. La herramienta debe registrar exactamente qué rango procesó. Recuperar los mismos bytes desde una shadow…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magic numbers son patrones compatibles con un formato, no identificadores únicos. PK aparece en ZIP y en múltiples formatos basados en ZIP; %PDF puede existir dentro de texto o datos comprimidos.…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validación combina parser específico, estructura interna, tamaño coherente, apertura segura, hash y comparación con metadatos residuales. En imágenes se verifican marcadores y dimensiones; en PDF…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objeto recuperado lleva hash, offset inicial y final, fuente, herramienta, configuración y mensajes de error. bulkextractor busca características como correos o URLs sin depender del filesystem…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Carving: recuperación basada en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signature: patrón que identifica un formato.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Offset: posición de bytes dentro de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Fragmentación: bloques de un archivo no contiguos.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False carving: candidato que imita firmas sin ser objeto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TRIM: indicación de bloques liberados a un SSD.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Deduplicación: agrupación de contenido idéntico.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 por metadatos: usar estructuras residuales del filesystem para localizar contenido. Característica: puede conservar más contexto si punteros y unidades no fueron reutilizados.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carving: reconstruir archivos por sus firmas, ignorando el FS. Característica: funciona sin metadatos, pero sufre con la fragmentación.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number / firma: patrón de bytes compatible con uno o más formatos (FFD8 JPEG, %PDF PDF, PK ZIP y derivados). Característica: inicia la detección, pero exige validación estructural.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Header/footer carving: extraer entre una firma de inicio y una de fin. Característica: falla si el archivo está fragmentado.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Fragmentación: archivo disperso en clusters no contiguos. Característica: el carving simple lo reconstruye 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bulkextractor: busca características como correos y URLs sin depender del filesystem. Característica: útil para triage; sus hallazgos necesitan contexto y deduplicación.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dato "recuperado" que no es un archivo válido. Característica: hay que validar cada recuperado.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dos JPEG y un PDF parcialmente sobrescrito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imagen, la recuperación por MFT rescata un JPEG con nombre y clusters; PhotoRec recupera el mismo contenido y otro JPEG desde espacio no asignado. Los hashes revelan que el primero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candidato PDF comienza con %PDF pero su tabla xref apunta a sectores sobrescritos. El visor muestra una página, aunque el parser reporta objetos faltantes. El informe lo clasifica como…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eliges recuperación por metadatos antes de carving cuando corresponde, delimitas el espacio procesado, registras offsets y parámetros, validas cada formato con estructura…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Carving: photorec, foremost, scalpel.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Triage: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The Sleuth Kit (icat, fls -d), extundelete (ext4), testdisk (particiones).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Entrada: una imagen .dd propia donde borraste archivos a propósito.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Primero intenta recuperación por metadatos con TSK: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no hay metadatos, aplica carving con foremost: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PhotoRec (interactivo, muy potente para imágenes):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Scalpel con su archivo de configuración de firmas: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bulkextractor para triage rápido: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email.txt, url.txt, ccn.txt.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cada archivo recuperado: ábrelo, verifica su firma y compara su hash con el original que borraste. Descarta falsos positivos.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cuándo prefieres metadatos y cuándo carving.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las firmas de JPEG, PDF y ZIP en un editor hex.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imágenes borradas propias con PhotoRec y valídalas.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resultados de foremost y Scalpel sobre la misma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correos y URLs con bulkextractor.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fragmentación arruina el carving simple.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 cinco archivos conocidos (de tipos distintos) de una imagen propia, recupéralos por carving y demuestra —comparando hashes— cuáles se recuperaron íntegros y cuáles no, explicando la causa.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los archivos recuperados, una tabla con hash, offset, método y resultado de validación por cada uno; si existe un original de referencia, comparas hashes, y si no…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archivos corruptos — Fragmentación; el carving por firmas no la maneja. Prueba PhotoRec con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abundantes — Firmas genéricas. Valida cada recuperado por su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recupera nada — Espacio ya sobrescrito o SSD con TRIM. Busca en otras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foremost trunca archivos — Tamaño máximo por defecto. Ajusta la config de tipos.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 tarda mucho — Imagen grande. Es normal; corre en background.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¿Metadatos o carving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primero (más fiable y rápido). Carving cuando el FS ya no referencia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falla el carving con archivos grandes?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suelen estar fragmentados, y el carving por header/footer asume contigüidad.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recupera bulkextractor?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Artefactos como emails, URLs, números de tarjeta y dominios, sin necesidad de parsear el sistema de archivos. Ideal para triage.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si un recuperado es válido?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Sleuth Kit documentation: &lt;https://www.sleuthkit.org/sleuthkit/docs.php&gt; — referencia del proyecto para análisis de filesystem y unidades no asignadas.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PhotoRec: &lt;https://www.cgsecurity.org/wiki/PhotoRec&gt; — documentación del proyecto sobre recuperación basada en firmas y formatos compatibles.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foremost: &lt;https://foremost.sourceforge.net/&gt; — documentación del carver; sus resultados requieren validación estructural.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bulkextractor: &lt;https://github.com/simsong/bulkextractor&gt; — código y documentación del proyecto para extracción de características sin parsear el filesystem.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CFTT: &lt;https://www.nist.gov/itl/ssd/software-quality-group/computer-forensics-tool-testing-program-cftt&gt; — programa oficial de metodología y pruebas de herramientas forenses; consultar reportes…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Addison-Wesley, 2005: fundamento conceptual; contrastar detalles con el filesystem y versión actuales.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893968e3d01a8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2444"/>
            <a:ext cx="8229600" cy="393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