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209 — Análisis de línea de tiempo (timeline)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y analizar super-timelines: la integración de timestamps extraídos de sistema de archivos, registro, logs y aplicaciones en una vista temporal trazable. Al terminar podrás usar…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timeline de FS y super-timeline.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una super-timeline con log2timeline/psort.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y acotar una timeline a la ventana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una timeline en Timesketch de forma colaborativa.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patrones MACB para reconstruir la actividad.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Timeline de FS vs. super-timeline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plaso: log2timeline y psort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Fuentes que agrega plaso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Acotar por ventana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MACB y pivoteo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Timesketch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Anti-forense en timelines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timeline no es una lista ordenada sin más: integra relojes con semánticas distintas. Tiempo del evento, escritura del registro, adquisición e ingesta pueden divergir. Zona horaria, DST, deriva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super-timeline facilita pivotes pero amplifica errores de parsers y volumen. Cada fila necesita fuente y parser; varias filas pueden representar una sola acción. Se empieza con hitos confiables…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tiempo del hecho, el tiempo escrito por una aplicación, el tiempo de modificación del contenedor y el tiempo de adquisición pueden ser distintos. Un servidor puede registrar en UTC, una aplicación…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MACB tampoco significa cuatro observadores independientes. Son categorías de tiempos del sistema de archivos cuya semántica depende del formato y de la operación. Copiar, extraer, renombrar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log2timeline.py identifica fuentes y las procesa mediante parsers hacia un archivo .plaso; pinfo.py permite inspeccionar información del procesamiento; psort.py filtra y exporta eventos. 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más parsers aumenta cobertura y ruido, y también el tiempo de proceso. Una selección se justifica por sistema, pregunta y ventana. Antes de interpretar millones de filas, se revisan errores…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parte de un hito de alta confianza —por ejemplo, una autenticación confirmada o una descarga observada— y abre ventanas antes y después. Se agrupan filas que pueden corresponder a una…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Timeline: secuencia temporal de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Super-timeline: integración de múltiples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 skew: diferencia entre reloj observado y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DST: cambio estacional de hora.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Parser: lógica que interpreta un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Hito: evento confiable usado como pivote.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Provenance: vínculo de la fila con su fuente.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de sistema de archivos: ordena solo los timestamps MACB del FS. Característica: rápida pero limitada.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Super-timeline: integra eventos derivados de filesystem, registro, logs, navegador y otras fuentes. Característica: amplía la cobertura, pero conserva vacíos, duplicados y errores de interpretación.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plaso: framework que produce timelines; log2timeline extrae, psort filtra/exporta. Característica: soporta cientos de parsers.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 storage (.plaso): base intermedia de eventos. Característica: se filtra sin re-procesar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Timesketch: plataforma web para analizar y anotar timelines en equipo. Característica: permite etiquetar y buscar a gran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Pivote: saltar de un evento clave a los relacionados en el tiempo. Característica: técnica central del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Timestomping: alterar timestamps para dificultar la reconstrucción. Característica: puede producir incoherencias, aunque estas también admiten causas legítimas y requieren corroboración.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descarga, ejecución y persistencia con relojes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proxy registra una descarga a las 14:02 UTC; el navegador del portátil conserva 10:02 sin zona explícita; Prefetch muestra actividad dos minutos después y una tarea programada aparece a las 14:06…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secuencia es consistente con descarga seguida de ejecución y persistencia, pero el historial no prueba que una persona leyó la página y Prefetch no identifica por sí solo quién inició el programa.…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construyes una timeline reproducible, conservas tiempo original y normalizado, documentas zona y desfase, puedes rastrear cada fila hasta fuente y parser, agrupas eventos…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plaso: log2timeline.py, psort.py, pinfo.py (imagen Docker oficial log2timeline/plaso).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Timesketch: despliegue Docker para análisis colaborativo.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Entrada: una imagen .dd/.E01 propia de las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trabaja sobre copias, nunca el original.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storage de plaso desde la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qué se recolectó: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una super-timeline completa a CSV: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Acota a la ventana del incidente (por ejemplo, un día):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a Timesketch y crea un sketch del caso; etiqueta los eventos clave (ejecución de malware, creación de cuenta, exfiltración).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Pivotea: parte de un artefacto conocido (una ejecución de Prefetch de la clase 205) y examina qué ocurrió en los minutos previos y posteriores.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timestomping: eventos del FS cuyos tiempos no cuadran con logs o con el $UsnJrnl.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super-timeline y cuenta cuántas fuentes agregó plaso.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la timeline a una ventana de dos horas.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desde un evento de login hasta la primera ejecución de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caso de timestomping por incoherencia entre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 en Timesketch los cinco eventos clave de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 cronológica del incidente en un párrafo.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super-timeline de una imagen propia con un incidente simulado y entrega la secuencia cronológica desde la entrada del atacante hasta la exfiltración, con al menos seis eventos fechados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narrativa incluye seis eventos con fecha/hora UTC, cada uno respaldado por una fuente identificada (FS, registro, log, navegador…), y las fuentes coinciden entre sí (o…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timeline tiene millones de líneas — No la acotaste. Filtra por ventana y fuentes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Tiempos en zonas distintas — Mezcla de UTC y local. Normaliza todo a UTC con --timezone.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log2timeline tarda muchísimo — Imagen grande con todos los parsers. Usa --parsers para acotar.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que se contradicen — Timestomping. Contrasta $SI vs $FN y $UsnJrnl.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 no importa el CSV — Formato incorrecto. Exporta con el formato compatible (l2tcsv o jsonline).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¿Super-timeline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siempre: es potente pero ruidosa. Para casos acotados, una timeline de FS puede bastar.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ahogarme en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Acota por ventana temporal, filtra por fuentes relevantes y pivotea desde eventos conocidos en vez de leer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¿Timesketch es obligatorio?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facilita el trabajo en equipo, el etiquetado y la búsqueda. Un CSV también sirve para casos pequeños.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manipulación de tiempos?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 User’s Guide: &lt;https://plaso.readthedocs.io/en/latest/sources/user/Users-Guide.html&gt; — documentación oficial del flujo log2timeline, almacén y herramientas de inspección.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Using psort: &lt;https://plaso.readthedocs.io/en/latest/sources/user/Using-psort.html&gt; — referencia oficial de filtrado y exportación; documenta que UTC es la zona de salida predeterminada.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 Documentation: &lt;https://timesketch.org/&gt; — documentación del proyecto para búsqueda, anotación y colaboración; no sustituye la validación del parser.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Kit: &lt;https://www.sleuthkit.org/sleuthkit/docs.php&gt; — documentación del proyecto para timelines de filesystem y semántica de sus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 / BCP 55: &lt;https://www.rfc-editor.org/info/rfc3227/&gt; — guía para recolección y archivo de evidencia; sustenta documentar reloj, zona y deriva.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Addison-Wesley, 2005: fundamento técnico; sus ejemplos deben contrastarse con versiones actuales de cada filesystem.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37cc315b28ed5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3804"/>
            <a:ext cx="8229600" cy="1490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