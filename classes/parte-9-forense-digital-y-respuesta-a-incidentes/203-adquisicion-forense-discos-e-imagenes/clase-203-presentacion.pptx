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203 — Adquisición forense: discos e imágenes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adquirir imágenes forenses de discos y memoria de forma verificable y sin alterar el original. Al terminar sabrás elegir entre adquisición física y lógica, usar formatos como RAW (dd)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adquisición física, lógica y de volumen.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imágenes con dd, dcfldd, ewfacquire y FTK Imager.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bloqueo de escritura por hardware o software.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integridad con hashes durante y tras la adquisición.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el formato adecuado (RAW vs. E01/EWF) según el caso.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Física vs. lógica vs. volumen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Formatos RAW y E01/EWF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Bloqueo de escritura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dd y dcfldd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ewfacquire y FTK Imager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Hashing durante adquisición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Adquisición en vivo vs. apagado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no significa copiar archivos visibles. Una imagen física busca sectores direccionables, espacio no asignado y estructuras; una adquisición lógica obtiene objetos accesibles mediante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Apagar puede preservar disco y destruir RAM o claves; mantener encendido altera timestamps. No existe decisión sin impacto, por eso se registra. Un write blocker reduce escrituras en medios…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la pregunta exige archivos de usuario accesibles, una adquisición lógica puede ser suficiente y más rápida. Si interesa contenido borrado, estructura o espacio no asignado, se necesita imagen…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se documentan dispositivo, número de serie, conexiones, estado, fecha, reloj y autoridad. En medios apagados se usa write blocker de hardware o software apropiado y se verifica con una prueba…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Raw ofrece una representación sectorial simple; E01 y otros contenedores pueden almacenar metadatos, segmentos, compresión y checks. El formato no garantiza calidad. Se guardan logs con sectores…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hash de la adquisición se calcula al crear y se verifica antes de analizar o transferir. Hashes internos de bloques pueden ayudar a detectar corrupción en contenedores. El algoritmo y valor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Apagar desconecta sesiones y elimina RAM; adquirir en vivo altera memoria y filesystem. Se ponderan cifrado, procesos en memoria, seguridad física, propagación y criticidad. La decisión pertenece al…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física: copia de sectores direccionables.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lógica: colección mediante archivos o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raw: copia sectorial sin contenedor adicional.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Write blocker: control que impide escrituras al medio.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Bad sector: sector que no pudo leerse de forma 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Live acquisition: recolección con sistema en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Verificación: comparación documentada de integridad.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física: copia de sectores direccionables del medio o dispositivo accesible, incluido espacio no asignado. Característica: permite buscar residuos si no fueron sobrescritos, eliminados por…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lógica: copia de archivos y estructuras vivas. Característica: más rápida pero omite lo borrado.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Formato RAW (dd): copia cruda sin metadatos. Característica: universal pero sin verificación embebida.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Formato E01 (EWF): contenedor con segmentación, compresión, metadatos y comprobaciones. Característica: sus controles ayudan a detectar corrupción, pero no reemplazan procedimiento ni verificación…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Write blocker: dispositivo o control destinado a impedir escrituras al original. Característica: hardware y software deben seleccionarse y probarse según interfaz y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no asignado (unallocated): sectores sin archivo vivo asignado. Característica: fuente de datos borrados y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TRIM en SSD: comando por el que el sistema informa bloques que ya no necesita; el controlador decide cómo y cuándo gestionarlos. Característica: puede reducir o impedir recuperación, sin permitir…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portátil cifrado y SSD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portátil corporativo está encendido, desbloqueado y conectado. La pregunta prioritaria es si una cuenta ejecutó una herramienta y extrajo archivos. Apagar puede cerrar el volumen cifrado y perder…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SSD, la ausencia de contenido borrado después de TRIM no demuestra que nunca existió. En un E01, metadatos y comprobaciones internas no reemplazan el hash externo ni el log de sectores…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compara adquisición física, lógica y en vivo contra una pregunta concreta; documenta formato, herramienta, versión, dispositivo, write blocker, hashes y errores; y explica el impacto de…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Linux: dd, dcfldd, ewfacquire (paquete libewf-tools), hashdeep.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Windows: FTK Imager (gratuito, de Exterro/AccessData) para crear imágenes E01 con verificación.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Hardware simulado: usa un pendrive propio o un archivo .img como "disco". Nunca practiques sobre medios de terceros sin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Recuerda: laboratorio aislado, evidencia propia, y bloqueo de escritura siempre que toques un original.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dispositivo (en Linux) sin montarlo: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el original en solo lectura si necesitas inspeccionarlo (simula write-blocker por software):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con dcfldd calculando hash al vuelo: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Alternativa en formato forense E01: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caso, examinador y notas cuando lo pida.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 imagen RAW contra el original: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una imagen E01: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elegirías adquisición lógica en vez de física.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RAW y E01 en una tabla de ventajas/desventajas.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un pendrive propio en ambos formatos y compara tamaños.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un write-blocker de hardware difiere de blockdev --setro.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TRIM de un SSD complica la recuperación de borrados.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procedimiento para adquirir un servidor que no se puede apagar.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una imagen forense de un pendrive propio en formato E01 con FTK Imager o ewfacquire, y demuestra que la imagen es fiel al original comparando hashes.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la imagen E01, el log de adquisición y la salida de ewfverify (o el reporte de FTK) mostrando que el hash de adquisición coincide con el de verificación. La cadena de…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SO monta el disco automáticamente — Automount activo alteró tiempos de acceso. Desactiva automount o usa write-blocker antes de conectar.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dd sin bs tarda horas — Bloque por defecto minúsculo. Usa bs=4M.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de adquisición ≠ verificación — El original cambió o hubo error de lectura. Repite con bloqueo de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RAW enorme — RAW no comprime. Usa E01 si el espacio importa.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ewfacquire: permission denied — Falta privilegio de lectura del dispositivo. Ejecuta con sudo.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¿RAW o E01?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E01 para casos formales (metadatos + integridad integrada); RAW para máxima compatibilidad con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adquirir un equipo encendido?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es adquisición en vivo. Captura primero la RAM (más volátil) y documenta que el sistema estaba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bloqueo por software basta?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prácticas sí; en casos legales serios se prefiere un write-blocker de hardware certificado.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mi SSD no recupera borrados?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fuente primaria para seleccionar y documentar adquisición según necesidad de respuesta y forense — &lt;https://doi.org/10.6028/NIST.SP.800-86&gt;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3227: fuente primaria para orden de volatilidad, copias bit a bit, checksums y análisis sobre copia — &lt;https://www.rfc-editor.org/info/rfc3227/&gt;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Computer Forensics Tool Testing: proyecto primario de requisitos y pruebas; los resultados aplican a versiones y configuraciones ensayadas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libewf: implementación primaria abierta de formatos EWF y herramientas como ewfacquire — &lt;https://github.com/libyal/libewf&gt;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FTK Imager: documentación del proveedor para funciones de adquisición; no sustituye validación independiente del método — &lt;https://www.exterro.com/ftk-product-downloads/ftk-imager-version-4-7-3&gt;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File System Forensic Analysis. Addison-Wesley: bibliografía complementaria.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378b66d505ad4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59836"/>
            <a:ext cx="8229600" cy="978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