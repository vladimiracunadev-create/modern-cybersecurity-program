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220 — Caso completo de respuesta a incidentes end-to-end</a:t>
            </a:r>
          </a:p>
          <a:p>
            <a:r>
              <a:rPr sz="1600">
                <a:solidFill>
                  <a:srgbClr val="2E8B57"/>
                </a:solidFill>
              </a:rPr>
              <a:t>parte 9 forense digital y respuesta a incidentes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Integrar todo lo aprendido en la parte resolviendo un incidente de principio a fin: desde la alerta inicial hasta el informe y las lecciones aprendidas. Este es el proyecto capstone: adquisición…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el ciclo completo PICERL sobre un incidente realista.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Correlacionar evidencia de disco, memoria y red en una sola narrativa.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una super-timeline que sostenga las conclusiones.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Contener y erradicar con preservación de evidencia.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Entregar un informe forense y un post-mortem defendibles.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Escenario y alcance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Triage inicial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Adquisición multi-fuente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Análisis correlacionado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Timeline maestra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Contención y erradicación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RCA y lecciones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caso final integra SOC, respuesta y forense sin asumir una historia prefabricada. Se parte de una alerta con confianza limitada, se preservan fuentes según volatilidad, se mantiene un registro 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bitácora separa hora del incidente, hora conocida y hora de decisión; así puede evaluarse la razonabilidad con información disponible entonces. El informe distingue hechos, inferencias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alerta inicial no contiene la historia. El equipo registra quién la produjo, lógica, alcance, tiempo y datos disponibles; formula hipótesis competidoras y define qué observación las apoyaría 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alcance es provisional y se versiona. Usuarios, hosts, IP, dominios, cuentas cloud y periodos se agregan por relación evidenciada, no por intuición. Cada ampliación anota origen y pregunta…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adquisición sigue una estrategia documentada: memoria y conexiones si aportan valor y son viables; logs remotos, identidad y nube antes de retención o cambios; discos y artefactos con hashes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Memoria puede mostrar proceso y conexión; disco, archivo y persistencia; red, transferencia; identidad, sesión y privilegio. La correlación no obliga a que tres fuentes «concuerden»: una fuente puede…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registro de decisiones incluye hora conocida, alternativas, autoridad, impacto esperado y reversión. Así se distingue una decisión razonable con información limitada de una explicación…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Case log: registro cronológico de acciones y decisiones.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Scope: entidades y periodos potencialmente afectados.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Evidence matrix: relación entre preguntas y fuentes.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Decision log: razón, autoridad y resultado de cada decisión.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Unknown: aspecto que la evidencia no resuelve.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Exit criteria: condiciones para cerrar respuesta.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Regression detection: analítica que verifica una mejora posterior.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Capstone: proyecto integrador que ejercita todas las competencias. Característica: evalúa el criterio, no solo la técnica.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Triage: evaluación rápida para priorizar y decidir. Característica: define el rumbo con información incompleta.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Correlación multi-fuente: relacionar disco, memoria, red, identidad y otros registros. Característica: cada fuente puede confirmar, refutar, limitar o no observar una hipótesis.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Narrativa del incidente: explicación cronológica y causal sustentada en evidencia e inferencias declaradas. Característica: incluye alternativas, vacíos y nivel de confianza.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IOC/IOA: indicadores de compromiso/ataque. Característica: alimentan detección y búsqueda retroactiva.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Contención con preservación: frenar sin destruir evidencia. Característica: el equilibrio central de DFIR.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Cierre: decisión formal basada en criterios operativos, evidencia y riesgo residual aceptado. Característica: no implica conocimiento absoluto ni final automático de todas las mejoras.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🔍 Caso razonado — identidad comprometida, descarga y movimiento lateral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alerta detecta PowerShell en una estación financiera. La memoria muestra un proceso con conexión externa; el PCAP conserva una descarga, y el navegador relaciona la URL con un correo. Una…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equipo preserva memoria, PCAP, perfil, eventos Windows, autenticación y logs cloud. La timeline corrige desfase y separa descarga de ejecución. Aísla la estación, revoca sesiones y segmenta el…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RCA encuentra privilegio excesivo y telemetría cloud incompleta como condiciones contribuyentes. Las acciones incluyen privilegio temporal, habilitación de data events relevantes y prueba de una…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Dominas la Parte 9 cuando puedes conducir el caso desde una alerta incierta hasta un cierre defendible: formulas hipótesis competidoras, preservas por volatilidad y riesgo, mantienes custodia y…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Todo el arsenal de la parte: FTK Imager/ewfacquire, Volatility 3, The Sleuth Kit/Autopsy, plaso/Timesketch, Wireshark/Zeek, Eric Zimmerman's Tools.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Escenario: móntalo tú en un laboratorio aislado de VMs propias, o usa un dataset de entrenamiento DFIR público.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Recuerda: cualquier malware se maneja solo en laboratorio aislado y desechable, con snapshots.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Triage e identificación: revisa la alerta, clasifica severidad (clase 202) y define el alcance inicial. Decide aislar por red preservando RAM (clase 216).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Adquisición: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Volca la RAM (WinPmem) y el disco (FTK Imager → E01), con hashes y cadena de custodia (clases 201, 203, 207).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tráfico si el atacante sigue activo (clase 208).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de memoria: con Volatility 3 halla el proceso malicioso, su inyección y su conexión C2: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de disco: en Autopsy/TSK examina artefactos de ejecución y persistencia (clases 204, 205): Prefetch, ShimCache/AmCache, tareas programadas, claves Run.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de red: en Zeek/Wireshark confirma el C2, el beaconing y qué se exfiltró (clase 208).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la decisión de triage y su justificación de severidad.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Correlaciona un hallazgo de memoria con uno de disco y uno de 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la timeline maestra con al menos ocho eventos.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 las superficies de persistencia examinadas, los mecanismos hallados y lo que queda fuera de cobertura.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Deriva cinco IOCs del incidente para búsqueda retroactiva.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Formula tres acciones correctivas contra causas raíz.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Resuelve el incidente completo y entrega el paquete final: cadena de custodia, hallazgos de memoria/disco/red correlacionados, timeline maestra, plan de contención/erradicación ejecutado, RCA 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 narrativa usa evidencia de memoria, disco y red —más identidad o nube cuando el escenario lo requiera— y explica coincidencias, contradicciones y fuentes sin visibilidad…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Conclusiones sin respaldo — Una sola fuente. Corrobora con memoria, disco y 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Perdiste la RAM — Contuviste apagando. Aísla por red primero.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Timeline caótica — No la acotaste ni pivoteaste. Filtra por ventana y parte de eventos conocidos.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Erradicación incompleta — Persistencia sin enumerar. Revísala toda antes de cerrar.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Informe no reproducible — Faltan hashes/versiones. Documenta la metodología completa.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dónde empiezo un caso real?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 el triage: entiende la alerta, acota el alcance y decide contención preservando evidencia. Luego adquieres antes de analizar.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fuente analizo primero?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Sigue el orden de volatilidad: memoria y red en vivo primero, disco después. Pero correlaciona las tres al final.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sé que terminé?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Cuando la narrativa se sostiene con evidencia concordante, la persistencia está erradicada y validada, y el informe permite a un tercero reproducir el análisis.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¿Y si el laboratorio tiene malware real?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 verificables y alcance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800-61 Rev. 3: &lt;https://doi.org/10.6028/NIST.SP.800-61r3&gt; — marco vigente para integrar respuesta y gestión de riesgo.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800-86: &lt;https://doi.org/10.6028/NIST.SP.800-86&gt; — proceso de recolección, examen, análisis y reporte desde una perspectiva de TI.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RFC 3227 / BCP 55: &lt;https://www.rfc-editor.org/info/rfc3227/&gt; — principios de volatilidad, documentación, copias y verificación durante recolección.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Volatility 3 Documentation: &lt;https://volatility3.readthedocs.io/en/latest/&gt; — referencia oficial para análisis de memoria; Volatility analiza adquisiciones, no realiza por sí mismo la captura de RAM.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The Sleuth Kit documentation: &lt;https://www.sleuthkit.org/sleuthkit/docs.php&gt; — herramientas y conceptos de filesystem para validar pasos del caso.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Plaso User’s Guide: &lt;https://plaso.readthedocs.io/en/latest/sources/user/Users-Guide.html&gt; — flujo reproducible para extracción temporal y almacenamiento intermedio.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2f8a553a498083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16452"/>
            <a:ext cx="8229600" cy="2651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