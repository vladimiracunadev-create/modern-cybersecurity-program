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216 — Contención, erradicación y recuperación</a:t>
            </a:r>
          </a:p>
          <a:p>
            <a:r>
              <a:rPr sz="1600">
                <a:solidFill>
                  <a:srgbClr val="2E8B57"/>
                </a:solidFill>
              </a:rPr>
              <a:t>parte 9 forense digital y respuesta a incidentes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Dominar tres grupos de trabajo de la respuesta: contener reduciendo impacto y preservando evidencia pertinente, erradicar accesos y condiciones dentro del alcance conocido, y recuperar la operación…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Elegir la estrategia de contención adecuada (aislar vs. observar).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Preservar evidencia durante la contención.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Erradicar malware, acceso y persistencia dentro del alcance investigado.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Recuperar sistemas con monitoreo reforzado.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Validar que la amenaza fue eliminada antes de cerrar.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Contención corto vs. largo plazo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Aislar vs. observar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Preservar evidencia al contener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Erradicación de persistencia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Reconstrucción vs. limpieza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Rotación de credenciales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Recuperación monitorizada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Contener limita impacto; erradicar elimina causas y persistencia; recuperar restablece servicio confiable. Aislar demasiado pronto puede cortar C2 y también alertar al adversario, perder evidencia 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Erradicación incluye credenciales, tokens, reglas cloud y vectores, no solo borrar malware. Recuperar desde backup requiere comprobar que el backup precede al compromiso y no conserva persistencia.…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contención inmediata busca frenar daño; la de largo plazo crea un estado sostenible mientras se comprende y erradica. Aislar un endpoint desde EDR, bloquear una cuenta, segmentar una subred 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Observar al adversario puede ampliar inteligencia, pero también permite daño adicional. Solo se justifica con autoridad, monitoreo, límites de tiempo y criterios de interrupción. En la mayoría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Borrar el binario visible no revoca tokens, claves API, tareas, servicios, aplicaciones OAuth, reglas de reenvío ni vulnerabilidades explotadas. Se construye una matriz de activos, identidades…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reconstrucción desde una imagen confiable suele reducir incertidumbre frente a una limpieza compleja, pero tampoco es una «garantía plena»: firmware, credenciales, imágenes base, automatización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recuperación define servicio mínimo, criterios de salud, dependencias, validación de datos y plan de reversión. Los sistemas vuelven por etapas y con telemetría reforzada. Una ausencia breve de…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Contención corta/larga: medidas inmediatas y sostenibles.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Erradicación: eliminación de causa y persistencia.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Recovery: retorno controlado a operación.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Known-good: estado cuya confianza fue validada.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Recaída: reaparición de actividad relacionada.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Blast radius: alcance potencial del daño.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Monitoring reforzado: vigilancia temporal tras restauración.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Contención a corto plazo: acción inmediata para frenar la propagación (aislar un host). Característica: rápida, a veces temporal.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Contención a largo plazo: medida estable mientras se erradica (segmentar red, regla de firewall). Característica: mantiene operación sin dar terreno.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Aislar vs. observar: cortar al atacante ya, o vigilarlo para ganar inteligencia. Característica: observar arriesga más daño pero revela alcance.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Erradicación: eliminar acceso, persistencia y condiciones explotadas dentro del alcance conocido. Característica: requiere verificación por activo e identidad.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Persistencia: mecanismos para conservar acceso o efecto, incluidos servicios, tareas, identidades y configuraciones cloud. Característica: se enumeran mediante varias fuentes porque ninguna lista…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Reconstrucción (rebuild): desplegar desde una base declarada confiable. Característica: reduce incertidumbre si también se validan imagen, credenciales, firmware, datos y configuración.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Validación: comprobar criterios de salud, telemetría y ausencia de comportamientos conocidos durante una ventana justificada. Característica: reduce incertidumbre, sin demostrar una ausencia absoluta.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Caso razonado — credencial de dominio usada en varios sistemas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servidor muestra una herramienta remota y autenticaciones de una cuenta administrativa hacia tres hosts. Aislar solo el servidor limita una ruta, pero la identidad permite continuar. El equipo…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Dos hosts se reconstruyen desde una imagen validada; el tercero se conserva para análisis porque contiene evidencia única. Antes de reconectar, se corrige el vector inicial, se aplican controles, se…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Dominas la clase cuando comparas opciones de contención por riesgo, reversión e impacto; amplías erradicación a activos, identidad y nube; validas una reconstrucción más allá del sistema operativo; y…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Contención: reglas de firewall/EDR para aislar, VLAN de cuarentena.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Erradicación: EDR (aislar y remediar), autoruns (persistencia Windows), revisión de cron/systemd (Linux).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Credenciales: gestor de secretos, rotación de claves, revocación de sesiones/tokens.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aplicado: diseño y práctica en laboratorio propio.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Contén el host aislándolo por red sin apagarlo (preservas RAM y estado):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EDR: acción "aislar"; o regla de firewall que solo permita la IP del analista.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Antes de erradicar, captura evidencia: volcado de RAM (clase 207) e imagen de disco (clase 203).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la persistencia en Windows con Autoruns: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servicios, tareas programadas, claves Run, y WMI.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Linux, revisa cron, systemd y perfiles de shell (clase 206), y declara qué otras superficies quedan fuera de esa enumeración.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Erradica: elimina cada mecanismo identificado y el malware. Si el compromiso fue profundo (root/SYSTEM), planifica reconstrucción desde cero.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Decide para tres escenarios si aislar u observar, y justifícalo.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cinco mecanismos de persistencia en Windows.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a veces la única opción es reconstruir.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plan de rotación de credenciales tras un compromiso.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los criterios de validación de erradicación.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contener sin perder la memoria del equipo.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una VM comprometida por ti, ejecuta las tres fases: contiene documentando cambios sobre evidencia, busca y elimina la persistencia conocida mediante varias fuentes y valida recuperación con…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documentas (a) cómo aislaste y qué evidencia pudo cambiar, (b) mecanismos de persistencia buscados, hallados y eliminados más límites de cobertura, (c) rotación y revocación…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malware reaparece tras limpiar — Quedó persistencia sin eliminar. Enumera TODA con Autoruns/cron/systemd.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Perdiste la RAM al contener — Apagaste el equipo. Aísla por red, no por apagado.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atacante vuelve con la misma clave — No rotaste credenciales. Cámbialas y revoca sesiones.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Limpiaste pero no confías en el host — Compromiso profundo. Reconstruye desde cero.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Cerraste demasiado pronto — Sin periodo de validación. Monitorea antes de declarar resuelto.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¿Aislar u observar?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Aísla si el riesgo de daño es alto; observa solo si necesitas inteligencia y puedes contener el daño. Ante la duda, aísla.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¿Limpiar o reconstruir?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Ante compromiso con privilegios altos o rootkits, reconstruir desde una base validada suele reducir más incertidumbre que limpiar. También debes revisar firmware, identidad, datos, imágenes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¿Cuándo roto credenciales?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Cuando el alcance indique acceso posible o exposición: contraseñas, tokens, claves API y secretos de servicio. Define el orden para revocar sesiones antes de emitir reemplazos utilizables.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sé que erradiqué de verdad?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800-61 Rev. 3: &lt;https://doi.org/10.6028/NIST.SP.800-61r3&gt; — recomendaciones actuales para integrar preparación, detección, respuesta y recuperación con CSF 2.0.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Sysinternals Autoruns: &lt;https://learn.microsoft.com/sysinternals/downloads/autoruns&gt; — documentación oficial para ubicaciones de inicio automático Windows; no cubre todas las formas de acceso…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Persistence: &lt;https://attack.mitre.org/tactics/TA0003/&gt; — taxonomía de comportamientos para ampliar búsquedas; la cobertura depende de fuentes disponibles.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CISA Incident Response Playbook: &lt;https://www.cisa.gov/sites/default/files/publications/CybersecurityIncidentVulnerabilityResponsePlaybooks508C.pdf&gt; — ejemplo oficial de acciones y coordinación…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af0c0af6bc763c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24428"/>
            <a:ext cx="8229600" cy="6492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