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208 — Forense de red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reconstruir lo que pasó en la red durante un incidente a partir de capturas de paquetes (PCAP) y registros de flujo. Al terminar podrás identificar exfiltración, canales de mando y control…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filtrar tráfico con tcpdump, Wireshark y tshark.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sesiones y extraer archivos transferidos de un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C2, beaconing y exfiltración por DNS/HTTP.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logs de Zeek para hallar anomalías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tráfico legítimo de indicadores de compromiso.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Fuentes: PCAP vs. flujo (NetFlow)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Filtros de captura y display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Reensamblado de sesiones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Extracción de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C2 y beaconing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Exfiltración por DNS/HTTP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Zeek (logs de 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forense de red reconstruye comunicaciones desde capturas y metadatos. PCAP ofrece detalle pero solo donde existió sensor; flow resume relaciones; Zeek interpreta protocolos. NAT, balanceadores…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tupla de red identifica una conversación en un punto, no necesariamente al usuario final. La reconstrucción TCP considera retransmisión, pérdida y orden. Extraer un objeto de HTTP no demuestra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PCAP puede conservar cabeceras y carga útil, pero únicamente de los paquetes que llegaron al sensor. Un flujo NetFlow/IPFIX resume extremos, puertos, duración y volumen; sacrifica contenido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atribuir una IP a una persona se dibuja el camino observado: VLAN, punto de captura, NAT, proxy, VPN, balanceador y resolución temporal de DHCP. La IP que aparece como origen en un sensor…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distingue filtros de captura y filtros de visualización. El primero decide qué paquetes se conservan y, por tanto, puede producir una pérdida irreversible; el segundo cambia solamente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extracción de objetos es un paso analítico, no una conclusión. Se registra flujo, offset o número de paquete, método de extracción y hash del objeto. Después se valida tipo real, estructura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 describe contactos repetidos que pueden ser compatibles con C2, pero servicios de actualización, telemetría y monitoreo también generan periodicidad. Se comparan intervalos, jitter…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PCAP: captura de paquetes.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NetFlow/IPFIX: resumen de flujos.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5-tuple: IP y puerto origen/destino más protocolo.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Reassembly: reconstrucción del flujo TCP.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NAT: traducción que modifica direcciones visibles.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Packet loss: tráfico no capturado por el sensor.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Sessionization: agrupación de paquetes o eventos en conversaciones.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PCAP: archivo de paquetes observados por un sensor. Característica: puede conservar gran detalle, pero su cobertura depende del punto de captura, filtros y pérdidas.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NetFlow/IPFIX: metadatos de flujos (quién habló con quién, cuánto). Característica: liviano y escalable, sin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Beaconing: patrón de contactos repetidos compatible con automatización o C2. Característica: la periodicidad orienta el análisis, pero necesita contexto y corroboración.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DNS: uso de consultas o respuestas DNS para transportar datos. Característica: longitud, entropía, volumen y tipos de registro son indicadores, no una prueba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(antes Bro): analizador de red que genera logs estructurados (conn, dns, http, ssl…). Característica: convierte PCAP en tablas analizables.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huellas calculadas a partir de elementos del handshake TLS. Característica: ayudan a agrupar tráfico, pero no identifican de forma inequívoca un cliente 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Reensamblado de flujo (Follow TCP Stream): ordena los bytes capturados de una conversación. Característica: puede mostrar contenido en claro cuando fue observado, sin recuperar paquetes ausentes ni…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descarga periódica por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host contacta cada cinco minutos a un dominio recién observado y descarga respuestas de tamaño similar. Esa periodicidad permite priorizar la sesión, no declararla maliciosa. El analista verifica…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captura permite sostener que hubo comunicaciones y cuantificar los bytes transferidos. Si se recupera un objeto, su hash y estructura respaldan qué contenido atravesó el sensor. Para afirmar…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seleccionar PCAP, flujo o logs Zeek según una pregunta; explicar la influencia del sensor, NAT, cifrado y pérdida; conservar trazabilidad de un objeto extraído;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Captura: tcpdump, dumpcap.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Wireshark y tshark, Zeek, NetworkMiner (extracción de archivos), RITA (detección de beaconing sobre logs de Zeek).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Muestras: usa PCAPs propios o datasets públicos de práctica (por ejemplo, capturas de Malware-Traffic-Analysis con fines educativos). Analiza malware solo en laboratorio aislado.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Estadística rápida del PCAP con tshark: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tráfico HTTP y extrae hosts contactados: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Wireshark, usa Follow → TCP Stream para reconstruir los bytes de la sesión que quedaron disponibles en la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archivos transferidos: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Wireshark: File → Export Objects →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NetworkMiner: carga el PCAP y revisa la pestaña 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túnel DNS buscando subdominios largos y muchas TXT: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en Wireshark solo el tráfico de una IP y un puerto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 archivo transferido por HTTP de un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patrón de beaconing por su periodicidad.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túnel DNS por el volumen y forma de las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zeek-cut para listar las diez conversaciones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puedes y qué no puedes ver en tráfico TLS.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PCAP que contiene un canal C2 con beaconing y una exfiltración de datos, identifica la IP del C2, el intervalo de beaconing y qué se exfiltró.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reportas la IP/puerto del C2, el intervalo aproximado del beacon (con evidencia de la periodicidad), el método de exfiltración (DNS/HTTP) y, si es posible, el contenido o 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contenido, solo cifrado — Es TLS. Analiza metadatos (SNI, JA3, tamaños) en vez del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se cuelga con PCAP grande — Demasiado en memoria. Filtra con tshark o divide con editcap.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detectas el beacon — Jitter aleatorio del malware. Analiza distribución de intervalos, no valores exactos.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 Objects vacío — El archivo va fragmentado o cifrado. Prueba NetworkMiner o reensamblado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no genera logs — Ruta o versión incorrecta. Verifica instalación y permisos de escritura.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¿PCAP o NetFlow?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 puede aportar contenido y cabeceras con mayor detalle, pero consume más almacenamiento; NetFlow resume conversaciones y facilita cobertura temporal. Se elige una o ambas fuentes según pregunta…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descifrar TLS?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tienes las claves o el SSLKEYLOGFILE. Sin ellas, trabajas con metadatos: SNI, certificados, JA3, tamaños y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ve un túnel DNS?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Muchas consultas a un mismo dominio con subdominios largos y aleatorios, a menudo tipo TXT o NULL.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¿Zeek reemplaza a Wireshark?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User’s Guide: &lt;https://www.wireshark.org/docs/wsughtml/&gt; — documentación oficial para captura, reensamblado, análisis y exportación de objetos.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Display Filter Reference: &lt;https://www.wireshark.org/docs/man-pages/wireshark-filter.html&gt; — sintaxis oficial; aclara que un filtro de visualización no elimina paquetes del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 Documentation: &lt;https://docs.zeek.org/&gt; — referencia oficial para los registros estructurados y el procesamiento de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NetworkMiner: &lt;https://www.netresec.com/?page=NetworkMiner&gt; — documentación del proveedor para extracción y reconstrucción; sus resultados deben validarse contra el 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RITA: &lt;https://github.com/activecm/rita&gt; — proyecto abierto para analizar metadatos de Zeek; su puntuación prioriza conexiones y no sustituye la corroboración.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&lt;https://doi.org/10.6028/NIST.SP.800-86&gt; — marco de integración de técnicas forenses en respuesta a incidentes; no prescribe una única herramienta.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066a2e21127c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72934"/>
            <a:ext cx="8229599" cy="3552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