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122 — Protecciones modernas: ASLR, DEP/NX, stack canaries y PIE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las mitigaciones que la explotación moderna debe superar: ASLR (aleatorización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direcciones), DEP/NX (memoria no ejecutable), stack canaries (detección de overflow) y PIE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(ejecutable posicionalmente independiente). Sabrás qué bloquea cada una, cómo verificarlas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 y qué debilidad deja abierta cada mitigación, preparando el terreno para ret2libc (123)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ROP (124).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mecanismo de ASLR, NX, canary y PIE y qué ataque frena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las protecciones de un binario con checksec.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Activar/desactivar cada mitigación al compilar con GCC.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 debilidad residual de cada protección (fuga de direcciones, ROP,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cómo se combinan para elevar el coste del atacante (defensa en profundidad).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ASLR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DEP/NX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Stack canary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RELRO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checksec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Flags de GCC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buffer overflow "de manual" —desbordar, inyectar shellcode en la pila y saltar a él— dejó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funcionar hace dos décadas gracias a un conjunto de mitigaciones que hoy vienen activas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defecto. Entenderlas es imprescindible por dos razones: para saber qué impide cada una (y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tanto qué técnica de bypass hace falta) y para leer la postura de seguridad de un binario. Cada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defensa ataca un eslabón distinto de la cadena de explotación, y por eso la explotación moderna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consiste en combinar bypasses, no en un solo truco.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DEP/NX (Data Execution Prevention / No-eXecute) marca las regiones de datos —incluida 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ASLR: aleatoriza las direcciones base de librerías, stack y heap en cada ejecución. Clave: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fuga de dirección (info leak) lo derrota al revelar una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DEP/NX (No-eXecute): marca páginas de datos como no ejecutables. Clave: impide shellcode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stack/heap; se evade reutilizando código (ret2libc, ROP).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canary: valor aleatorio colocado antes del retorno; se verifica en el epílogo. Clave: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overflow lineal lo altera y aborta el programa (stack smashing detected).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PIE: compila el ejecutable como posicionable, permitiendo aleatorizar su base con ASLR. Clave: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Mitigación — Defensa del compilador o del SO contra la explotación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 / NX — Marca los datos como no ejecutables (bit NX)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Reutilización de código — ret2libc/ROP, respuesta a NX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canary — Valor secreto que detecta la sobrescritura de la pila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smashing detected — Mensaje al fallar la comprobación del canario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Leak del canario — Leer el canario para reescribirlo y evadirlo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el mismo vuln.c con distintas protecciones y compáralas: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cada uno: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canary en acción: alimenta un overflow largo a vfull y verás  stack smashing detected 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ASLR: ejecuta ldd vfull dos veces con ASLR activo y nota que la base de libc cambia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(o usa cat /proc/self/maps en un pequeño script).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Desactiva ASLR temporalmente y confirma que las direcciones se estabilizan: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 el prólogo/epílogo de vfull y localiza la carga del canary desde fs:0x28 y su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Rellena una tabla mitigación → ataque que bloquea → debilidad residual.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NX no impide ret2libc.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en el desensamblado dónde se lee y compara el canary.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Partial RELRO de Full RELRO y su impacto en ataques a la GOT.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ASLR activo, ejecuta 3 veces y registra la base de libc para ver la aleatorización.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PIE eleva el coste incluso con una fuga de libc?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cuatro binarios del mismo fuente con combinaciones distintas de protecciones y entrega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salida de checksec de cada uno, clasificando cuál es más difícil de explotar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identificas correctamente qué binario tiene NX+Canary+PIE+Full RELRO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justificas el orden de dificultad con base en las debilidades residuales.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smashing detected — El canary detectó tu overflow; necesitas filtrarlo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 cambian cada corrida — ASLR/PIE activos; hace falta un info leak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 en stack no ejecuta — NX activo; usa ret2libc o ROP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 dice "No canary" pero crashea igual — Otra mitigación (NX/PIE) está frenando el exploit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Olvidas revertir ASLR a 2 — Deja la VM menos segura; restaura tras el laboratorio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 todas activas es imposible explotar? No, pero sube mucho el coste: normalmente hace falta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fuga de información y cadenas ROP.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canary protege variables locales? Protege la dirección de retorno; una escritura dirigida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salte el canary aún puede corromper otras cosas.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¿PIE y ASLR son lo mismo? No: ASLR aleatoriza librerías/stack/heap; PIE permite aleatorizar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además el propio ejecutable.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checksec.sh — &lt;https://github.com/slimm609/checksec.sh&gt;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ASLR (randomizevaspace) — &lt;https://www.kernel.org/doc/Documentation/sysctl/kernel.txt&gt;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stack protector — &lt;https://gcc.gnu.org/onlinedocs/gcc/Instrumentation-Options.html&gt;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d0c7fc3772040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954" y="1097280"/>
            <a:ext cx="424409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