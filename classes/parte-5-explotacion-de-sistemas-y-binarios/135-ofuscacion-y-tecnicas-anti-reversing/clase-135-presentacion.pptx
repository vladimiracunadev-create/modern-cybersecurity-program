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135 — Ofuscación y técnicas anti-reversing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las técnicas que dificultan el reversing —packing, cifrado de cadenas, anti-debugging,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VM, aplanamiento de flujo (control-flow flattening), virtualización de código— y aprender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derrotarlas con desempaquetado, parcheo y análisis dinámico. Este conocimiento sirve tanto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malware (Parte 6) como para proteger tu propio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técnicas de ofuscación y anti-reversing.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packing por entropía, secciones e imports.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Desempaquetar un binario (UPX y unpacking genérico con dump en runtime).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Neutralizar chequeos anti-debugging (ptrace, timing) con parcheo.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control-flow flattening y virtualización.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Packing y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Entropía como indicador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Anti-debugging (ptrace)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Anti-VM / anti-sandbox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Cadenas cifradas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Control-flow flattening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Virtualización de código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la ingeniería inversa reconstruye el significado de un binario, la ofuscación y las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anti-reversing existen para impedirlo o encarecerlo. Las usan tanto el software legítimo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(protección de propiedad intelectual, DRM, antitrampas) como —sobre todo— el malware (Parte 6),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quiere resistir el análisis para sobrevivir más tiempo. Conocerlas es imprescindible por 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razones simétricas: para reconocerlas y derrotarlas al analizar código protegido, y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juego del gato y el ratón que define el análisis de malware moderno. Ninguna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infalible —todas se pueden vencer con tiempo y con análisis dinámico— pero elevan el coste, que 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Packing: comprime/cifra el binario y lo descomprime en memoria al ejecutar. Clave: el estático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ve el stub; hay que dumpear tras el unpacking.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aleatoriedad; secciones empacadas/cifradas tienen entropía alta (~8).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 indicador de ofuscación.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Anti-debugging: detecta debuggers (p. ej. ptrace(PTRACETRACEME) que falla si ya hay uno).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se neutraliza parcheando el chequeo o con LDPRELOAD.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Anti-VM: busca artefactos de virtualización (drivers, MAC, timing). Clave: frecuente en malware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Ofuscación — Técnicas para dificultar el análisis del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Anti-reversing — Medidas que impiden o encarecen la 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Packing — Comprimir/cifrar el código; un stub lo revela en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Stub / desempaquetador — Código que descomprime el binario real al ejecutarse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— Aleatoriedad; alta indica cifrado o compresión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OEP — Original entry point; donde termina el desempaquetado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VM aislada con snapshots si manipulas muestras reales.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packing por entropía y secciones: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 UPX y verifica que ahora ves el código real: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Neutraliza anti-debugging basado en ptrace: identifica el chequeo en Ghidra y parchea el salto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(invierte je↔jne) o intercepta ptrace con Frida devolviendo 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 cadenas en runtime: pon un breakpoint tras la rutina de descifrado y dumpea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(dump memory strings.bin $addr $addr+0x200).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Enfréntate a control-flow flattening con angr (ejecución simbólica) para hallar la entrada que llega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entropía de un binario normal y de uno empacado; compara.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 un UPX y confirma con objdump que ves más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 un chequeo ptrace para permitir el debugging.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el anti-debug con Frida sin modificar 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crackme con angr y explica sus límites (state explosion).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dispatcher de un binario con control-flow flattening.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crackme empacado con anti-debugging y consigue analizarlo: desempácalo, neutraliza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anti-debug y deduce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logras adjuntar un debugger pese al anti-debug (parcheo o Frida) y obtienes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clave válida del binario desempacado.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programa muere al adjuntar GDB — Anti-debug con ptrace; parchea o hookea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-d falla — No es UPX o está modificado; usa dump en runtime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angr no termina — State explosion; acota con hooks/constraints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alta pero no es packing — Puede ser datos comprimidos legítimos; verifica secciones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Parcheo rompe el binario — Cambiaste tamaño; parchea solo bytes de opcode equivalentes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 puede revertir cualquier ofuscación? En teoría sí con esfuerzo suficiente; la virtualización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requerir semanas.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¿angr es una bala de plata? No: sufre explosión de estados; úsalo con acotaciones y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funciones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¿Ofuscar mi software lo hace seguro? Aumenta el coste del atacante, pero no sustituye a una buena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arquitectura de seguridad.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Eilam, E. Reversing: Secrets of Reverse Engineering.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cap. 12-13.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angr — &lt;https://angr.io/&gt;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Ollydbg/UPX y técnicas anti-debug (Peter Ferrie, "The Ultimate Anti-Debugging Reference").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048092ad38ef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35224"/>
            <a:ext cx="8229600" cy="1627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