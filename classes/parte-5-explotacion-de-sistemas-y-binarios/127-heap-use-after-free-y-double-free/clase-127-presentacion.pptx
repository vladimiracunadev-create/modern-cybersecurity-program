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94560"/>
            <a:ext cx="8046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B3D2E"/>
                </a:solidFill>
              </a:rPr>
              <a:t>Clase 127 — Heap: use-after-free y double free</a:t>
            </a:r>
          </a:p>
          <a:p>
            <a:r>
              <a:rPr sz="1600">
                <a:solidFill>
                  <a:srgbClr val="2E8B57"/>
                </a:solidFill>
              </a:rPr>
              <a:t>parte 5 explotacion de sistemas y binarios</a:t>
            </a:r>
          </a:p>
          <a:p>
            <a:r>
              <a:rPr sz="1200">
                <a:solidFill>
                  <a:srgbClr val="22282E"/>
                </a:solidFill>
              </a:rPr>
              <a:t>Programa de Ciberseguridad Moderna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🎯 Objetivo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Explotar dos de las corrupciones de heap más frecuentes: use-after-free (UAF), donde se usa un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puntero a memoria ya liberada, y double free, donde se libera dos veces el mismo chunk. Verás cómo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 UAF permite leer/escribir datos ajenos y secuestrar punteros de función, y cómo un double free en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tcache (tcache poisoning) logra escritura arbitraria para redirigir malloc a una dirección elegida.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📚 Resultados de aprendizaje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Al finalizar, el alumno podrá: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Explicar las causas de UAF y double free y su impacto.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Aprovechar un UAF para leer/escribir sobre un objeto reasignado.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Realizar tcache poisoning a partir de un double free.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Redirigir malloc a una dirección arbitraria (p. ej. freehook/GOT).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Detectar estos bugs con ASan.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🗺️ Temas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1 — Puntero colgante (dangling)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2 — Reasignación del chunk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3 — Secuestro de vtable/punteros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4 — Double free en tcache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5 — tcache key (mitigación)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6 — tcache poisoning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7 — Objetivos: freehook, GOT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🧠 Explicación en profundidad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 use-after-free (UAF) es hoy una de las vulnerabilidades más explotadas del mundo real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(navegadores, kernels), y su lógica es sutil. Cuando un programa libera memoria con free, el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puntero que apuntaba a ella sigue existiendo —se convierte en un puntero colgante (dangling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pointer)—, pero la memoria ya no le pertenece: el allocator puede reasignarla a otra cosa. Un UAF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ocurre cuando el programa usa ese puntero colgante después del free, accediendo a memoria que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ahora contiene datos distintos. La explotación consiste en un baile de tres pasos: el programa libera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un objeto, el atacante consigue que el allocator reasigne ese mismo chunk a un objeto que él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📖 Definiciones y características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Use-after-free: uso de memoria tras free. Clave: CWE-416; si el chunk se reasigna, escribes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sobre otro objeto.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Puntero colgante: referencia que sobrevive al free. Clave: no ponerlo a NULL es la causa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típica.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Double free: liberar dos veces el mismo puntero. Clave: corrompe la lista del bin, permitiendo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devolver el mismo chunk dos veces.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tcache poisoning: sobrescribir el puntero next de un chunk en tcache. Clave: el siguiente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📔 Glosario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Término — Definición concisa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Use-after-free (UAF) — Usar un puntero a memoria ya liberada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Puntero colgante — Puntero que sobrevive al free de su memoria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Reasignación — El allocator entrega el chunk liberado a otra petición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Reciclar el chunk — Pedir memoria del mismo tamaño para controlar el contenido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vtable — Tabla de punteros a métodos virtuales de un objeto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Secuestro de vtable — Vtable falsa que redirige una llamada a método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🧪 Laboratorio guiado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UAF — programa uaf.c: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Ejecuta y observa que a "ve" lo que escribió b.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Detecta el bug con ASan: ./uafasan reporta heap-use-after-free con backtrace.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Double free / tcache poisoning en pwndbg (glibc que lo permita):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Reserva dos chunks del mismo tamaño, libéralos y provoca el double free controlado.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Sobrescribe el next del chunk en tcache con la dirección objetivo: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Escribe en el chunk devuelto para colocar system en freehook (o el equivalente moderno) 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✍️ Ejercicios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Corrige el uaf.c poniendo el puntero a NULL tras free y confirma con ASan.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Explica por qué el chunk reasignado solapa los dos punteros.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Realiza tcache poisoning apuntando a una variable global conocida.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Investiga la tcache key y cómo detecta el double free.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Enumera objetivos de escritura viables en tu versión de glibc.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Compara la salida de ASan con la de Valgrind para el mismo UAF.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📝 Reto verificable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 un binario de reto con UAF/double free, logra que un malloc devuelva una dirección que tú elijas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mediante tcache poisoning.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Criterio de aceptación: demuestras en GDB que un malloc retorna la dirección objetivo, y (si el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reto lo permite) obtienes ejecución de código o lectura de la flag.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⚠️ Errores comunes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free(): double free detected in tcache 2 — tcache key activa; falséala o usa fastbin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 poisoning no cambia malloc — El next mal alineado o tamaño de bin incorrecto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Crash al liberar chunk falso — Metadatos inválidos; ajusta size y alineación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freehook no existe — glibc ≥2.34; apunta a GOT/estructuras alternativas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ASan no detecta nada — No compilaste con -fsanitize=address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❓ Preguntas frecuentes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¿UAF siempre da RCE? No siempre; depende de si el objeto reasignado contiene punteros de función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o datos sensibles.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¿Sigue funcionando el ataque a freehook? No en glibc ≥2.34 (los hooks fueron eliminados);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hay que buscar objetivos modernos.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¿Cómo evito estos bugs al programar? Pon punteros a NULL tras free, usa smart pointers en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C++ y compila con ASan en CI.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🔗 Referencias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CWE-416: Use After Free — &lt;https://cwe.mitre.org/data/definitions/416.html&gt;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how2heap (Shellphish) — &lt;https://github.com/shellphish/how2heap&gt;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The Shellcoder's Handbook, cap. de heap. Wiley.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AddressSanitizer — &lt;https://github.com/google/sanitizers/wiki/AddressSanitizer&gt;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0B3D2E"/>
                </a:solidFill>
              </a:rPr>
              <a:t>Diagrama de la clase</a:t>
            </a:r>
          </a:p>
        </p:txBody>
      </p:sp>
      <p:pic>
        <p:nvPicPr>
          <p:cNvPr id="3" name="Picture 2" descr="fdc52ff2db25e2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65078" y="1097280"/>
            <a:ext cx="1813843" cy="53035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