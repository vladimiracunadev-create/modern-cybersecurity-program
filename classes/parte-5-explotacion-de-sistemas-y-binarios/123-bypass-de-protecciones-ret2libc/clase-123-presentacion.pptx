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123 — Bypass de protecciones: ret2libc</a:t>
            </a:r>
          </a:p>
          <a:p>
            <a:r>
              <a:rPr sz="1600">
                <a:solidFill>
                  <a:srgbClr val="2E8B57"/>
                </a:solidFill>
              </a:rPr>
              <a:t>parte 5 explotacion de sistemas y binarios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NX/DEP sin inyectar shellcode: en lugar de ejecutar datos, reutilizas código ya existente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libc. Construirás un exploit ret2libc que salta a system("/bin/sh") colocando el argumento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RDI mediante un gadget pop rdi. También verás cómo un info leak de la GOT derrota ASLR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para conocer la base de libc. Es el primer bypass real de mitigaciones.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Explicar por qué ret2libc evade NX (reutiliza código ejecutable existente).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Filtrar la dirección de una función de libc vía GOT y calcular la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Localizar gadgets pop rdi; ret y la cadena "/bin/sh" en libc.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Construir la cadena de retorno que invoca system("/bin/sh").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Automatizar todo con pwntools y su módulo ELF/libc.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Reutilización de código vs shellcode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GOT/PLT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Info leak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Cálculo de base de 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Gadget pop rdi;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system("/bin/sh")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Alineación de stack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ret2libc es la primera técnica de reutilización de código y la respuesta directa a DEP/NX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(clase 122): si la pila no es ejecutable, el atacante deja de inyectar shellcode y en su lugar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salta a código que ya existe y ya es ejecutable —las funciones de la biblioteca C (libc),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está cargada en todo proceso—. En lugar de escribir un shellcode que llame a execve,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redirige la ejecución a la función system de libc con el argumento "/bin/sh", cadena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que además suele existir dentro de la propia libc. El resultado es el mismo —una shell— pero sin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ejecutar un solo byte de código propio, lo que hace irrelevante a NX.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ret2libc: técnica que retorna a funciones de la librería C (p. ej. system) en vez de 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shellcode. Clave: evade NX porque libc es ejecutable.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GOT (Global Offset Table): tabla con direcciones resueltas de funciones de librería. Clave: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leer una entrada revela una dirección real de libc →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leak: primitiva que expone una dirección de memoria. Clave: imprescindible contra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ASLR/PIE.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libc: direcciónfiltrada - offsetdelsímboloenlibc. Clave: con la base calculas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ret2libc — Saltar a funciones de libc en vez de inyectar shellcode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 — Biblioteca C, cargada en todo proceso; llena de código útil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system("/bin/sh") — Objetivo típico: función de libc que lanza una shell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Info leak — Filtrar una dirección de libc en tiempo de ejecución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GOT — Tabla de punteros resueltos a funciones de librería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PLT — Maquinaria que resuelve y llama a funciones externas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un binario con NX activo pero sin PIE ni canary para el primer ret2libc, y ten a mano la libc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exacta del sistema (ldd ./bin).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el binario objetivo: checksec ./ret2libc. Debe mostrar NX enabled, No PIE, No canary.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Localiza gadgets y la cadena /bin/sh: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1 — fuga: usa un overflow para llamar a puts(GOT['puts']) y luego volver a main: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Fase 2 — system("/bin/sh") con la base ya conocida: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Si no hay shell, verifica alineación (añade/quita el gadget ret) y que la libc sea la correcta.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Explora onegadget /lib/.../libc.so.6 como alternativa de una sola dirección.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Repite el ataque calculando la base a partir de otra función filtrada (printf).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Sustituye la cadena de system por un onegadget válido.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Adapta el exploit a 32 bits (argumentos por stack, sin pop rdi).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necesitas volver a main tras la fuga.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Automatiza la descarga de la libc correcta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qué falla si usas una libc de versión distinta.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exploit ret2libc que abra una shell interactiva contra tu binario NX (sin PIE/canary),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calculando la base de libc en tiempo de ejecución.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p.interactive() te da una shell donde id responde, y el exploit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con ASLR activado gracias a la fuga.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Shell no aparece, crash en system — Stack desalineado; añade gadget ret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Base de libc absurda — Offset de símbolo de otra versión de libc; usa la correcta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Fuga da valor corto — Faltó ljust(8,\x00) al desempaquetar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pop rdi no encontrado — Búscalo en libc, no solo en el binario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Funciona sin ASLR pero no con él — La fuga falló; revisa fase 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ret2libc y no shellcode? Porque NX impide ejecutar el stack; libc ya es ejecutable.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¿Necesito la libc exacta? Sí: los offsets de system//bin/sh dependen de la versión.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Identifícala con libc-database.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¿onegadget siempre funciona? No: exige que ciertos registros valgan algo concreto; verifica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sus constraints.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Anley et al. The Shellcoder's Handbook, 2e. Wiley.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pwntools ROP — &lt;https://docs.pwntools.com/en/stable/rop/rop.html&gt;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libc-database — &lt;https://github.com/niklasb/libc-database&gt;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onegadget — &lt;https://github.com/david942j/onegadget&gt;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165df34dfa3679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6734" y="1097280"/>
            <a:ext cx="185053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