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128 — Integer overflows y errores aritméticos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los errores aritméticos con enteros (overflow, underflow, truncamiento,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signed/unsigned) se convierten en vulnerabilidades de memoria: una multiplicación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tamaño que se desborda genera un malloc demasiado pequeño y, después, un overflow de heap. Aprenderás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detectar estos patrones y a explotarlos indirectamente.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overflow, underflow, truncamiento y confusión de signo.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cálculos de tamaño vulnerables antes de malloc/memcpy.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un heap overflow a partir de un integer overflow.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estos bugs con UBSan y análisis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comprobaciones aritméticas 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Representación de enteros y wrap-around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Signed vs unsigned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Truncamiento (int→short)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Overflow en cálculo de tamaño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 integer bug a heap 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Off-by-one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UBSan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errores aritméticos con enteros rara vez son explotables por sí solos: su gravedad está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habilitan otras vulnerabilidades, típicamente un overflow de buffer o de heap. La causa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los enteros de un ordenador tienen tamaño fijo y no pueden representar cualquier valor: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unsigned int de 32 bits solo llega hasta 4 294 967 295, y al sumarle uno da la vuelta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(wrap-around) a 0. Ese comportamiento —perfectamente definido para los unsigned— produce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sorprendentes cuando el programador no lo anticipa, y esos resultados sorprendentes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convierten en fallos de memoria.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Integer overflow: el resultado excede el máximo del tipo y "da la vuelta". Clave: CWE-190;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0xFFFFFFFF + 1 = 0 en uint32.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Underflow: una resta cae por debajo de 0 en unsigned → número enorme. Clave: len - 1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len=0 da SIZEMAX.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Truncamiento: asignar un valor a un tipo más pequeño pierde bits altos. Clave: int→short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pasar un tamaño grande a uno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signed/unsigned: una comparación firmada trata un negativo como válido. Clave: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aritmético — Bug de enteros que habilita otra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Tamaño fijo — Los enteros no representan cualquier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Wrap-around — El valor da la vuelta al superar el máximo del tipo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Overflow de entero — Resultado que excede la capacidad del tipo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Signed / unsigned — Interpretación del mismo patrón de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con negativo — Un valor firmado negativo que se vuelve enorme sin signo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de tamaño vulnerable intov.c: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con un n que provoque wrap-around (n = 0x20000000 = 536870912) y observa el crash.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producto n  8 se evalúa en unsigned int (32 bits) por las conversiones aritméticas usuales, así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se desborda también en un binario nativo de 64 bits: no necesitas compilar a 32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el diagnóstico. Ojo: el overflow unsigned es comportamiento definido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(wrap-around), así que -fsanitize=undefined (UBSan) no lo reporta. Para verlo hace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falta el sanitizer específico de clang: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un ejemplo de underflow (len=0; len-1) y su valor resultante.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chequeo previo a malloc que rechace el overflow.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 truncamiento int→short y explica la pérdida de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UBSan un overflow signed y explica por qué es 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off-by-one en un bucle for(i&lt;=n).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CVE real de integer overflow y resume la cadena hasta el heap overflow.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intov.c, demuestra el heap overflow con ASan y luego repáralo con builtinmuloverflow,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probando que el mismo n malicioso ya no corrompe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antes del fix ASan reporta heap-buffer-overflow; después, 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rechaza el tamaño y ASan no reporta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Esperabas que no se desbordara en 64 bits — n  8 se evalúa en unsigned int (32 bits) por las conversiones usuales, así que se desborda igual en un binario de 64 bits. Solo con operandos de 64 bits…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Chequeo if (a+b &lt; a) optimizado — UB en signed; usa unsigned o builtinoverflow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UBSan no reporta — No compilaste con -fsanitize=undefined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 negativo "pasa" el límite — Comparación signed; convierte a unsigned con cuidado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memcpy tamaño enorme — Underflow en el cálculo; valida antes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integer overflow es explotable por sí solo? Normalmente no: su peligro está en alimentar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 un malloc/memcpy/índice.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¿signed overflow es UB? Sí en C: el compilador puede asumir que no ocurre, generando bugs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sutiles. Unsigned hace wrap definido.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protejo mi código? Valida tamaños con builtins de overflow, usa sizet correctamente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UBSan en CI.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CWE-190: Integer Overflow or Wraparound — &lt;https://cwe.mitre.org/data/definitions/190.html&gt;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CWE-191: Integer Underflow — &lt;https://cwe.mitre.org/data/definitions/191.html&gt;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UndefinedBehaviorSanitizer — &lt;https://clang.llvm.org/docs/UndefinedBehaviorSanitizer.html&gt;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integer bugs. Wiley.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0f1fe6a88df1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817" y="1097280"/>
            <a:ext cx="332036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