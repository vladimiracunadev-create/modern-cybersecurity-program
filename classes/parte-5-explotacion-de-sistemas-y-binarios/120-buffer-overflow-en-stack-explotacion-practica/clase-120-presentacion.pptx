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120 — Buffer overflow en stack: explotación práctica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la teoría de la clase 119 en un exploit real y reproducible. Construirás el payload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desborda el buffer, sobrescribe la dirección de retorno y redirige la ejecución a una función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(win()), primero a mano con python -c y luego de forma limpia con pwntools. Es tu primer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efectivo de 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el offset al retorno y construir el payload de relleno +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Redirigir la ejecución a una función objetivo controlando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exploit con pwntools (process, p64, sendline, recv).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la alineación del stack a 16 bytes cuando el retorno lo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un exploit que falla usando GDB acoplado.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Recolección del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Estructura del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p64/p32 y endianness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ret2win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Alineación a 16 bytes (movaps)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pwntools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Depuración con gdb.attach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materializa el buffer overflow de la anterior en un exploit funcional contra un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sencillo —típicamente sin las mitigaciones modernas, para aislar la técnica—. El flujo de trabajo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metódico y se repite en casi todos los retos de pwn: medir el offset, construir el payload,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sobrescribir la dirección de retorno con la dirección deseada, y verificar. El objetivo pedagógico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clásico es ret2win: el binario contiene una función "ganadora" (que imprime la flag o lanza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shell) que nunca se llama, y el exploit consiste en desbordar y redirigir RIP a esa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offset ya medido (cyclic, Clase 118), el payload tiene una estructura simple: offset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Payload: secuencia de bytes que envías al programa para explotarlo. Clave: aquí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b"A"offset + p64(dirobjetivo).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ret2win: técnica didáctica que salta a una función ganadora ya presente en el binario.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necesita shellcode ni bypass de NX.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p64/p32: funciones de pwntools que empaquetan un entero en little-endian. Clave: evitan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errores manuales de orden de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Alineación de stack: System V exige RSP múltiplo de 16 antes de un call. Clave: si falla,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ret2win — Redirigir RIP a una función "ganadora" del propio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Recolección del offset — Medir la distancia a RIP con cyclic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— Relleno + dirección de destino en little-endian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Relleno (padding) — Bytes de relación hasta la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p64 / p32 — Empaquetan una dirección en bytes little-endian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— Librería de Python para construir y lanzar exploits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el vuln de las clases 118-119 (compilado con -fno-stack-protector -no-pie).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el offset con pwndbg (cyclic 200 → cyclic -l &lt;valor&gt;). Supón que es 72.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Averigua la dirección de win: objdump -d vuln | grep '&lt;win&gt;:' o en pwntools elf.symbols.win.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payload manual: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Escríbelo en pwntools (exploit.py):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crashea justo al entrar en win, es alineación: inserta un gadget ret antes de la dirección: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 acoplando GDB: cambia process(...) por gdb.debug("./vuln", "break win") y observa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funcione, verás el mensaje de win() (control de flujo logrado).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exploit contra el mismo binario recompilado en 32 bits (-m32, usa p32).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el nombre/tamaño del buffer, recalcula el offset y adapta el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manejo con recvuntil para sincronizar con un prompt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binario para que win reciba un argumento y pásalo vía registro/stack.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gadget ret corrige la alineación.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exploit local a remote("127.0.0.1", 1337) sirviendo el binario con socat.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exploit.py que, contra tu binario vuln, imprima la salida de win() de forma fiable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5 ejecuciones seguidas.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for i in $(seq 5); do python3 exploit.py; done muestra el mensaje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win() las 5 veces, sin segfaults.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dentro de win (movaps) — Stack desalineado; añade un gadget ret extra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= 0x4141414141414141 — Offset correcto pero dirección mal empaquetada; usa p64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casi bien pero desplazado — Offset off-by-8; recuenta saved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en GDB pero no fuera — Diferencias de entorno/ASLR; usa env={} y desactiva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EOFError en pwntools — El proceso murió antes; revisa timing con recvuntil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funciona en GDB y no en la terminal? GDB desactiva ASLR y añade variables de entorno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desplazan el stack. Iguala el entorno o usa direcciones estables (-no-pie).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shellcode aquí? No: ret2win reutiliza una función existente. El shellcode llega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121.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binario tiene canary? El payload lineal se detecta; hay que filtrarlo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(clases 122-123).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docs — &lt;https://docs.pwntools.com/&gt;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Nightmare — ret2win writeups — &lt;https://guyinatuxedo.github.io/&gt;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(ret2win) — &lt;https://ropemporium.com/challenge/ret2win.html&gt;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1509f2af4f36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82296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