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140 — CTFs de pwn e ingeniería inversa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Consolidar toda la parte practicando en CTFs de categoría pwn y reversing: entender el formato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competencias, montar un flujo de trabajo eficiente (triage → hipótesis → primitiva → exploit → flag),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objetivos remotos, y aprender de los writeups. El CTF es el gimnasio donde se afilan 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técnicas de explotación e ingeniería inversa de forma legal y motivadora.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Organizar un flujo de trabajo de CTF (categorías, triage, priorización).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retos de pwn conectando a un servicio remoto con pwntools.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retos de reversing deduciendo la lógica y la flag.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una plantilla de exploit local/remoto.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de writeups y documentar sus propias soluciones.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Formato de CTF (jeopardy/attack-defense)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Categorías pwn/rev y su solapamiento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Triage rápido de un 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Plantilla pwntools local/remoto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Conexión remota y flag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Gestión de libc del 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Writeups y aprendizaje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CTF (Capture The Flag) son competiciones de seguridad donde se resuelven retos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obtener flags (cadenas secretas que prueban el éxito), y son el mejor entorno para practicar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explotación de binarios: legal, seguro y con dificultad graduada. Toda esta parte se consolida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resolviendo retos de las categorías pwn (explotación de binarios) y rev (ingeniería inversa),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se solapan constantemente —para explotar un binario hay que entenderlo primero, y entenderlo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reversarlo—. La clase cierra la parte enseñando a aplicar todo lo aprendido bajo la presión y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formato de una competición real, que es también como se entrenan y se contratan los profesionales 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 (Capture The Flag): competencia de seguridad con retos que ocultan una "flag". Clave: pwn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 son las categorías de esta 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Jeopardy vs Attack-Defense: por retos independientes vs. defender/atacar servicios en vivo.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el formato cambia la estrategia y el ritmo.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de reto: primeras acciones (file, checksec, strings, abrir en Ghidra) para orientar.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decide técnica y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Flag: cadena objetivo, típicamente flag{...} o ctf{...}. Clave: se obtiene ejecutando código,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 — Competición de seguridad basada en retos y flags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Flag — Cadena secreta que prueba haber resuelto un reto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Jeopardy — Formato de tablero de retos por categorías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Attack-defense — Formato de parchear los servicios propios y atacar los ajenos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 — Categoría de explotación de binarios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 — Categoría de ingeniería inversa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legales de práctica: pwn.college, picoCTF, HackTheBox, pwnable.kr,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Emporium, crackmes.one.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de un reto de pwn descargado: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el bug localmente y determina la primitiva (overflow, fmt, UAF…).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una plantilla pwntools que sirva local y remoto: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Desarrolla el exploit local hasta obtener shell/flag; luego lánzalo remoto con python3 exploit.py REMOTE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usando la misma libc que provee el 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Reversing: para un reto rev, abre el binario en Ghidra, deduce el algoritmo de validación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la flag (a veces reimplementando la transformación inversa en Python).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reto de picoCTF de la categoría Binary Exploitation y documenta el flujo.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crackme de crackmes.one y publica (para ti) el razonamiento.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tu plantilla pwntools para gestionar un prompt con sendlineafter.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la libc de un reto remoto por un leak y ajústala.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Completa dos retos de ROP Emporium (ret2win, split).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un writeup avanzado y resume una técnica nueva que aprendiste.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de principio a fin un reto de pwn con objetivo remoto (de una plataforma de práctica),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obteniendo la flag, y entrega tu exploit + writeup.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tu exploit.py REMOTE recupera la flag del servidor y tu writeup explica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bug, la primitiva y la cadena de explotación de forma reproducible.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local, no remoto — libc distinta; usa la del reto y recalcula offsets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 atascas horas en un reto — Vuelve al triage; quizá la categoría/técnica es otra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Flag no aparece — Puede estar en un fichero; ejecuta cat flag.txt tras la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Timing/EOF con el servidor — Sincroniza con recvuntil/sendlineafter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Copias exploits sin entender — No aprendes; resuelve primero, luego contrasta writeups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empiezo? picoCTF y pwn.college son ideales para principiantes; ROP Emporium para ROP;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pwnable.kr para variedad.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¿Está bien leer writeups? Sí, después de intentarlo. Son la forma más rápida de aprender técnicas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nuevas.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CTF sirven para el trabajo real? Mucho: entrenan las mismas primitivas y mentalidad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research de vulnerabilidades y el pentesting avanzado.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pwn.college — &lt;https://pwn.college/&gt;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picoCTF — &lt;https://picoctf.org/&gt;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ROP Emporium — &lt;https://ropemporium.com/&gt;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CTFtime (calendario y writeups) — &lt;https://ctftime.org/&gt;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3aa37babc592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97580"/>
            <a:ext cx="822960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