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117 — El stack, los registros y las convenciones de llamada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a fondo cómo funciona el stack de un proceso: cómo crece, qué guarda un stack frame,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cómo call/ret usan la dirección de retorno y cómo las convenciones de llamada (System V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Linux, Microsoft x64 en Windows) dictan dónde van los argumentos. Este conocimiento es el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"buffer overflow" abstracto en una técnica concreta de control de flujo.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un stack frame: dirección de retorno, RBP guardado, variables locales.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call empuja la dirección de retorno y ret la consume.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 convención System V AMD64: orden de argumentos en RDI, RSI, RDX, RCX, R8, R9.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Contrastar el paso de argumentos por stack (cdecl x86) frente a registros (x64).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en GDB la dirección de retorno de una función en el stack.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El stack crece hacia abajo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RSP y RBP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push / pop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call / ret y la dirección de retorno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Stack frame y prólogo/epílogo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System V AMD64 (Linux)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cdecl / stdcall (x86)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pila (stack) es la región de memoria donde una función guarda sus variables locales, sus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argumentos y —lo decisivo— la dirección de retorno. Es una estructura LIFO (último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entrar, primero en salir) con dos peculiaridades que hay que tener grabadas. Primera: crece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hacia direcciones más bajas, es decir, apilar (push) resta de RSP y desapilar (pop) 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suma. Segunda: RSP apunta siempre a la cima (el último dato apilado), mientras que RBP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(base pointer) marca la base del marco de la función actual, dando un punto de referencia fijo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localizar variables y argumentos. Toda la explotación de stack de esta parte consiste 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Stack: región de memoria LIFO por hilo que crece hacia direcciones menores. Clave: push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 a RSP, pop suma.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RSP (stack pointer): apunta al tope del stack. Clave: toda instrucción push/call lo modifica.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RBP (base pointer): ancla el frame actual; las locales se referencian como [rbp-X].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-fomit-frame-pointer puede no usarse.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de retorno: dirección que call guarda en el stack para que ret sepa a dónde volver.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sobrescribirla es la esencia del stack overflow.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Pila (stack) — Región LIFO con locales, argumentos y dirección de retorno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Crece hacia abajo — Apilar resta de RSP; desapilar le suma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RSP / RBP — Cima de la pila / base del marco actual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push / pop — Apilar y desapilar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frame — Marco de pila de una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Prólogo / epílogo — push rbp; mov rbp,rsp / leave; ret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la misma VM de la clase 116. Compila siempre con -O0 -g mientras aprendes para no perder el frame.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frame.c: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con símbolos: gcc -O0 -g frame.c -o frame.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 y coloca un breakpoint dentro de triple: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Examina la parte alta del frame para ver la dirección de retorno guardada por call: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que la palabra en $rbp+8 apunta de vuelta a main.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paso de argumentos: info registers rdi justo al entrar en triple debe valer 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Avanza con finish y observa el valor de retorno en RAX (debe ser 15).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stack frame de triple indicando offsets de r, saved RBP y ret address.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qué hacen exactamente call y ret sobre RSP y RIP.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x64, ¿en qué registros irían los argumentos de f(a,b,c,d)?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con -fomit-frame-pointer y describe cómo cambia el epílogo.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 $rsp y p $rbp en dos frames anidados y calcula el tamaño de cada frame.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convención Microsoft x64 y lista sus 4 registros de argumentos.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GDB, encuentra e imprime la dirección de retorno de triple sin usar backtrace, solo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aritmética sobre $rbp.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valor impreso coincide con la dirección de la instrucción siguiente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 triple en main (verificable con disassemble main).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encuentras saved RBP — Compilaste con optimización u -fomit-frame-pointer; usa -O0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dirección de retorno "no cuadra" — Confundes crecimiento del stack; recuerda que crece hacia abajo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Segfault por desalineación en x64 — Falta alineación a 16 bytes en RSP antes de call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Argumentos "vacíos" en registros — En x86 van por stack, no por registros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 registers no muestra R8-R15 — Estás en un binario de 32 bits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stack crece hacia abajo? Es una convención histórica que permite que stack y heap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crezcan uno hacia el otro maximizando el espacio disponible.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cdecl y stdcall? Ambas pasan argumentos por stack en x86; en cdecl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limpia el llamador, en stdcall limpia la función llamada.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red zone puede romper mis exploits? Sí: si escribes bajo RSP asumiendo que está libre,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corromper datos que la función hoja usa.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 V AMD64 ABI — &lt;https://gitlab.com/x86-psABIs/x86-64-ABI&gt;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2e, cap. 0x3.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x64 calling convention — &lt;https://learn.microsoft.com/cpp/build/x64-calling-convention&gt;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 Bendersky, "Stack frame layout on x86-64" — &lt;https://eli.thegreenplace.net/2011/09/06/stack-frame-layout-on-x86-64&gt;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09e0b71e48d5d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662" y="1097280"/>
            <a:ext cx="201067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