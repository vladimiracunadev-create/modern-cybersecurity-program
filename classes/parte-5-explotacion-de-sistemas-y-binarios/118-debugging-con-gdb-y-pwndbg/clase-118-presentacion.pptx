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118 — Debugging con GDB y pwndbg</a:t>
            </a:r>
          </a:p>
          <a:p>
            <a:r>
              <a:rPr sz="1600">
                <a:solidFill>
                  <a:srgbClr val="2E8B57"/>
                </a:solidFill>
              </a:rPr>
              <a:t>parte 5 explotacion de sistemas y binarios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Dominar GDB como herramienta de análisis dinámico y potenciarlo con pwndbg, el plugin estándar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el mundo del pwn. Aprenderás a poner breakpoints, avanzar instrucción a instrucción, examinar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memoria y registros, e interpretar la vista de contexto (registros, stack, disassembly, backtrace)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que pwndbg pinta en cada parada. Esta es la mesa de trabajo del resto de la parte.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Instalar y verificar pwndbg sobre GDB.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Controlar la ejecución con break, run, continue, stepi, nexti, finish.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Inspeccionar memoria con x/, registros con info registers y el stack con stack.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Usar los comandos de pwndbg: context, vmmap, telescope, search, cyclic.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Localizar un desbordamiento observando cómo se corrompe RIP en tiempo de ejecución.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Instalación de pwndbg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Breakpoints y watchpoints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stepi / nexti / finish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x/ (examine) y formatos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context de pwndbg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vmmap y telescope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cyclic / cyclic -l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se puede escribir un exploit a ciegas: hace falta ver el estado de la CPU y de la memoria en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cada instante —qué hay en los registros, qué contiene la pila, dónde está cargada cada región—.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GDB es el depurador estándar de Linux, y pwndbg es una extensión que lo transforma en una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herramienta pensada para el exploiting: en cada parada muestra automáticamente los registros, 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desensamblado, la pila y las banderas, con colores que distinguen código, datos y punteros.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Dominar el depurador es, en la práctica, el 60% de aprender a explotar; el resto es saber qué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buscar en lo que muestra.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pwndbg: plugin de GDB orientado a explotación que muestra automáticamente el contexto en cada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parada. Clave: alternativas equivalentes son GEF y peda.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Breakpoint: punto donde el programa se detiene. Clave: break 0x401136 rompe en una dirección exacta.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Watchpoint: detiene cuando cambia el valor de una expresión/memoria. Clave: ideal para ver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cuándo se corrompe una variable.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x/ (examine): vuelca memoria con formato (x/16gx $rsp = 16 giant hex desde RSP). Clave: 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letra final es el tamaño (b/h/w/g) y la anterior el formato (x/d/i/s).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GDB — Depurador estándar de Linux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pwndbg — Extensión de GDB orientada al exploiting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context — Vista de pwndbg con registros, pila y desensamblado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Breakpoint — Pausa la ejecución al llegar a un punto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Watchpoint — Pausa cuando una posición de memoria cambia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stepi / nexti — Ejecutar una instrucción entrando / pasando por encima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reproducibilidad al aprender, desactiva ASLR solo dentro de GDB (pwndbg lo hace por defecto)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 globalmente en la VM: echo 0 | sudo tee /proc/sys/kernel/randomizevaspace (revierte a 2 después).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Compila un binario vulnerable de prueba (sin protecciones, solo para práctica):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Arranca en pwndbg: gdb -q ./vuln. Observa la cabecera y prueba context.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un patrón y aliméntalo: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crashear, lee el valor que quedó en RIP/RSP y calcula el offset: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Explora el proceso: vmmap, telescope $rsp 20, info functions win para conocer la dirección de win.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Pon un breakpoint en vuln y avanza con nexti observando cómo RSP/RBP cambian en el prólogo.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Anota el offset hallado: lo usarás en las clases 119–120 para redirigir la ejecución a win.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Muestra los 8 primeros qwords del stack con un solo comando x/.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Coloca un watchpoint sobre buf y observa cuándo se sobreescribe.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search para encontrar la cadena "win" en memoria.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Desensambla vuln con disassemble vuln e identifica el call gets.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la diferencia entre stepi y nexti con call.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Guarda un script .gdbinit con tus breakpoints habituales.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Usando cyclic, determina el offset exacto (en bytes) desde el inicio de buf hasta la dirección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retorno de vuln.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número obtenido con cyclic -l coincide con 64 + 8 (buffer + saved RBP)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y lo justificas con la vista de context.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pwndbg no aparece — source no cargado; revisa ~/.gdbinit o reejecuta setup.sh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cyclic -l da "not found" — Pasaste el valor equivocado; usa el que quedó en RIP/RSP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Direcciones cambian cada corrida — ASLR activo; desactívalo o depura dentro de GDB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x/s imprime basura — Formato incorrecto; ese puntero no apunta a una cadena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breakpoint nunca dispara — Símbolo inexistente o binario recompilado; rompe por dirección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¿pwndbg, GEF o peda? Cualquiera sirve; pwndbg es el más usado hoy. No mezcles dos a la vez.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desactivo ASLR para aprender? Para que las direcciones sean estables entre corridas.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la explotación real lo tratarás como obstáculo (clases 122+).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¿gets es realista? Es un ejemplo didáctico; en binarios reales verás strcpy, sprintf,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read mal acotados, etc.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pwndbg — documentación oficial — &lt;https://github.com/pwndbg/pwndbg&gt;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Andriesse, D. Practical Binary Analysis, cap. 9. No Starch Press.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GDB manual — &lt;https://sourceware.org/gdb/documentation/&gt;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GEF (alternativa) — &lt;https://hugsy.github.io/gef/&gt;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af38057759f0344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1872" y="1097280"/>
            <a:ext cx="3920255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