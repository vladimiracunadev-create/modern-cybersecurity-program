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119 — Buffer overflow en stack: teoría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con precisión por qué y cómo un buffer overflow en el stack corrompe la dirección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retorno y permite secuestrar el flujo de ejecución. Esta clase es teórica: sienta el modelo mental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(layout de memoria, escritura fuera de límites, control de RIP) que aplicarás prácticamente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120. Sin este mapa conceptual, la explotación es prueba y error a ciegas.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una escritura sin verificación de longitud sobrepasa un buffer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Dibujar el layout del stack y señalar qué bytes controlan RIP.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el offset al retorno y por qué es el número clave del exploit.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funciones peligrosas de C (gets, strcpy, sprintf, scanf %s).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el overflow con las mitigaciones que lo dificultan (adelanto de la clase 122).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Buffers en el stack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Escritura fuera de límites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Sobrescritura de saved RBP y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Concepto de offset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Control de RIP → control de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Funciones peligrosas de 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Impacto y variantes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buffer overflow de stack es la vulnerabilidad que fundó la disciplina del exploiting, y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mecánica es sencilla de enunciar: un programa reserva un buffer de tamaño fijo en la pila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luego escribe en él más datos de los que caben, sin comprobar el límite. Como la pila crece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hacia direcciones bajas pero los datos se escriben hacia direcciones altas, el exceso avanza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lo que hay por encima del buffer en el marco: primero otras variables locales, después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RBP guardado, y finalmente la dirección de retorno. Ahí está el premio, porque esa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es la que ret cargará en RIP cuando la función termine.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Buffer overflow: escritura de más datos de los que caben en un buffer, invadiendo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adyacente. Clave: en el stack, esa memoria suele ser saved RBP y la dirección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Out-of-bounds write: acceso de escritura fuera del rango válido de un objeto. Clave: CWE-787,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consistentemente entre las debilidades más peligrosas.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al retorno: distancia en bytes desde el inicio del buffer hasta la dirección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tamañobuffer + padding + saved RBP.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de RIP: lograr que la CPU ejecute una dirección elegida por el atacante. Clave: con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Buffer — Región de tamaño fijo reservada para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Buffer overflow — Escribir más datos de los que caben en el buffer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Escritura fuera de límites — El exceso sobrescribe memoria adyacente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Saved RBP — Copia del RBP anterior, adyacente a la dirección de retorno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— Bytes desde el inicio del buffer hasta la dirección de retorno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 de RIP — Objetivo: fijar la dirección a la que salta ret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conceptual, pero conviene tener listos GDB+pwndbg (clase 118) y un editor. Prepara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diagrama en papel o en un .md del stack para razonar los offsets.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el binario vuln de la clase 118 y ábrelo en pwndbg.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Desensambla vuln y anota el tamaño del frame que reserva el prólogo (sub rsp, 0x50 → 80 bytes). Ojo: eso no es el tamaño del buffer. El buffer vive en [rbp-0x40] (64 bytes); el offset desde su inicio…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en papel el frame de vuln de arriba (direcciones altas) a abajo: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offset teórico al retorno y contrástalo con el valor que hallaste con cyclic en la 118.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en el código fuente qué función provoca el overflow (gets) y qué la haría segura (fgets).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checksec ./vuln y anota qué mitigaciones están desactivadas (NX, canary, PIE) y por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eso hace el binario explotable — lo aprovecharás en la clase 120.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strncpy(dst, src, sizeof(dst)) no siempre es seguro (terminación nula).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buffer de 32 bytes y saved RBP de 8, ¿cuál es el offset al retorno en x64?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cinco funciones de C inseguras y su reemplazo acotado.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la diferencia entre un overflow que causa DoS y uno que logra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un NOP sled aumenta la fiabilidad? ¿Cuándo no ayuda?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 cada mitigación (NX, canary, ASLR, PIE) con qué parte del ataque bloquea.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y entrega un diagrama del stack frame de vuln con offsets numéricos exactos y una frase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indique cuántos bytes hay que escribir para alcanzar (sin sobrescribir aún) la dirección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offset del diagrama coincide con el que confirma cyclic -l en GDB,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señalas correctamente la posición de saved RBP y ret address.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Offset calculado ≠ real — Olvidaste el saved RBP (8 bytes) o el padding de alineación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 overflow no controla RIP" — Hay stack canary; lo verás en checksec (clase 122)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dirección alta/baja — El stack crece hacia abajo; dibújalo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Creer que strncpy es infalible — Puede dejar la cadena sin \0; revisa longitudes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Pensar que todo overflow = RCE — Muchos solo causan crash/DoS; depende del control logrado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sobrescribir el retorno y no otra cosa? Porque ret carga esa dirección en RIP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directamente, dándote control de flujo sin trucos adicionales.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sigue funcionando en binarios modernos? No tal cual: canarios, NX, ASLR y PIE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complican. Por eso primero se estudia en un binario sin protecciones.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lo mismo overflow en stack que en heap? No; el heap tiene metadatos y mecánica distinta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(clases 126-127).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Aleph One, "Smashing the Stack for Fun and Profit", Phrack 49 — &lt;http://phrack.org/issues/49/14.html&gt;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2e, cap. 0x3.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CWE-787: Out-of-bounds Write — &lt;https://cwe.mitre.org/data/definitions/787.html&gt;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OWASP, Buffer Overflow — &lt;https://owasp.org/www-community/vulnerabilities/BufferOverflow&gt;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d5252d9a304c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981" y="1097280"/>
            <a:ext cx="179603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