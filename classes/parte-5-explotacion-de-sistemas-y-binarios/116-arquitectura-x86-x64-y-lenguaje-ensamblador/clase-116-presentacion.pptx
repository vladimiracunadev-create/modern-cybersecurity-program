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116 — Arquitectura x86/x64 y lenguaje ensamblador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la CPU x86/x64 ejecuta instrucciones y traducir mentalmente entre C y ensamblador.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 sabrás qué son los registros de propósito general, cómo se representan las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memoria, la diferencia entre las sintaxis Intel y AT&amp;T, y podrás leer el desensamblado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sencilla identificando el prólogo, el cuerpo y el epílogo. Es la base sin la cual el resto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la parte (overflows, ROP, reversing) no se sostiene.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registros de propósito general de x86 (32 bits) y x64 (64 bits) y su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sintaxis Intel y AT&amp;T y convertir instrucciones simples entre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Compilar un programa en C a ensamblador y relacionar cada línea con su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Desensamblar un binario con objdump y localizar el prólogo y epílogo 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ciclo fetch-decode-execute y el papel de RIP/EIP y RFLAGS.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Modos de operación (real, protegido, largo)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GPR: RAX…R15, EAX…EDI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RIP/EIP y RFLAGS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Endianness (little-endian)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Sintaxis Intel vs AT&amp;T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Instrucciones básicas: mov, add, lea, cmp, jmp, call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Prólogo/epílogo de función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de binarios opera un nivel por debajo del código fuente: manipula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directamente los registros, la memoria y el flujo de ejecución de la máquina. Por 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parte empieza donde terminó la Clase 024 —CPU, registros y pila— y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 hasta el punto en que se puede leer ensamblador con fluidez. No se trata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convertirse en programador de ASM, sino de entender qué hace cada instrucción, porque un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consiste, en el fondo, en conseguir que la CPU ejecute instrucciones que el programador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puso ahí.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propósito general (GPR): almacenamiento rapidísimo dentro de la CPU. En x64 hay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16 de 64 bits (RAX–R15); sus mitades de 32 bits son EAX, etc. Característica clave: operar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EAX pone a cero los 32 bits altos de RAX.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/ EIP (instruction pointer): apunta a la siguiente instrucción a ejecutar. Clave: no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directamente con mov; se altera con call, ret, jmp — de ahí su valor para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RFLAGS: registro de banderas (ZF, SF, CF, OF…) que refleja el resultado de operaciones y guía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saltos condicionales. Clave: cmp no guarda resultado, solo actualiza banderas.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(GPR) — Celda de memoria ultrarrápida de la CPU (RAX…R15)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RAX / EAX / AX / AL — El mismo registro en 64, 32, 16 y 8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— Puntero de instrucción; controlarlo controla la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— Puntero a la cima de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RFLAGS — Indicadores (cero, acarreo, signo) que rigen los saltos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real / protegido / largo — 16, 32 y 64 bits; modo largo es el actual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una VM Linux aislada (por ejemplo Ubuntu/Kali x86-64) que usarás durante toda la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ver desensamblado con sintaxis Intel de forma cómoda añade a ~/.gdbinit: set disassembly-flavor intel.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suma.c: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ensamblador legible con sintaxis Intel: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push rbp / mov rbp, rsp (prólogo) y pop rbp / ret (epílogo).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y desensambla el binario: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cómo se pasan los argumentos: en x64 el primero va en EDI y el segundo en ESI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(System V ABI). Anota qué instrucción hace la suma (add).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primer ASM puro con NASM (hola.asm) que solo termine con exit(42):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 sintaxis AT&amp;T: mov eax, 5, add rbx, rax, lea rax, [rbp-0x4].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little-endian los bytes de la dirección 0x00401136.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hola.asm para que devuelva la suma de dos inmediatos usando add.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suma.c con -O2 y explica por qué el desensamblado es más corto.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 objdump cualquiera tres instrucciones de salto y di qué bandera consultan.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C con un if y localiza el cmp + jne correspondiente en el ASM.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NASM un programa que calcule (7  6) - 5 usando solo registros e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aritméticas y devuelva el resultado como código de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./programa; echo $? imprime 37, y objdump -d muestra al menos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instrucción imul/mul y una sub.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muestra AT&amp;T y no lo entiendes — Añade -M intel, o set disassembly-flavor intel en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ld: cannot find entry symbol start — Falta global start; NASM no exporta el símbolo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al salir del NASM — Usaste ret sin stack válido; termina con la syscall exit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de 32 bits "no cambian" los altos — Escribir EAX sí pone a cero el alto de RAX; revisa qué mitad usas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ASM de -O2 no coincide con tu C — El optimizador reordena/elimina; compila con -O0 para aprender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aprender x86 de 32 bits si todo es de 64? Sí: muchos retos de CTF y binarios legacy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de 32 bits, y las convenciones (paso de argumentos por stack) son distintas y didácticas.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¿Intel o AT&amp;T? Aprende a leer ambas. Intel suele ser más clara para principiantes; AT&amp;T 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default de muchas herramientas GNU.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¿Tengo que memorizar todas las instrucciones? No. Domina un núcleo de ~20 instrucciones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el Intel SDM para el resto.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0x2.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Intel® 64 and IA-32 Architectures Software Developer's Manual — &lt;https://www.intel.com/sdm&gt;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(X86 assembly) OSDev Wiki — &lt;https://wiki.osdev.org/X86-64&gt;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Compiler Explorer (godbolt) para ver C↔ASM — &lt;https://godbolt.org/&gt;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5d03865606eb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4700"/>
            <a:ext cx="822960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