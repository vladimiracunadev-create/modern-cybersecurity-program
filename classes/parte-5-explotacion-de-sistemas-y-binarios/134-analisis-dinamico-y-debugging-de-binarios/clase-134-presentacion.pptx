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134 — Análisis dinámico y debugging de binarios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binario en ejecución para revelar lo que el análisis estático no puede: valores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runtime, rutas realmente tomadas, cadenas descifradas, llamadas a librería y syscalls. Combinarás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ltrace/strace, GDB con scripting, tracing con Frida y emulación selectiva, cerrando el ciclo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estático↔dinámico del reversing.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llamadas a librería y syscalls con ltrace/strace.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GDB con breakpoints condicionales y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funciones en runtime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cadenas/lógica que solo aparecen al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el entorno de análisis con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Aislamiento (VM/snapshots)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strace (syscalls)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ltrace (funciones de librería)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GDB scripting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Dump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Emulación (Unicorn/qiling)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dinámico complementa al estático ejecutando el binario y observando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comportamiento real. Su ventaja es enorme: muestra lo que el programa hace de verdad —qué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ficheros abre, qué conexiones hace, qué memoria toca, cómo se desempaqueta— sin tener que deducirlo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código, y atraviesa la ofuscación que frena al análisis estático (un binario empaquetado,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ejecutarse, revela su código real en memoria). Su limitación es que solo observa los caminos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efectivamente se ejecutan en esa corrida, no todos los posibles. Y tiene un riesgo que define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metodología: ejecutar código potencialmente malicioso, de ahí que el primer requisito, 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estudio del binario mientras corre. Clave: revela datos y rutas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/ ltrace: trazan syscalls y llamadas a librerías con sus argumentos. Clave: ltrace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el strcmp(input, "clave")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 condicional: se detiene solo si una condición se cumple. Clave: break f if x==0x41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 paradas inútiles.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Frida: toolkit de instrumentación dinámica con scripts JS. Clave: hookea funciones y modifica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 — Ejecutar el binario y observar su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— VM dedicada con snapshots para ejecutar con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— Estado guardado al que volver tras cada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— Registra las llamadas al sistema del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 — Registra las llamadas a funciones de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scripting — Automatizar breakpoints y volcado de argumentos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VM aislada con snapshot previo. Nunca ejecutes muestras desconocidas en tu host.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syscalls y llamadas de librería del crackme: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ltrace muestra la comparación, ya tienes la clave. Si está ofuscada, sigue con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con breakpoint condicional y hook automático: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 con Frida para interceptar una función y leer sus argumentos sin recompilar: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memoria para extraer una cadena descifrada en runtime (dump memory out.bin $addr $addr+64).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(Opcional) Emula una rutina de descifrado con Unicorn/Qiling para obtener la salida sin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la clave de un crackme usando solo ltrace.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GDB que registre cada strcmp sin detenerse.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Hookea con Frida una función y modifica su valor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qué revela strace frente a ltrace.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una función pequeña con Qiling y compara con la ejecución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una cadena descifrada de memoria con dump memory.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Deduce la clave de un crackme que descifra su comparación en runtime, usando análisis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(ltrace, GDB o Frida).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la clave correcta y explicas con qué herramienta/hook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capturaste en el momento de la comparación.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 no muestra nada — Binario estático o anti-ltrace; usa GDB/Frida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"cannot find module" — Nombre de export incorrecto; usa null para el binario principal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 condicional nunca dispara — Condición mal escrita; revisa el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Ejecutas malware en el host — ¡Riesgo! Usa VM aislada con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vacía en el dump — Rango/offset erróneo; ajusta con x/s antes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¿ltrace o strace? ltrace para funciones de librería (más legible); strace para syscalls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(útil cuando no hay imports dinámicos claros).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¿Frida solo para móvil? No: funciona en Linux/Windows/macOS y es excelente para desktop y CTF.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emular? Cuando quieres ejecutar una rutina de descifrado aislada sin montar todo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del binario.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9.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— &lt;https://frida.re/&gt;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 Framework — &lt;https://qiling.io/&gt;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 — &lt;https://www.unicorn-engine.org/&gt;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3b0513f49f8a6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31" y="1097280"/>
            <a:ext cx="814533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