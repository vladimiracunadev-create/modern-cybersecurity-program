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138 — Desarrollo de exploits moderno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un flujo de desarrollo de exploits moderno: encadenar primitivas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(info leak → cálculo de bases → escritura/control de flujo → ROP → shell), automatizar con pwntools,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la libc correcta y escribir exploits fiables y reutilizables. Verás cómo se combinan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para derrotar NX+ASLR+PIE+canary en un objetivo realista de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cadena de explotación por primitivas (leak → base → control).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exploit con pwntools (ELF, ROP, libc, tubes).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la libc correcta y calcular bases dinámicamente.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ROP/ret2libc con un info leak para vencer ASLR/PIE.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Robustecer el exploit (reintentos, badchars, entorno estable).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Pensar por primitivas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Info leak →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Cálculo de direcciones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ROP + ret2libc combinados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pwntools avanzado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libc-database / ret2dlresolve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Robustez y badchars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integra todo lo anterior en la disciplina de convertir un crash en un exploit fiable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 un sistema con todas las mitigaciones activas. El cambio de mentalidad que la define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pensar por primitivas en lugar de por técnicas aisladas. Una primitiva es una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elemental que una vulnerabilidad concede: un info leak (leer memoria/una dirección),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arbitraria (escribir un valor donde se quiera), un control de flujo (fijar RIP).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exploiting moderno consiste en encadenar primitivas para escalar desde "el programa crashea" hasta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"ejecuto lo que quiero": primero conseguir un leak, con él derrotar ASLR, con las direcciones montar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de explotación: capacidad atómica (leer, escribir, controlar flujo). Clave: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exploits se construyen encadenando primitivas.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leak: filtra una dirección para derrotar ASLR/PIE. Clave: imprescindible en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de base dinámico: base = leak - offset. Clave: hace el exploit robusto entre corridas.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ret2dlresolve: técnica que fuerza al enlazador dinámico a resolver un símbolo (p. ej. system)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conocer libc. Clave: útil sin leak de libc.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Desarrollo de exploits — Convertir un crash en un exploit fiable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— Capacidad elemental que concede una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 — Primitiva que revela una dirección en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arbitraria — Primitiva de escribir un valor donde se quiera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de flujo — Primitiva de fijar RIP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primitivas — Combinar capacidades para escalar el exploit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del objetivo (binario de reto con NX+PIE+ASLR, sin canary o con canary a filtrar):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exploit en pwntools con una plantilla reutilizable: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1 — leak: usa la vulnerabilidad para filtrar una dirección de libc (GOT/stack)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2 — control de flujo: construye una cadena ROP con la base ya conocida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system("/bin/sh") o un onegadget, cuidando la alineación.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binario es PIE, filtra también su base y usa exe.address = codeleak - offset.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plantilla pwntools que alterne local/remoto con args.REMOTE.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libc desconocida a partir de un leak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filtrado de canary vía un leak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system por un onegadget válido y verifica constraints.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ret2dlresolve en un binario sin leak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lógica de reintento y mide la fiabilidad en 20 corridas.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Desarrolla un exploit completo contra un binario de laboratorio con NX+ASLR (y PIE si te atreves)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obtenga shell filtrando la base de libc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./exploit.py da shell interactiva de forma fiable (≥ 8/10 corridas)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 activado, calculando la base dinámicamente.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 incorrecta — libc equivocada; identifícala con el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local, no remoto — Diferencias de libc/entorno; usa la del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intermitente — Badchars o alineación; revisa 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onegadget no da shell — No se cumplen sus constraints; prueba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Leak desalineado — Falta ljust(8,\x00) o offset del leak erróneo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¿Siempre necesito un leak? Con ASLR/PIE, casi siempre. Sin leak, técnicas como ret2dlresolve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partial overwrite pueden ayudar.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qué libc usa el reto? Por un leak + libc-database, o porque el reto la proporciona.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exploit debe ser 100% fiable? Apunta a la máxima fiabilidad; en CTF basta con que funcione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consistentemente contra el servidor.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— &lt;https://docs.pwntools.com/&gt;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libc-database — &lt;https://github.com/niklasb/libc-database&gt;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ret2dlresolve (pwntools) — &lt;https://docs.pwntools.com/en/stable/rop/ret2dlresolve.html&gt;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2e. Wiley.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a33a570fcbc40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97580"/>
            <a:ext cx="822960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