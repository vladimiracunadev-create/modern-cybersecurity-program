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125 — Vulnerabilidades de format string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y explotar las vulnerabilidades de cadena de formato, que aparecen cuando datos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 llegan sin control al primer argumento de printf/fprintf/syslog. Aprenderás a usar %p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leer la pila (info leak) y %n para escribir memoria arbitraria, dos primitivas potentísimas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permiten filtrar canarios/direcciones y sobrescribir la GOT.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el patrón vulnerable (printf(userinput)).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Filtrar memoria con %p/%x y localizar el offset del argumento controlado.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valores con %n/%hn en direcciones elegidas.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Sobrescribir una entrada de la GOT para secuestrar el flujo.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el ataque con fmtstrpayload de pwntools.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Cómo funciona printf y sus especificadores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%p/%x para leer la pila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Offset de argumento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%n para escribir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Escritura con %hn/%hhn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Sobrescritura de la GOT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fmtstrpayload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vulnerabilidad de format string nace de un uso incorrecto de printf y su familia. La forma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correcta es printf("%s", entrada), con una cadena de formato fija y la entrada como argumento.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forma vulnerable es printf(entrada), pasando la entrada del usuario directamente como cadena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formato. La diferencia es enorme: si el usuario controla la cadena de formato, controla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especificadores (%x, %p, %s, %n), que le dan la capacidad de leer y —lo más grave—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en la memoria del proceso. Es un fallo doble: permite tanto la fuga de información como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escritura arbitraria, y por eso es una de las primitivas más versátiles del exploiting.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Format string bug: el usuario controla la cadena de formato de printf. Clave: CWE-134;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permite lectura y escritura de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%p/%x: vuelcan argumentos que printf cree recibir, en realidad valores de la pila.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 del info leak.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Offset del argumento: posición (%N$p) donde aparece tu buffer en la pila. Clave: se localiza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enviando AAAA %p %p %p... y buscando 0x41414141.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%n: escribe en la dirección apuntada el número de bytes ya impresos. Clave: convierte formato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Format string — Vulnerabilidad por pasar entrada como cadena de formato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printf(entrada) — Uso vulnerable; lo correcto es printf("%s", entrada)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Especificador — %x, %p, %s, %n de la familia printf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%p / %x — Leen valores de la pila; base del info leak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Volcado de pila — %p %p %p... imprime el contenido de la pila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Offset de argumento — Índice %N$p que apunta a la entrada del atacante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Ejemplo vulnerable fmt.c: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la vulnerabilidad enviando %p %p %p %p: verás valores de la pila en vez del texto literal.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el offset de tu buffer: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hasta ver 0x42424242... o 0x41414141; ese índice N es tu offset.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Fuga de una dirección de la GOT para derrotar ASLR: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Escritura arbitraria con %n para sobrescribir la GOT (printf→system) usando pwntools: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(Ajusta el offset 6 al que hallaste en el paso 2.)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en GDB que la entrada de la GOT cambió (x/gx &amp;printf@got).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 el offset del argumento controlado en tu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el stack canary de un binario con canary usando %p.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valor 0xdeadbeef en una variable global con %n.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Sobrescribe la GOT de puts con la dirección de win.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payload manual vs fmtstrpayload.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Recompila con -DFORTIFYSOURCE=2 -O2 y explica qué cambia.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exploit que, mediante una única cadena de formato, sobrescriba una entrada de la GOT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desviar la ejecución a win().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al ejecutar el binario con tu entrada, se llama a win() (mensaje visible),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muestras en GDB la entrada GOT modificada.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%p imprime el texto literal — No es vulnerable, o printf recibe formato fijo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Offset incorrecto — Recuenta con %N$p; considera alineación del buffer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%n provoca crash — La dirección destino no es escribible o FORTIFY lo bloquea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Escritura enorme y lenta — Usa %hn/%hhn para escrituras parciales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Valor escrito equivocado — El contador de printf no coincide; ajusta el ancho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%n es tan peligroso? Porque convierte una función de impresión en una primitiva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escritura arbitraria de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¿Sigue apareciendo este bug? Sí, sobre todo en C legacy y logging; -Wformat-security ayuda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detectarlo en compilación.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leer y escribir en el mismo payload? Sí, combinando %s/%p (lectura) con %n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(escritura), aunque suele dividirse en fases.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CWE-134: Use of Externally-Controlled Format String — &lt;https://cwe.mitre.org/data/definitions/134.html&gt;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Erickson, J. Hacking: The Art of Exploitation, 2e.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pwntools fmtstr — &lt;https://docs.pwntools.com/en/stable/fmtstr.html&gt;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scut/team teso, "Exploiting Format String Vulnerabilities" (paper clásico).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cf0491ccb9be6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52" y="1097280"/>
            <a:ext cx="7459896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