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130 — Ingeniería inversa: introducción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Sentar las bases de la ingeniería inversa de software: qué es, para qué sirve (análisis de malware,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descubrimiento de vulnerabilidades, interoperabilidad, CTF), y qué contiene un binario ejecutable. Verás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formatos ELF (Linux) y PE (Windows), las secciones, símbolos y strings, y el flujo general de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análisis: reconocimiento estático rápido antes de abrir un desensamblador.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ingeniería inversa y sus casos de uso legítimos.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un ELF y un PE (cabeceras, secciones, símbolos).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triage estático con file, strings, nm, readelf, objdump.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análisis estático de dinámico y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una metodología de reversing por objetivos.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y usos legítimos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Formato ELF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Formato 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Secciones (.text/.data/.rodata)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Símbolos y stripping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strings y triage rápido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Estático vs dinámico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ingeniería inversa (RE) es el proceso de entender cómo funciona un programa a partir de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 compilada, sin acceso al código fuente. Es la otra cara de la explotación: para escribir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exploit hay que comprender el binario objetivo, y para analizar malware (Parte 6) hay que reconstruir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 comportamiento desde sus bytes. Conviene desactivar de entrada la connotación ilícita: la RE tiene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usos legítimos y esenciales —análisis de malware, investigación de vulnerabilidades,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interoperabilidad, auditoría de software sin fuentes, análisis forense— y es una disciplina técnica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neutra. El reto es intelectual: un compilador descarta información al traducir el código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Ingeniería inversa: proceso de deducir el funcionamiento de un programa a partir de su forma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compilada. Clave: legal y valiosa en seguridad defensiva y ofensiva autorizada.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ELF: formato ejecutable de Linux con cabecera, program headers (carga) y section headers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(análisis). Clave: readelf -h muestra tipo, arquitectura y entry point.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PE: formato de Windows (DOS header, PE header, secciones, tabla de importaciones). Clave: 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imports revelan qué APIs usa (indicio de comportamiento).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Binario stripped: sin símbolos de depuración/nombres. Clave: dificulta el análisis; hay 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Ingeniería inversa — Entender un programa desde su forma compilada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Usos legítimos — Análisis de malware, RE de vulnerabilidades, forense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ELF — Formato de ejecutable de Linux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 — Formato de ejecutable de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Sección — Parte del binario con un propósito (.text, .rodata…)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.text / .rodata / .data — Código / cadenas y constantes / datos inicializados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o toma un binario de práctica (crackme) y haz el triage: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la estructura ELF: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la función main y desensámblala superficialmente: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llamadas relevantes (strcmp, puts, scanf) que sugieran la lógica de validación.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un PE (si dispones de uno de práctica), usa pev/peframe para listar imports y secciones: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mini-informe: propósito aparente, funciones clave y por dónde continuarías (estático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o dinámico con GDB).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entre program headers y section headers de un ELF.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entry point con readelf y localízalo en el desensamblado.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una cadena sospechosa con strings y razona su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si un binario está stripped y cómo lo sabes.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tres APIs de Windows en un PE y deduce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metodología de reversing para un binario de 2 MB.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el triage estático completo de un crackme e identifica, sin ejecutarlo, cuál es la función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compara la clave y qué API/rutina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señalas la función de comparación (p. ej. strcmp/lógica propia)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justificas tu conclusión con evidencia de strings/objdump/readelf.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readelf -s no muestra nombres — Binario stripped; usa análisis por patrones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strings no revela nada útil — Cadenas cifradas/ofuscadas; pasa a dinámico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program vs section headers — Program = carga; section = 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objdump da AT&amp;T — Añade -M intel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un PE con herramientas ELF — Usa pev/readpe para 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¿Reversing es legal? El análisis con fines de seguridad, interoperabilidad y sobre binarios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propios/autorizados es legítimo; respeta licencias y jurisdicción.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¿Empiezo por estático o dinámico? Casi siempre triage estático primero; el dinámico confirma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desvela lo ofuscado.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los símbolos? Ayudan mucho, pero el reversing serio asume binarios stripped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la semántica.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Analysis, caps. 1-2.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Eilam, E. Reversing: Secrets of Reverse Engineering.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ELF spec — &lt;https://refspecs.linuxfoundation.org/elf/elf.pdf&gt;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PE format — &lt;https://learn.microsoft.com/windows/win32/debug/pe-format&gt;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cba957dd4b3ca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7612"/>
            <a:ext cx="8229600" cy="45628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