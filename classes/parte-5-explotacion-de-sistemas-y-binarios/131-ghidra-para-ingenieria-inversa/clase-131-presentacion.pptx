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131 — Ghidra para ingeniería inversa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usar Ghidra, el framework libre de ingeniería inversa de la NSA, para desensamblar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decompilar binarios a pseudo-C legible. Verás cómo crear un proyecto, navegar por funciones,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renombrar variables, corregir tipos y usar el decompilador para entender la lógica de un crackme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 más rápido que leyendo ensamblador puro.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proyecto Ghidra e importar/analizar un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entre listing (ASM) y decompiler (pseudo-C).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Renombrar funciones/variables y retipar datos para mejorar la lectura.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Seguir referencias cruzadas (xrefs) hacia y desde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tareas con scripts (Python/Jython).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Proyecto e importación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Auto-análisis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Listing vs Decompiler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Renombrar y comentar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Retipado de estructuras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Xrefs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Bookmarks y symbol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es la suite de ingeniería inversa desarrollada por la NSA y liberada como código abierto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2019, y su aparición democratizó una capacidad que antes costaba miles de dólares: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decompilador de calidad profesional. Su valor central es precisamente ese: además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desensamblar (mostrar el ensamblador), Ghidra decompila, es decir, reconstruye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aproximación en pseudo-C del código original. Leer if (strcmp(input, "s3cr3t") == 0)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incomparablemente más rápido que descifrar veinte instrucciones de ensamblador que hacen lo mismo,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eso el decompilador es la herramienta que hace la RE abordable para quien no vive en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Ghidra: SRE framework de código abierto con decompilador propio. Clave: gratuito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multiplataforma; el decompilador rivaliza con 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Decompilador: genera pseudo-C a partir del ensamblado. Clave: mejora enormemente al renombrar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retipar variables.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Listing: vista de desensamblado con direcciones, bytes y comentarios. Clave: fuente de verdad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decompilador se equivoca.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 (cross-reference): enlace entre una dirección y quienes la referencian. Clave: Ctrl+Shift+F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— Suite de RE libre de la NSA, con decompilador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Desensamblar — Mostrar el ensamblador del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Decompilar — Reconstruir pseudo-C del código original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Pseudo-C — Aproximación en C que produce el decompilador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— Agrupación de binarios en Ghidra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Auto-análisis — Analizadores que identifican funciones y generan la decompilación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 a mano un crackme de práctica (por ejemplo, el de la clase 130).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proyecto no compartido (File → New Project), importa el crackme y acepta el auto-análisis.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Symbol Tree abre main; observa el panel Decompiler (pseudo-C) junto al Listing.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comparación de la clave. Renombra variables genéricas (local28 → input,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uVar1 → len) con L para clarificar la lógica.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las xrefs de la cadena del prompt: haz doble clic en la string en Defined Strings y 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References → Show References 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Retipa un buffer como char[32] para que el decompilador muestre la clave esperada de forma legible.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y comenta main hasta que el pseudo-C sea autoexplicativo.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struct para un objeto que el binario usa y aplícala.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xrefs para encontrar todas las llamadas a la función de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un script la lista de imports del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Listing y el Decompiler en una función donde difieran.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un informe/anotaciones del análisis.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solo Ghidra (sin ejecutar hasta el final), deduce la clave válida de un crackme y luego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compruébala ejecutándolo.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crackme acepta la clave que dedujiste del pseudo-C, y documentas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comentarios de Ghidra cómo llegaste a ella.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 ilegible — Renombra/retipa variables; define structs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no arranca — Falta JDK compatible; instala el JDK requerido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Funciones no reconocidas — Reejecuta auto-análisis o define funciones manualmente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decompilador "miente" — Contrasta con el Listing (ASM)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no aparecen — Están cifradas; combínalo con análisis dinámico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¿Ghidra o IDA? Ghidra es gratuito y muy capaz; IDA es el estándar comercial. Aprende ambos 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(IDA/radare2 en la clase 132).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decompilado es fiable? Es una aproximación; para detalles finos (offsets, flags) confía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Listing.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automatizar? Sí, con GhidraScript o el modo headless (analyzeHeadless) para lotes.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(NSA) — &lt;https://ghidra-sre.org/&gt;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en GitHub — &lt;https://github.com/NationalSecurityAgency/ghidra&gt;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Ghidra Book (Eagle &amp; Nance), No Starch Press.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c5fa12c1381ec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7500"/>
            <a:ext cx="8229600" cy="178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