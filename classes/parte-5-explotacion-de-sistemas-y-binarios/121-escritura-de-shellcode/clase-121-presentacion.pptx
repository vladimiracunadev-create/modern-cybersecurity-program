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121 — Escritura de shellcode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shellcode propio: código máquina que, inyectado en un proceso, ejecuta una acción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 (típicamente lanzar /bin/sh). Aprenderás a invocar syscalls de Linux desde ensamblador,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extraer los opcodes, a eliminar bytes nulos que romperían las copias de cadenas y a probar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con un cargador. Es la carga útil clásica del binary exploitation.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en NASM un execve("/bin/sh") como shellcode de 64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los opcodes y cargarlos desde un programa de prueba en 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y eliminar bytes nulos (\x00) usando trucos de registros.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shellcode con msfvenom/pwn.shellcraft y compararlo con el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shellcode que no ejecuta con GDB.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Syscalls de Linux x64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execve para lanzar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Registros por syscall (RAX, RDI…)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Bytes nulos y cómo evitarlos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Extracción de opcodes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Cargador de pruebas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shellcraft / msfvenom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vez que se controla RIP, hay que decidir qué ejecutar. El shellcode es la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clásica: una secuencia de instrucciones en código máquina, normalmente diseñada para lanzar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(/bin/sh), que se inyecta en la memoria del proceso y a la que se salta. Escribir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obliga a bajar al nivel más fundamental —hablar directamente con el kernel mediante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llamadas al sistema (Clase 023)—, sin la comodidad de la biblioteca estándar,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en el contexto de un exploit no hay un libc amistoso al que llamar de forma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una shell se reduce a una llamada al sistema: execve("/bin/sh", NULL, NULL), 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Shellcode: secuencia de opcodes autocontenida que realiza una acción al ejecutarse.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evitar dependencias y direcciones absolutas.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Syscall: llamada al kernel; en x64 se invoca con syscall y el número en RAX. Clave: execve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59; exit la 60.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 nulo (\x00): termina cadenas en C; si aparece en el shellcode, funciones como strcpy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truncan. Clave: se evita con xor reg, reg en vez de mov reg, 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NOP sled: relleno de \x90 que da margen al salto. Clave: aumenta fiabilidad ante direcciones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— Código máquina que se inyecta y ejecuta, típico para lanzar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Syscall — Llamada al sistema; la vía directa al kernel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execve — Syscall que reemplaza el proceso por otro (/bin/sh)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Número de syscall — Va en RAX (execve = 59 en x64)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de syscall — RAX (número), RDI/RSI/RDX (argumentos)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Opcodes — Bytes en crudo de las instrucciones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la VM aislada. Los binarios de prueba se compilan con -z execstack solo para el laboratorio.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sh.asm (execve("/bin/sh", NULL, NULL)):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Ensambla y prueba como binario: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los opcodes: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no hay \x00. Si aparece, sustituye mov reg, 0 por xor reg, reg.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Cárgalo desde C para probar en un contexto de exploit: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con pwntools: python3 -c 'from pwn import ; context.arch="amd64"; print(asm(shellcraft.sh()))'.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 con GDB (break sc, stepi) si el shellcode no lanza la shell.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shellcode para que ejecute /bin/ls en vez de una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cualquier byte nulo introducido y explica la técnica usada.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longitud en bytes de tu shellcode y compárala con el de msfvenom.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shellcode que solo haga exit(7) y verifícalo con echo $?.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shellcode con msfvenom -p linux/x64/exec CMD=id -f c y analízalo.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NOP sled y explica cuándo aporta fiabilidad.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shellcode de 64 bits sin bytes nulos que lance /bin/sh, junto con el cargador C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ejecuta.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./loader abre una shell interactiva y python3 -c 'print(b"...".count(b"\x00"))'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tus bytes devuelve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en vez de shell — NX activo; compila el loader con -z execstack (laboratorio)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shellcode se trunca — Contiene \x00; usa xor/push+pop para inmediatos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"/bin/sh" mal formado — Endianness incorrecta al empujar la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execve devuelve -1 — Argumentos mal colocados (RDI/RSI/RDX)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suelto pero no inyectado — Direcciones/entorno distintos; usa registros relativos a RSP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 obsesiono con los bytes nulos? Porque la mayoría de overflows nacen de funciones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que se detienen en \x00, cortando tu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shellcode de Internet? Para aprender, escribe el tuyo. En CTF a menudo se usa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shellcraft, pero entender la mecánica es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shellcode en el stack sigue siendo viable? Rara vez: NX lo bloquea. Se estudia para entender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base; luego se pasa a ROP/ret2libc.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Anley et al. The Shellcoder's Handbook, 2e.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0x5.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syscall table (x86-64) — &lt;https://filippo.io/linux-syscall-table/&gt;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shellcraft — &lt;https://docs.pwntools.com/en/stable/shellcraft.html&gt;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445b2c7a1c74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550" y="1097280"/>
            <a:ext cx="43369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