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298 — IA aplicada a la defensa: detección y SOC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 IA como herramienta defensiva de forma realista: detección de anomalías, priorización de alertas, triage y apoyo al analista en el SOC, sin caer en el "AI washing". El alumno construirá un…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el enfoque adecuado (supervisado, no supervisado, reglas + ML) según el problema del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detector de anomalías sobre datos de seguridad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modelo con métricas apropiadas para clases desbalanceadas.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coste de los falsos positivos en la carga del analista.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 evadibilidad de los detectores por adversarios (ver clase 292).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Casos de uso reales de IA en el SOC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Detección de anomalías no supervisada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Clasificación supervisada de eventos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El problema del desbalance y la base rate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Métricas: precisión, recall, F1, FPR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Alert fatigue y triage asistido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Evadibilidad y adversario adaptativo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 puede priorizar y resumir, pero su salida es evidencia derivada. Se mide con conjuntos representativos, falsos negativos, calibración, deriva y tiempo de analista. Automatizar una decisión exige…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omite un indicador crítico. La interfaz conserva eventos fuente y permite verificar cada afirmación.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Human-in-the-loop — Diseño que asigna revisión humana con autoridad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de anomalías: identificar eventos que se desvían del comportamiento normal. Característica: útil cuando los ataques son raros y no hay etiquetas; propensa a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UEBA (User and Entity Behavior Analytics): perfilar el comportamiento de usuarios/entidades y alertar desviaciones. Característica: requiere baseline y manejo de deriva.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rate fallacy: con ataques muy raros, incluso un FPR bajo produce muchísimos falsos positivos. Característica: invalida la accuracy como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Precisión / Recall: precisión = de lo alertado, cuánto era real; recall = de lo real, cuánto detectaste. Característica: hay un compromiso entre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FPR (tasa de falsos positivos): proporción de eventos benignos marcados como maliciosos; motor del alert fatigue.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Concept drift: el comportamiento "normal" cambia con el tiempo; el modelo se degrada si no se reentrena.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Evadibilidad: un atacante puede modelar el detector y camuflar su actividad como normal (adversarial en el dominio de seguridad).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scikit-learn (IsolationForest, LocalOutlierFactor) para anomalías.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de seguridad propio o público bien conocido (p. ej. logs de autenticación sintéticos, o datasets de referencia como los de flujos de red que uses en laboratorio).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 stack SIEM de laboratorio para contextualizar la integración.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datos propios 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problema. Ejemplo: detectar inicios de sesión anómalos a partir de logs (hora, geolocalización, dispositivo, frecuencia).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y normaliza. Codifica variables categóricas, escala numéricas y separa un baseline de comportamiento "normal".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Entrena un detector no supervisado.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con métricas honestas. Si tienes etiquetas, calcula precisión, recall, F1 y FPR; muestra la matriz de confusión. Ignora la accuracy: con 0.1% de ataques, un modelo trivial "todo benigno"…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 el coste humano. Estima cuántas alertas/día genera tu FPR sobre el volumen real y cuánto tiempo de analista consume. Ajusta el umbral para equilibrar recall y carga.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contexto (triage). Enriquiquece cada alerta con features (reputación de IP, hora, historial del usuario) y ordénalas por score para priorizar.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números por qué la accuracy engaña en detección con clases desbalanceadas.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la curva precision-recall de tu detector y elige un umbral operativo justificado.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IsolationForest con LocalOutlierFactor en tu dataset.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 el coste diario en horas-analista de dos umbrales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features de contexto que mejorarían el triage.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un ataque de evasión realista contra tu detector y una contramedida.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detector de anomalías evaluado honestamente: código reproducible, matriz de confusión, curva precision-recall, un umbral operativo justificado por el coste de falsos positivos, y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NO usa accuracy como métrica principal, justifica el umbral en términos de recall vs. carga de alertas, y contiene al menos un experimento de evasión que muestre la…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detector tiene 99% de accuracy" — Base rate fallacy. Usa precisión, recall, F1 y FPR, no accuracy.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Miles de falsos positivos diarios — Umbral demasiado sensible. Ajusta el umbral y añade contexto para priorizar.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funcionó y luego dejó de detectar — Concept drift. Monitoriza distribución y reentrena periódicamente.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pasa desapercibido — Evasión adaptativa. Combina ML con reglas y correlación; no confíes en una sola señal.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Etiquetas de ataque escasas o sucias — Aprendizaje supervisado poco fiable. Considera enfoques no supervisados o semisupervisados.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reemplaza al analista del SOC?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Reduce ruido y prioriza, pero la decisión y la investigación siguen siendo humanas. Mal calibrada, la IA aumenta la fatiga en vez de reducirla.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¿Supervisado o no supervisado para detección?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los datos. Los ataques suelen ser raros y mal etiquetados, así que el no supervisado (anomalías) es común; el supervisado brilla cuando hay etiquetas abundantes y de calidad.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tanto énfasis en los falsos positivos?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con base rates bajísimas, un FPR pequeño inunda al SOC de alertas inútiles. La precisión operativa manda sobre la accuracy académica.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¿Puede un atacante engañar a mi detector?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Chandola, Banerjee &amp; Kumar, "Anomaly Detection: A Survey", ACM Computing Surveys, 2009.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Sommer &amp; Paxson, "Outside the Closed World: On Using ML for Network Intrusion Detection", IEEE S&amp;P 2010.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scikit-learn, Outlier detection — &lt;https://scikit-learn.org/stable/modules/outlierdetection.html&gt;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c2bedefed76c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3940"/>
            <a:ext cx="8229600" cy="870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