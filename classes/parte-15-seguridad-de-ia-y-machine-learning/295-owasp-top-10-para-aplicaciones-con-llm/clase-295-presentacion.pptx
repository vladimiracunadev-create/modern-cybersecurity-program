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295 — OWASP Top 10 para aplicaciones con LLM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 taxonomía OWASP Top 10 para aplicaciones con LLM como marco de referencia para auditar y asegurar sistemas basados en modelos de lenguaje. El alumno aprenderá a identificar cada riesgo en…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y explicar los 10 riesgos del OWASP Top 10 para LLM.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cada riesgo en un diagrama de arquitectura de una app con LLM.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Asociar cada riesgo con controles de mitigación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riesgos según el contexto (chatbot, RAG, agente con 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checklist de auditoría OWASP-LLM aplicable a un proyecto.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LLM01 Prompt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LLM02 Insecure Output Handling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LLM03/04 Poisoning y 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LLM05 Supply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LLM06 Sensitive Info Disclosure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LLM07/08 Plugins y Excessive Agency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LLM09/10 Overreliance y Model Theft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para LLM organiza riesgos de aplicaciones; no certifica modelos ni sustituye threat modeling. Cada categoría debe mapearse a activos, fronteras, pruebas y evidencia del sistema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debe leerse como una cadena de supuestos: verificar un nodo no demuestra los siguientes. La evaluación declara actor, acceso, datos, métrica, umbral y consecuencia; compara una línea base…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equipo marca diez categorías como completas, pero un agente tiene herramienta de borrado sin aprobación. El escenario revela la brecha que el checklist ocultó.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Taxonomía — Lenguaje común de riesgos, no veredicto.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Evaluación — Experimento reproducible ligado a un riesgo y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tras controles.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formula un escenario específico, reproduce evidencia, explica límites y diseña controles técnicos y de gobierno sin atribuir certeza al modelo.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LLM01 – Prompt Injection: entradas (directas o indirectas, vía documentos) que reprograman el comportamiento del modelo. Característica: la causa raíz es que datos e instrucciones comparten el mismo…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LLM02 – Insecure Output Handling: confiar en la salida del LLM sin validarla antes de renderizarla o ejecutarla. Característica: deriva en XSS, SSRF, path traversal o RCE aguas 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LLM04 – Model Denial of Service: entradas que fuerzan consumo excesivo (contextos enormes, bucles). Característica: impacta coste y disponibilidad.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LLM06 – Sensitive Information Disclosure: el modelo revela secretos del prompt del sistema, datos de otros usuarios o del entrenamiento. Característica: agravado por memorización.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LLM08 – Excessive Agency: el sistema concede al LLM demasiada capacidad de acción (permisos, herramientas, autonomía). Característica: un prompt malicioso se convierte en acciones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LLM09 – Overreliance: usuarios o sistemas confían en salidas sin verificar (alucinaciones). Característica: riesgo operacional y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LLM10 – Model Theft: exfiltración del modelo propietario (ver clase 294).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oficial OWASP Top 10 for LLM Applications (última versión) y sus fichas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con LLM de ejemplo para auditar (chatbot de soporte con RAG, o un agente con 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y PyRIT (clases 296–297) para pruebas prácticas de algunos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checklist en hoja de cálculo o Markdown.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(auditoría aplicada)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de análisis de arquitectura, no de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una app real de referencia. Ejemplo: "asistente de soporte que consulta una base de conocimiento (RAG) y puede crear tickets vía API".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de datos. Usuario → prompt → recuperación de documentos → LLM → salida → acciones (crear ticket). Marca cada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el Top 10 riesgo por riesgo. Para cada uno, responde: ¿aplica a esta app? ¿dónde exactamente? ¿con qué impacto?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(LLM01). Identifica dónde entra texto no confiable (mensaje del usuario y documentos recuperados). Marca ambos como fuentes de injection directa e indirecta.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Output handling (LLM02). ¿La respuesta se renderiza en HTML? ¿Se pasa a otra herramienta? Define validación/escape necesarios.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Excessive Agency (LLM08). Lista las herramientas del agente y sus permisos. Aplica mínimo privilegio: ¿crear ticket necesita aprobación humana?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un chatbot público sin herramientas, prioriza los 3 riesgos más relevantes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concreto de LLM02 que derive en XSS en un frontend.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prompt injection directa e indirecta con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control de mínimo privilegio para un agente con acceso a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dos mitigaciones para LLM06 en una arquitectura multi-tenant.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tres riesgos del Top 10 a técnicas de MITRE ATLAS.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auditoría OWASP-LLM de una aplicación (real o de ejemplo) con un diagrama de arquitectura anotado con fronteras de confianza y una checklist que cubra los 10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uno de los 10 riesgos aparece en la checklist con veredicto (aplica/no aplica) justificado, y para cada riesgo aplicable hay al menos un control concreto y una prioridad.…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"Solo me preocupa el prompt injection" — Reduce la superficie a un riesgo. Recorre los 10; output handling y agency son igual de graves.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LLM01 y LLM02 — Injection es la entrada; output handling es qué haces con la salida. Son controles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injection indirecta — Solo se filtra la entrada del usuario, no los documentos RAG. Trata todo contenido recuperado como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al agente todos los permisos — Excessive Agency. Aplica mínimo privilegio y human-in-the-loop para acciones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una versión desactualizada del Top 10 — Los IDs cambian entre 2023 y 2025. Cita la versión y verifica los códigos.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OWASP Top 10 para LLM reemplaza al Top 10 web clásico?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Lo complementa. Una app con LLM sigue siendo una app web con sus riesgos habituales; el Top 10 LLM añade los específicos del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el riesgo más frecuente en la práctica?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(LLM01) y mal manejo de salida (LLM02) dominan los hallazgos reales, sobre todo cuando el LLM alimenta otras acciones o se renderiza sin escape.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priorizo si tengo recursos limitados?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impacto en tu arquitectura: si el LLM ejecuta acciones (agente), prioriza Excessive Agency e injection; si es solo conversacional, output handling y disclosure.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para cumplimiento?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 — &lt;https://genai.owasp.org/llm-top-10/&gt;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LLM Applications Cybersecurity and Governance Checklist — &lt;https://genai.owasp.org/&gt;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600-1, Generative AI Profile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Foundation — &lt;https://owasp.org/&gt;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7f0a1f3469d4da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7267"/>
            <a:ext cx="8229600" cy="8835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