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299 — IA ofensiva y deepfakes</a:t>
            </a:r>
          </a:p>
          <a:p>
            <a:r>
              <a:rPr sz="1600">
                <a:solidFill>
                  <a:srgbClr val="2E8B57"/>
                </a:solidFill>
              </a:rPr>
              <a:t>parte 15 seguridad de ia y machine learning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Comprender cómo los atacantes aprovechan la IA generativa —phishing hiperpersonalizado, deepfakes de voz e imagen, malware asistido, automatización de reconocimiento— y, sobre todo, cómo defenderse…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Catalogar los usos ofensivos de la IA generativa y su impacto.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cómo funcionan los deepfakes de voz e imagen a alto nivel.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Aplicar técnicas de detección y de verificación de procedencia (C2PA/marcas de agua).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Diseñar controles anti-vishing/anti-fraude con verificación fuera de banda.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Formar a usuarios y procesos para resistir ingeniería social potenciada por IA.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Phishing y BEC potenciados por LLM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Deepfakes de voz (vishing)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Deepfakes de vídeo e imagen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Malware y ofensiva asistida por IA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Detección de contenido sintético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Procedencia: C2PA y watermarking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Verificación fuera de banda y procesos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IA ofensiva y los medios sintéticos cambian escala y coste, no eliminan requisitos de autorización ni garantizan eficacia. La defensa combina procedencia, autenticación de procesos, verificación…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diagrama debe leerse como una cadena de supuestos: verificar un nodo no demuestra los siguientes. La evaluación declara actor, acceso, datos, métrica, umbral y consecuencia; compara una línea base…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voz sintética supera la intuición, pero no el callback financiero. Se fortalece la transacción en vez de depender de detectar audio falso.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 operativo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Deepfake — Medio sintético o manipulado que imita atributos humanos.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Evaluación — Experimento reproducible ligado a un riesgo y criterio.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Riesgo residual — Exposición que permanece tras controles.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✅ Criterio de dominio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alumno demuestra dominio cuando formula un escenario específico, reproduce evidencia, explica límites y diseña controles técnicos y de gobierno sin atribuir certeza al modelo.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Deepfake: contenido sintético (voz, imagen, vídeo) generado o alterado con IA para parecer real. Característica: la calidad crece más rápido que la detección.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Vishing con clonación de voz: llamada fraudulenta usando una voz clonada de un directivo conocido. Característica: explota confianza y urgencia; deriva en transferencias.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BEC (Business Email Compromise) asistido: correos de fraude redactados por LLM, sin errores idiomáticos y personalizados con OSINT. Característica: elimina las señales clásicas del phishing.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C2PA / Content Credentials: estándar de procedencia que firma criptográficamente el origen y las ediciones de un contenido. Característica: verifica autenticidad en lugar de detectar falsedad.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Watermarking de IA: marca imperceptible incrustada en contenido generado para identificarlo. Característica: frágil ante recompresión/edición.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Verificación fuera de banda: confirmar una solicitud sensible por un canal distinto y previamente acordado. Característica: control organizativo robusto contra suplantación.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Estándar C2PA y verificadores de Content Credentials (para inspeccionar procedencia de imágenes propias).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Detectores de contenido sintético como referencia (entendiendo su fiabilidad limitada).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Material propio y consentido para pruebas (tu propia voz/imagen), nunca de terceros.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procedimiento de laboratorio para simular un intento de fraude (role-play controlado con compañeros que consienten).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 (defensivo)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Todo con material propio/consentido y foco en detección y proceso.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 un correo de phishing potenciado por IA. Toma un ejemplo (propio o de un repositorio de concienciación) y lista qué señales clásicas han desaparecido (gramática, genericidad) y qué señales…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Inspecciona procedencia con C2PA. Sobre una imagen con Content Credentials, verifica la firma y el historial de ediciones. Sobre una sin credenciales, discute qué NO puedes afirmar.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Prueba un detector de contenido sintético con imágenes/voz propias (generadas con consentimiento o de repositorios de investigación). Mide su fiabilidad: anota falsos positivos y negativos. Concluye…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 control anti-vishing. Define un procedimiento: toda solicitud de transferencia o cambio de datos bancarios requiere verificación fuera de banda con un código/canal acordado, sin excepciones…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Simula un intento de fraude (role-play consentido). Un compañero interpreta al "CEO" pidiendo una transferencia urgente; el resto aplica el procedimiento. Evalúa dónde falla el proceso, no las…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guía de concienciación. Convierte lo aprendido en 5 reglas prácticas para empleados frente a ingeniería social potenciada por IA.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 5 señales de phishing que la IA generativa ha vuelto obsoletas y 3 que siguen sirviendo.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a alto nivel cómo se clona una voz y por qué basta poco audio.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 "detección de deepfakes" vs. "procedencia C2PA" como estrategias y sus límites.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el procedimiento fuera de banda para autorizar pagos por encima de un umbral.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Evalúa la fiabilidad de un detector de imágenes sintéticas con un pequeño conjunto propio.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un guion de simulacro de vishing ético y consentido para tu organización.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 un paquete de defensa anti-suplantación IA: (a) análisis de un caso de BEC/deepfake, (b) un procedimiento documentado de verificación fuera de banda para acciones sensibles, y (c) una guía de…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el procedimiento fuera de banda define umbral, canal alternativo acordado y regla de "sin excepciones por urgencia", y el caso analizado demuestra por qué la detección técnica…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Confiar solo en detectores de deepfake — Los detectores fallan y envejecen rápido. Prioriza procesos de verificación fuera de banda.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"El correo es perfecto, será legítimo" — La IA elimina las señales de redacción. Verifica dominio, canal y contexto, no la calidad del texto.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Autorizar pagos por urgencia — Ingeniería social clásica amplificada. La urgencia nunca anula el procedimiento.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Asumir que C2PA prueba que algo es falso — C2PA prueba procedencia cuando está presente; su ausencia no prueba falsedad.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Hacer pruebas con voces/rostros de terceros — Ilegal y poco ético. Usa solo material propio y consentido.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¿La IA hace a los atacantes imparables?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No. Baja la barrera de entrada y escala los ataques, pero las defensas de proceso (verificación fuera de banda, mínimo privilegio, MFA) siguen siendo efectivas porque no dependen de detectar el…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¿Puedo detectar de forma fiable un deepfake?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de forma garantizada. Los detectores tienen falsos positivos y negativos y se degradan frente a nuevos generadores. Úsalos como señal, no como veredicto.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es más útil, detección o procedencia?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procedencia (C2PA) es más prometedora a largo plazo: en vez de perseguir cada falsificación, verifica criptográficamente el origen del contenido auténtico. Requiere adopción del ecosistema.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¿Genera la IA malware indetectable?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ATLAS — &lt;https://atlas.mitre.org/&gt;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AI 600-1, Generative AI Profile — &lt;https://www.nist.gov/itl/ai-risk-management-framework&gt;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C2PA (Coalition for Content Provenance and Authenticity) — &lt;https://c2pa.org/&gt;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FBI IC3, alertas sobre BEC y deepfakes — &lt;https://www.ic3.gov/&gt;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ENISA, Threat Landscape (secciones de IA/desinformación) — &lt;https://www.enisa.europa.eu/&gt;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48c17c5ea00a330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317848"/>
            <a:ext cx="8229599" cy="86238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