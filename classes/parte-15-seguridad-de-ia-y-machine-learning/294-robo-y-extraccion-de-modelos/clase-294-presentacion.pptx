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294 — Robo y extracción de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cómo un adversario con solo acceso a la API de predicción puede robar la funcionalidad de un modelo (model extraction), reconstruir datos de entrenamiento (model inversion) o determinar si…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tres familias: extracción, inversión e inferencia de membresía.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ataque de extracción entrenando un modelo sustituto a partir de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fidelidad y precisión del sustituto frente al modelo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ataque de membership inference y cuantificar su AUC.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limitación de consultas, salida con menos información, ruido, watermarking y privacidad diferencial.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 extraction / stealing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 sustituto y transferibilidad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 inversion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Membership inference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Superficie de la API: confidencias vs. etiquetas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Defensas de salida y de tasa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Watermarking y privacidad diferencial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extracción aproxima comportamiento mediante consultas; no siempre recupera parámetros. El riesgo depende de interfaz, salidas, coste, valor intelectual y posibilidad de usar el sustituto. Rate…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Muchas consultas legítimas por lote se parecen a extracción. La detección combina patrón, identidad y propósito para no bloquear negocio.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extraction — Construcción de un sustituto desde observaciones.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extraction: entrenar un modelo sustituto que replica al víctima usando pares (consulta, respuesta). Característica: efectivo incluso con solo etiquetas, mejor con probabilidades.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Fidelidad vs. precisión del sustituto: fidelidad = coincidir con el víctima (aun en sus errores); precisión = acertar la verdad. Un buen robo maximiza fidelidad.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inversion: reconstruir entradas representativas de una clase a partir de las salidas del modelo. Característica: riesgo de privacidad en modelos de rostros o salud.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Membership inference: decidir si un registro concreto formó parte del entrenamiento. Característica: explota el overfitting; se mide con AUC.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limitar consultas por cliente/tiempo; encarece la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perturbation: devolver top-k, redondear o añadir ruido a las probabilidades para reducir la señal robable.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 diferencial: entrenar con ruido calibrado (ε) para acotar cuánto influye un registro individual; mitiga membership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 implementa CopycatCNN/KnockoffNets (extracción) y ataques de inferencia de membresía.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víctima propio, expuesto localmente como función predict(x).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"de consulta" (puede ser distinto al de entrenamiento del víctima).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un modelo víctima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víctima. Entrena un clasificador y envuélvelo como una API local predict() que devuelve probabilidades.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Presupuesto de consultas. Fija un budget (p. ej. 10 000 consultas) para simular un atacante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KnockoffNets.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fidelidad y precisión. Compara las predicciones del sustituto con las del víctima (fidelidad) y con la verdad (precisión). Repite reduciendo la salida a solo etiquetas (top-1) y observa la caída.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el sustituto para atacar. Genera adversariales de caja blanca sobre el sustituto y compruébalos contra el víctima (transferibilidad): así el robo habilita evasión.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Membership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fidelidad del sustituto frente al número de consultas y encuentra el punto de saturación.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robo con probabilidades completas vs. solo etiquetas.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cómo el overfitting del víctima afecta al AUC de membership inference.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output perturbation y cuantifica cuánto degrada el robo y cuánto la utilidad legítima.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rate limiting y estima el coste/tiempo que impone al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watermark permitiría probar en un juicio que un modelo fue robado.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estudio de extracción con defensa: script que roba tu modelo alcanzando fidelidad ≥ 90% con probabilidades completas, y demuestra que al aplicar una defensa (top-1 + ruido + rate limiting)…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presenta una tabla con fidelidad del sustituto antes y después de la defensa, el AUC de membership inference antes y después, y una frase justificando el compromiso…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sustituto no converge — Pocas consultas o dataset de consulta muy distinto. Aumenta el budget o acerca la distribución.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Membership inference con AUC ≈ 0.5 — El víctima no sobreajusta (bien) o el ataque está mal ajustado. Verifica el split train/test.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defensa mata la utilidad — Ruido excesivo. Calibra ε o el redondeo hasta equilibrar.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 inefectivo — El atacante rota IPs/cuentas. Combina con detección de patrones de consulta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top-1 basta — Aun con solo etiquetas se puede robar; añade otras capas (tasa, monitorización).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robar un modelo solo con etiquetas, sin probabilidades?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aunque necesitas más consultas. Las probabilidades aceleran mucho el robo porque filtran más información por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extracción es solo un problema de propiedad intelectual?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sustituto habilita ataques de caja negra: generas adversariales sobre tu copia y los transfieres al modelo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privacidad diferencial resuelve el membership inference?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mitiga acotando la influencia de cada registro, pero con coste de utilidad. Elegir ε es un compromiso privacidad/precisión que debe justificarse.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watermarking de modelos?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Tramèr et al., "Stealing Machine Learning Models via Prediction APIs", USENIX 2016 — &lt;https://arxiv.org/abs/1609.02943&gt;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Shokri et al., "Membership Inference Attacks Against ML Models", IEEE S&amp;P 2017 — &lt;https://arxiv.org/abs/1610.05820&gt;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Fredrikson et al., "Model Inversion Attacks", CCS 2015.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— &lt;https://github.com/Trusted-AI/adversarial-robustness-toolbox&gt;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"Exfiltration via ML Inference API"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d0169877c4d40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1368"/>
            <a:ext cx="8229600" cy="955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