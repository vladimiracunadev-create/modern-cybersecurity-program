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300 — Gobernanza y ética de la IA segura</a:t>
            </a:r>
          </a:p>
          <a:p>
            <a:r>
              <a:rPr sz="1600">
                <a:solidFill>
                  <a:srgbClr val="2E8B57"/>
                </a:solidFill>
              </a:rPr>
              <a:t>parte 15 seguridad de ia y machine learning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Cerrar la parte llevando todo lo aprendido al plano de la gobernanza: cómo una organización adopta IA de forma segura, responsable y conforme a la regulación. El alumno aprenderá a aplicar NIST AI…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las cuatro funciones del NIST AI RMF (Govern, Map, Measure, Manage) a un sistema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Situar un sistema de IA en las categorías de riesgo del EU AI Act.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una política de uso aceptable de IA para una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Elaborar una model card y una data sheet con consideraciones de seguridad, sesgo y privacidad.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la seguridad de IA en el gobierno corporativo (roles, RACI, ciclo de vida).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Por qué gobernar la 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NIST AI RMF: Govern/Map/Measure/Manage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ISO/IEC 42001 (AIMS) e ISO/IEC 23894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EU AI Act: niveles de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Ética: sesgo, equidad, transparencia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Model cards y data sheets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Roles, RACI y ciclo de vida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Gobernar IA asigna propósito, dueño, riesgo, datos, evaluación, monitorización, incidentes y retiro. NIST AI RMF organiza Govern, Map, Measure y Manage; no prescribe una única puntuación ni convierte…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debe leerse como una cadena de supuestos: verificar un nodo no demuestra los siguientes. La evaluación declara actor, acceso, datos, métrica, umbral y consecuencia; compara una línea base…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modelo pasa exactitud pero carece de mecanismo de apelación. El impacto sobre personas exige controles más allá de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Impact assessment — Evaluación contextual de efectos, afectados y mitigaciones.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Evaluación — Experimento reproducible ligado a un riesgo y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tras controles.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formula un escenario específico, reproduce evidencia, explica límites y diseña controles técnicos y de gobierno sin atribuir certeza al modelo.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Gobernanza de IA: conjunto de políticas, roles y procesos para que la IA se use de forma segura, ética y conforme. Característica: atraviesa seguridad, legal, ética y negocio.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AI RMF – Govern: cultura, políticas y responsabilidades; es transversal a las otras tres funciones (Map, Measure, Manage).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42001: norma certificable de sistema de gestión de IA (AIMS), análoga a ISO 27001 para seguridad de la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EU AI Act: regulación que clasifica los sistemas en riesgo inaceptable (prohibido), alto, limitado y mínimo, con obligaciones crecientes. Característica: extraterritorial; afecta a quien opere en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 card: documento que describe propósito, datos, desempeño, límites, sesgos y riesgos de seguridad de un modelo (Mitchell et al.).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Datasheet for datasets: documenta origen, composición, sesgos y usos previstos de un dataset (Gebru et al.).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Sesgo algorítmico: desviaciones sistemáticas que perjudican a grupos; requiere medición (equidad) y mitigación. Característica: problema técnico y ético a la vez.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AI RMF Playbook para acciones sugeridas por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Plantillas de model card y datasheet for datasets.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Texto de referencia del EU AI Act y guía de ISO/IEC 42001.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sistema de IA de caso (real o de las clases anteriores) para gobernar de extremo a extremo.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(gobernanza aplicada)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documental sobre un sistema de IA de 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el sistema. Por ejemplo el asistente RAG de la clase 297 o el detector de anomalías de la 298.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Clasifícalo bajo el EU AI Act. Determina su categoría de riesgo (inaceptable/alto/limitado/mínimo) y lista las obligaciones asociadas (transparencia, supervisión humana, gestión de riesgos…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Recorre NIST AI RMF.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Map: contexto, propósito, partes interesadas, riesgos (incluye los técnicos de las clases 291–299).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Measure: métricas de desempeño, robustez, sesgo, seguridad (p. ej. tasa de injection exitosa, FPR del detector).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Manage: controles priorizados, plan de respuesta, aceptación/transferencia de riesgo.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tres sistemas distintos bajo el EU AI Act y justifica.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5 riesgos técnicos de las clases 291–299 a las funciones del NIST AI RMF.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8 cláusulas de una política de uso aceptable de IA generativa.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Completa una model card para un modelo que hayas usado en esta parte.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matriz RACI del ciclo de vida de un modelo de producción.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tres métricas de equidad y explica cuándo entran en conflicto.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paquete de gobernanza de IA para un sistema concreto que incluya: clasificación EU AI Act justificada, cobertura de las cuatro funciones del NIST AI RMF, una política de uso aceptable,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paquete integra al menos 8 riesgos técnicos vistos en la parte (adversariales, envenenamiento, extracción, prompt injection, excessive agency, etc.), cada uno con un…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"Gobernanza = un documento que nadie usa" — Falta de roles y cadencia. Asigna dueños (RACI) y revisiones periódicas.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el EU AI Act por estar fuera de la UE — Es extraterritorial. Si operas con usuarios de la UE, aplica.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 sin métricas — No se puede gestionar lo que no se mide. Liga cada control a una métrica (Measure).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 card genérica y vacía — Sin límites ni sesgos declarados. Documenta riesgos de seguridad y equidad reales.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Tratar ética y seguridad por separado — Se solapan (sesgo, transparencia, robustez). Intégralas en un mismo marco.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¿NIST AI RMF e ISO/IEC 42001 compiten?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AI RMF es un marco de gestión de riesgo (voluntario, muy operativo); ISO/IEC 42001 es una norma certificable de sistema de gestión. Muchas organizaciones usan el RMF para operar y la ISO para…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¿Toda IA cae bajo el EU AI Act?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con las mismas obligaciones. El Act es basado en riesgo: los usos de riesgo mínimo tienen cargas ligeras; los de alto riesgo (biometría, crédito, empleo, etc.) tienen requisitos estrictos; algunos…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mezclar seguridad y ética en la misma clase?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comparten problemas: el sesgo es un fallo de integridad; la transparencia habilita la auditoría de seguridad; la robustez protege tanto la seguridad como los derechos de las personas afectadas.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documento entrego primero si tengo prisa?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AI Risk Management Framework 1.0 — &lt;https://www.nist.gov/itl/ai-risk-management-framework&gt;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42001:2023 (AI management system) — &lt;https://www.iso.org/standard/81230.html&gt;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EU AI Act — &lt;https://artificialintelligenceact.eu/&gt;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Mitchell et al., "Model Cards for Model Reporting", FAT 2019 — &lt;https://arxiv.org/abs/1810.03993&gt;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Gebru et al., "Datasheets for Datasets", 2018 — &lt;https://arxiv.org/abs/1803.09010&gt;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b7d457c3a28dae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67374"/>
            <a:ext cx="8229600" cy="9633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