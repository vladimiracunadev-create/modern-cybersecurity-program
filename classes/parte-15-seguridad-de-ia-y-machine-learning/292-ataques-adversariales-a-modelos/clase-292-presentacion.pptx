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292 — Ataques adversariales a modelos</a:t>
            </a:r>
          </a:p>
          <a:p>
            <a:r>
              <a:rPr sz="1600">
                <a:solidFill>
                  <a:srgbClr val="2E8B57"/>
                </a:solidFill>
              </a:rPr>
              <a:t>parte 15 seguridad de ia y machine learning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por qué existen los ejemplos adversariales y aprender a generarlos, evaluarlos y defenderlos con herramientas reales. El alumno pasará de la teoría del gradiente (FGSM, PGD) a un ataque…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la linealidad local de las redes profundas produce ejemplos adversariales.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ataques FGSM y PGD contra un modelo propio con ART.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ataques dirigidos/no dirigidos y de caja blanca/negra.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la robustez con precisión adversarial y una curva de perturbación (ε).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entrenamiento adversarial como defensa y evaluar su coste.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un ejemplo adversarial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FGSM: ataque de un paso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PGD: ataque iterativo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Normas de perturbación (L∞, L2, L0)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Ataques dirigidos vs. no dirigidos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Transferibilidad y caja negra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Ataques físicos (patches, pegatinas)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ejemplo adversarial modifica una entrada bajo un modelo de amenaza para cambiar una decisión. Éxito depende de conocimiento, consultas, restricciones y dominio; una perturbación pequeña en píxeles…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debe leerse como una cadena de supuestos: verificar un nodo no demuestra los siguientes. La evaluación declara actor, acceso, datos, métrica, umbral y consecuencia; compara una línea base…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ataque digital funciona sobre archivos pero no al fotografiar la señal. El informe limita la conclusión al canal probado.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Robustez — Desempeño bajo variaciones definidas, no inmunidad universal.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Evaluación — Experimento reproducible ligado a un riesgo y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tras controles.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formula un escenario específico, reproduce evidencia, explica límites y diseña controles técnicos y de gobierno sin atribuir certeza al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Ejemplo adversarial: entrada x' = x + δ con ‖δ‖ ≤ ε que causa una predicción errónea. Característica: δ suele ser imperceptible para un humano.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FGSM (Fast Gradient Sign Method): x' = x + ε · sign(∇ₓ J(θ,x,y)). Característica: un solo paso, rápido pero subóptimo.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PGD (Projected Gradient Descent): FGSM iterado con proyección a la bola de radio ε. Característica: ataque fuerte, referencia para evaluar defensas.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Perturbación L∞: limita el cambio máximo por píxel. Característica: la más usada en visión; ε típico 8/255.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dirigido: fuerza una clase objetivo específica; el no dirigido solo busca cualquier error.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Transferibilidad: un adversarial generado con un modelo sustituto engaña a otro modelo distinto; habilita ataques de caja negra.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Entrenamiento adversarial: entrenar con ejemplos adversariales generados sobre la marcha (Madry et al.); mejora robustez pero reduce precisión limpia y encarece el entrenamiento.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Adversarial Robustness Toolbox (ART) — ataques y defensas listas para PyTorch/TensorFlow.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modelo propio ya entrenado (p. ej. CNN pequeña sobre MNIST/CIFAR-10). Guarda sus pesos.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GPU opcional; MNIST corre bien en CPU.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sobre un modelo y dataset propios.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Entrena o carga un clasificador. Una CNN sobre MNIST alcanza &gt;98% en test limpio. Guarda model.pt.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Envuelve el modelo con ART.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la precisión limpia sobre el test set y anótala como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FGSM.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la precisión sobre xadv: debería desplomarse.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PGD (ProjectedGradientDescent, eps=0.2, maxiter=40) y compara: PGD suele ser más efectivo que FGSM con el mismo 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sign() del gradiente maximiza la pérdida bajo una restricción L∞.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la precisión adversarial de FGSM vs. PGD para el mismo ε y explica la diferencia.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adversariales con un modelo A y evalúalos en un modelo B distinto; mide la transferibilidad.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ataque L2 (CarliniL2Method) y compara la magnitud de perturbación con L∞.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 5 pares (original, adversarial) y comenta si un humano notaría la diferencia.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Estima cuánto más tarda el entrenamiento adversarial frente al normal y discute si compensa.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de robustez de tu clasificador con: precisión limpia base, curva precisión vs. ε para PGD, un ejemplo dirigido exitoso, y la comparación antes/después de entrenamiento adversarial.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con entrenamiento adversarial, la precisión bajo PGD (ε=0.2) mejora al menos 30 puntos porcentuales respecto al modelo sin defender, y el informe cuantifica explícitamente la…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ataque no reduce la precisión — Falta clipvalues o el modelo está en modo eval sin gradientes. Verifica el wrapper de ART.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Perturbaciones visibles/feas — ε demasiado alto. Baja ε y usa PGD iterativo en vez de FGSM.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"Defensa perfecta" con gradient masking — La defensa ofusca gradientes, no aporta robustez real. Evalúa con ataques de caja negra/transferencia.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Precisión limpia se hunde tras defender — ε de entrenamiento demasiado alto. Ajusta y busca el punto de equilibrio.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Adversariales no transfieren — Modelos muy distintos o regularización fuerte. Usa un sustituto más parecido.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existen los ejemplos adversariales?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redes profundas son localmente casi lineales en dimensiones muy altas; pequeñas perturbaciones alineadas con el gradiente se suman y empujan la salida sobre la frontera de decisión (Goodfellow et…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¿Sirve la detección de adversariales en lugar de la robustez?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Ayuda, pero muchos detectores se rompen ante ataques adaptativos que también engañan al detector. La robustez certificada o el entrenamiento adversarial son más sólidos.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¿Esto solo afecta a imágenes?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Hay adversariales en audio, texto (sustituciones de palabras), malware (bytes que evaden clasificadores) y datos tabulares. El principio del gradiente es el mismo.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un ataque físico?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Goodfellow, Shlens &amp; Szegedy, "Explaining and Harnessing Adversarial Examples", ICLR 2015 — &lt;https://arxiv.org/abs/1412.6572&gt;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Madry et al., "Towards Deep Learning Models Resistant to Adversarial Attacks", ICLR 2018 — &lt;https://arxiv.org/abs/1706.06083&gt;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Carlini &amp; Wagner, "Towards Evaluating the Robustness of Neural Networks", 2017 — &lt;https://arxiv.org/abs/1608.04644&gt;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Adversarial Robustness Toolbox — &lt;https://github.com/Trusted-AI/adversarial-robustness-toolbox&gt;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ATLAS, técnica "Evade ML Model" — &lt;https://atlas.mitre.org/&gt;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cca02a5788b3c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2803"/>
            <a:ext cx="8229599" cy="8324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