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358 — Machine Learning aplicado a Anti-Cheat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machine learning aplicado a anti-cheat sobre el Game Security Range, conectando vulnerabilidad, abuso controlado, telemetría, evidencia, causa raíz, mitigación y prueba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features y normalización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split, imbalance y temporalidad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clasificación, isolation forest y clustering.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drift, adaptación y explainability.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Features y normalización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Split, imbalance y temporalidad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Clasificación, Isolation Forest y clustering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Drift, adaptación y explainability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Feature engineering traduce secuencias en variables, pero puede filtrar la etiqueta o codificar dispositivo. Normalización evita que una escala domine; train/test debe separar jugadores o partidas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 supervisada aprende de labels; Isolation Forest aísla observaciones con particiones; clustering explora grupos sin convertirlos automáticamente en culpables. Features temporales…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Features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Split,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 conceptualmente regla e Isolation Forest sobre los CSV. Define split sin leakage, métricas, umbral, monitoreo de drift y explicación por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Split, imbalance y temporalidad.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Drift, adaptación y explainability.…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scikit-learn, Outlier detection — límites de detección de anomalías y evaluación en la clase 358. &lt;https://scikit-learn.org/stable/modules/outlierdetection.html&gt;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c0908e80dc811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