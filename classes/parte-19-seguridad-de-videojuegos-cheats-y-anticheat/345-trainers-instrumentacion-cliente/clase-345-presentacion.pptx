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194560"/>
            <a:ext cx="8046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0B3D2E"/>
                </a:solidFill>
              </a:rPr>
              <a:t>Clase 345 — Trainers e instrumentación del cliente</a:t>
            </a:r>
          </a:p>
          <a:p>
            <a:r>
              <a:rPr sz="1600">
                <a:solidFill>
                  <a:srgbClr val="2E8B57"/>
                </a:solidFill>
              </a:rPr>
              <a:t>parte 19 seguridad de videojuegos cheats y anticheat</a:t>
            </a:r>
          </a:p>
          <a:p>
            <a:r>
              <a:rPr sz="1200">
                <a:solidFill>
                  <a:srgbClr val="22282E"/>
                </a:solidFill>
              </a:rPr>
              <a:t>Programa de Ciberseguridad Moderna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🎯 Objetivo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Comprender y verificar trainers e instrumentación del cliente sobre el Game Security Range, conectando vulnerabilidad, abuso controlado, telemetría, evidencia, causa raíz, mitigación y prueba de…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📚 Resultados de aprendizaje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Al finalizar, el alumno podrá: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Explicar observación, modificación y freeze desde la arquitectura y no solo desde la herramienta.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Relacionar toggles y ui con una frontera de confianza concreta.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Producir evidencia reproducible sobre integridad y detección.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Evaluar límites, falsos positivos y consecuencias de comparación vulnerable/autoritativa.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Verificar una mitigación mediante un caso legítimo y uno adversarial.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🗺️ Temas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1 — Observación, modificación y freeze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2 — Toggles y UI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3 — Integridad y detección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4 — Comparación vulnerable/autoritativa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🧠 Explicación en profundidad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Un trainer educativo tiene tres planos: observa un campo del target conocido, solicita una modificación y expone un control de UI como toggle o freeze. Freeze no es magia: vuelve a imponer un valor…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La instrumentación también es legítima: depuradores, herramientas de accesibilidad y overlays de rendimiento observan procesos. Por eso 'herramienta presente' no equivale a abuso. El rango compara el…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El diagrama se lee como un bucle de ingeniería, no como una cadena de sanción. El supuesto habilita un abuso dentro del target propio; la señal solo permite formular una hipótesis; la decisión…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📖 Definiciones y características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Señal: medida observable; característica clave: no prueba por sí sola intención.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Evidencia: señal contextualizada y reproducible; característica clave: trazabilidad.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Autoridad: componente que decide el estado canónico; característica clave: valida intenciones.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Causa raíz: condición sistémica que permitió el incidente; característica clave: su corrección evita recurrencia.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📔 Glosario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Término — Definición en contexto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Observación, — Concepto de esta clase aplicado al Game Security Range y a su frontera de confianza.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Toggles — Concepto de esta clase aplicado al Game Security Range y a su frontera de confianza.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Integridad — Concepto de esta clase aplicado al Game Security Range y a su frontera de confianza.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Comparación — Concepto de esta clase aplicado al Game Security Range y a su frontera de confianza.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🧰 Herramientas y preparación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Python 3.12 y el Game Security Range.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Escenario correspondiente de SCENARIOS.md.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Dataset sintético documentado; nunca datos personales ni procesos de terceros.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Prerrequisitos: clases 023–024 (procesos/memoria), 130–134 (RE/debugging), 182/199 (telemetría/detección) y 217 (RCA).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🧪 Laboratorio guiado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Ejecuta python -m unittest discover -s tests -v desde labs/game-security y conserva la línea base.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Implementa un toggle solo sobre claimedammo del rango y registra diez intentos. Compara prevención, telemetría y falsos positivos en ambos modos.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Registra modo, comando, decisión, señal, umbral o invariante, semilla y resultado esperado.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Formula al menos una explicación legítima alternativa antes de atribuir abuso.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Aplica o diseña la mitigación y repite el caso adversarial y un caso normal.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Redacta la cadena síntoma → timeline → evidencia → hipótesis → causa raíz → fix → regresión.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✍️ Ejercicios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Explica qué cambia si el cliente controla el dato frente a si solo solicita una acción.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Identifica una señal débil y combínala con otra fuente independiente.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Diseña un caso límite de latencia, FPS, dispositivo o accesibilidad.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Separa prevención, detección, respuesta y gobernanza para este tema.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Explica qué información no necesitas recoger y por qué.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📝 Reto verificable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Entrega una ficha con threat boundary, reproducción en el rango, evento de telemetría, decisión explicada, alternativa legítima, causa raíz, mitigación y prueba de regresión.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Criterio de aceptación: otra persona puede ejecutar los comandos con la misma semilla, obtener la evidencia citada y comprobar que la mitigación bloquea el caso adversarial sin romper el caso normal.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⚠️ Errores comunes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La anomalía se trata como culpabilidad — Falta contexto; correlaciona y revisa alternativas legítimas.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El control solo oculta un valor — La autoridad no cambió; valida o deriva el estado en servidor.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El experimento no se reproduce — Faltan semilla, versión, unidades o configuración; regístralas.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El detector castiga lag/FPS — El dataset no estratifica condiciones; evalúa por subpoblación.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Se propone instrumentar terceros — Fuera del alcance; usa exclusivamente el target educativo.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❓ Preguntas frecuentes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¿Una alerta basta para sancionar? No. Es una hipótesis con un nivel de confianza; la consecuencia exige evidencia proporcional, política, auditabilidad y apelación.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¿Ofuscar el cliente resuelve el problema? Puede elevar costo, pero no reemplaza autoridad, invariantes ni minimización de información.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¿Por qué el laboratorio es sintético? Permite controlar verdad, semilla y falsos positivos sin invadir jugadores ni construir una herramienta reutilizable contra terceros.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🔗 Referencias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Epic Games, Networking Overview — autoridad y replicación aplicadas a Toggles y UI. &lt;https://dev.epicgames.com/documentation/unreal-engine/networking-overview-for-unreal-engine&gt;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Valve, Latency Compensating Methods — predicción, interpolación y límites usados para Comparación vulnerable/autoritativa.…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Montero et al., Anticheat System Based on Reinforcement Learning Agents in Unity — ejemplo académico para contrastar prevención y detección en la clase 345. &lt;https://doi.org/10.3390/info13040173&gt;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0B3D2E"/>
                </a:solidFill>
              </a:rPr>
              <a:t>Diagrama de la clase</a:t>
            </a:r>
          </a:p>
        </p:txBody>
      </p:sp>
      <p:pic>
        <p:nvPicPr>
          <p:cNvPr id="3" name="Picture 2" descr="b402196a20cb8d1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3330869"/>
            <a:ext cx="8229600" cy="836341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