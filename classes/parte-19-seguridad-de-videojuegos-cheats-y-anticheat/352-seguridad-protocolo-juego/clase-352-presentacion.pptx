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352 — Seguridad del protocolo de juego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seguridad del protocolo de juego sobre el Game Security Range, conectando vulnerabilidad, abuso controlado, telemetría, evidencia, causa raíz, mitigación y prueba de regresión…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tcp, udp, websocket y ticks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snapshots, secuencias y timestamps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predicción, reconciliación y lag compensation.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replay, reorder e invalid state.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TCP, UDP, WebSocket y ticks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Snapshots, secuencias y timestamps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Predicción, reconciliación y lag compensation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Replay, reorder e invalid 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 entrega un flujo ordenado y confiable; UDP datagramas sin esas garantías; WebSocket ofrece mensajes sobre TCP. Ninguno valida reglas del juego. Ticks discretizan simulación, snapshots publican…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Prediction ejecuta localmente comandos pendientes; interpolation presenta estados pasados entre snapshots; reconciliation reaplica input no confirmado después de una corrección; lag compensation…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Snapshots,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Predicción,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Replay,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secuencia duplicada y fire-rate imposible. Diseña casos para reorder, timestamp futuro y coordenada no finita; define respuesta y telemetría.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Snapshots, secuencias y timestamps.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Replay, reorder e invalid state.…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352.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f39fbdaf435e9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