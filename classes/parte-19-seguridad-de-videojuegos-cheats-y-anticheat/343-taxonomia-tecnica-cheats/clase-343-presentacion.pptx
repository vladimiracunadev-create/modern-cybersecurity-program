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343 — Taxonomía técnica de cheats</a:t>
            </a:r>
          </a:p>
          <a:p>
            <a:r>
              <a:rPr sz="1600">
                <a:solidFill>
                  <a:srgbClr val="2E8B57"/>
                </a:solidFill>
              </a:rPr>
              <a:t>parte 19 seguridad de videojuegos cheats y anticheat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y verificar taxonomía técnica de cheats sobre el Game Security Range, conectando vulnerabilidad, abuso controlado, telemetría, evidencia, causa raíz, mitigación y prueba de regresión sin…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estado, recursos y movimiento desde la arquitectura y no solo desde la herramienta.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Relacionar internal, external e input-based con una frontera de confianza concreta.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Producir evidencia reproducible sobre información, rendering y red.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Evaluar límites, falsos positivos y consecuencias de automatización conductual y señales.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Verificar una mitigación mediante un caso legítimo y uno adversarial.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Estado, recursos y movimiento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Internal, external e input-based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Información, rendering y red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Automatización conductual y señales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taxonomía profesional clasifica por la confianza rota, no por el nombre comercial. Trainers, save manipulation y memory modification alteran estado; speed y teleport violan cinemática; radar, ESP…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Internal describe código dentro del proceso, external describe observación o control desde fuera, input-based emite acciones, data-based altera o consume estado, rendering-based cambia presentación…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diagrama se lee como un bucle de ingeniería, no como una cadena de sanción. El supuesto habilita un abuso dentro del target propio; la señal solo permite formular una hipótesis; la decisión…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Señal: medida observable; característica clave: no prueba por sí sola intención.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Evidencia: señal contextualizada y reproducible; característica clave: trazabilidad.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Autoridad: componente que decide el estado canónico; característica clave: valida intenciones.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Causa raíz: condición sistémica que permitió el incidente; característica clave: su corrección evita recurrencia.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en contexto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Estado, — Concepto de esta clase aplicado al Game Security Range y a su frontera de confianza.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Internal, — Concepto de esta clase aplicado al Game Security Range y a su frontera de confianza.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Información, — Concepto de esta clase aplicado al Game Security Range y a su frontera de confianza.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Automatización — Concepto de esta clase aplicado al Game Security Range y a su frontera de confianza.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Python 3.12 y el Game Security Range.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Escenario correspondiente de SCENARIOS.md.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Dataset sintético documentado; nunca datos personales ni procesos de terceros.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Prerrequisitos: clases 023–024 (procesos/memoria), 130–134 (RE/debugging), 182/199 (telemetría/detección) y 217 (RCA).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python -m unittest discover -s tests -v desde labs/game-security y conserva la línea base.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una matriz para health, ESP, snap aim, macro y replay: qué altera, qué conoce, qué confianza rompe, señal y defensa.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Registra modo, comando, decisión, señal, umbral o invariante, semilla y resultado esperado.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Formula al menos una explicación legítima alternativa antes de atribuir abuso.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 o diseña la mitigación y repite el caso adversarial y un caso normal.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la cadena síntoma → timeline → evidencia → hipótesis → causa raíz → fix → regresión.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qué cambia si el cliente controla el dato frente a si solo solicita una acción.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una señal débil y combínala con otra fuente independiente.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caso límite de latencia, FPS, dispositivo o accesibilidad.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Separa prevención, detección, respuesta y gobernanza para este tema.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qué información no necesitas recoger y por qué.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una ficha con threat boundary, reproducción en el rango, evento de telemetría, decisión explicada, alternativa legítima, causa raíz, mitigación y prueba de regresión.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otra persona puede ejecutar los comandos con la misma semilla, obtener la evidencia citada y comprobar que la mitigación bloquea el caso adversarial sin romper el caso normal.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anomalía se trata como culpabilidad — Falta contexto; correlaciona y revisa alternativas legítimas.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control solo oculta un valor — La autoridad no cambió; valida o deriva el estado en servidor.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experimento no se reproduce — Faltan semilla, versión, unidades o configuración; regístralas.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detector castiga lag/FPS — El dataset no estratifica condiciones; evalúa por subpoblación.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propone instrumentar terceros — Fuera del alcance; usa exclusivamente el target educativo.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¿Una alerta basta para sancionar? No. Es una hipótesis con un nivel de confianza; la consecuencia exige evidencia proporcional, política, auditabilidad y apelación.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¿Ofuscar el cliente resuelve el problema? Puede elevar costo, pero no reemplaza autoridad, invariantes ni minimización de información.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¿Por qué el laboratorio es sintético? Permite controlar verdad, semilla y falsos positivos sin invadir jugadores ni construir una herramienta reutilizable contra terceros.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Epic Games, Networking Overview — autoridad y replicación aplicadas a Internal, external e input-based. &lt;https://dev.epicgames.com/documentation/unreal-engine/networking-overview-for-unreal-engine&gt;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Valve, Latency Compensating Methods — predicción, interpolación y límites usados para Automatización conductual y señales.…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Montero et al., Anticheat System Based on Reinforcement Learning Agents in Unity — ejemplo académico para contrastar prevención y detección en la clase 343. &lt;https://doi.org/10.3390/info13040173&gt;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c07ebffbcbdeac0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30869"/>
            <a:ext cx="8229600" cy="83634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