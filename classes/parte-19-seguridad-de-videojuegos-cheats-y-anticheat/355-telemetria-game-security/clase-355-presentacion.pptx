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355 — Telemetría para Game Security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telemetría para game security sobre el Game Security Range, conectando vulnerabilidad, abuso controlado, telemetría, evidencia, causa raíz, mitigación y prueba de regresión sin…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schema y versionado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identidad sintética y timestamps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correlación y calidad.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minimización y reproducibilidad.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Schema y versionado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Identidad sintética y timestamps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Correlación y calidad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Minimización y reproducibilidad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Telemetría útil registra decisión y contexto, no vigilancia indiscriminada. Un evento puede llevar eventid, timestamp, match/session/player sintéticos, entidad, posición, velocidad, aceleración…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tiempo debe declarar origen y semántica; mezclar reloj de cliente con servidor fabrica secuencias falsas. Correlation IDs unen comando, decisión y resultado. Calidad implica completitud, rango…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Schema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Identidad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Minimización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JSON Schema v1 para un disparo y valida eventos del rango. Documenta unidad, reloj, campos opcionales, retención y consulta que justifica cada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Identidad sintética y timestamps.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Minimización y reproducibilidad.…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Privacy Framework 1.0 — minimización, gobernanza y riesgo de datos en la clase 355. &lt;https://www.nist.gov/privacy-framework&gt;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c50eced50374a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