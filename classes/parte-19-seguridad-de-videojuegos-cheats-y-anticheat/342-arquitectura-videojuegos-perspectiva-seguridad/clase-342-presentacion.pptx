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342 — Arquitectura de videojuegos desde la perspectiva de seguridad</a:t>
            </a:r>
          </a:p>
          <a:p>
            <a:r>
              <a:rPr sz="1600">
                <a:solidFill>
                  <a:srgbClr val="2E8B57"/>
                </a:solidFill>
              </a:rPr>
              <a:t>parte 19 seguridad de videojuegos cheats y anticheat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y verificar arquitectura de videojuegos desde la perspectiva de seguridad sobre el Game Security Range, conectando vulnerabilidad, abuso controlado, telemetría, evidencia, causa raíz…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game loop y entidades desde la arquitectura y no solo desde la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ecs y estado del jugador con una frontera de confianza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Producir evidencia reproducible sobre cámara, física, rendering e input.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límites, falsos positivos y consecuencias de networking, persistencia y autoridad.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una mitigación mediante un caso legítimo y uno adversarial.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Game loop y entidades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ECS y estado del jugador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Cámara, física, rendering e input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Networking, persistencia y autoridad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game loop convierte input y tiempo en una secuencia de simulación, física, lógica y render. Una entidad puede ser solo un identificador; un ECS distribuye posición, salud y arma en componentes…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Duplicar estado es inevitable en red, pero duplicar no significa delegar autoridad. El cliente puede predecir movimiento para ocultar latencia y el servidor corregirlo; una persistencia puede…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 lee como un bucle de ingeniería, no como una cadena de sanción. El supuesto habilita un abuso dentro del target propio; la señal solo permite formular una hipótesis; la decisión…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Señal: medida observable; característica clave: no prueba por sí sola intención.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Evidencia: señal contextualizada y reproducible; característica clave: trazabilidad.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Autoridad: componente que decide el estado canónico; característica clave: valida intenciones.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Causa raíz: condición sistémica que permitió el incidente; característica clave: su corrección evita recurrencia.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en contexto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Game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ECS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Cámara,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Networking, — Concepto de esta clase aplicado al Game Security Range y a su frontera de confianza.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3.12 y el Game Security Range.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 correspondiente de SCENARIOS.md.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Dataset sintético documentado; nunca datos personales ni procesos de terceros.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Prerrequisitos: clases 023–024 (procesos/memoria), 130–134 (RE/debugging), 182/199 (telemetría/detección) y 217 (RCA).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python -m unittest discover -s tests -v desde labs/game-security y conserva la línea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los campos de PlayerState del rango por ubicación y autoridad. Explica por qué posición, cámara y salud requieren políticas distintas.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Registra modo, comando, decisión, señal, umbral o invariante, semilla y resultado esperado.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Formula al menos una explicación legítima alternativa antes de atribuir abuso.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o diseña la mitigación y repite el caso adversarial y un caso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cadena síntoma → timeline → evidencia → hipótesis → causa raíz → fix → regresión.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cambia si el cliente controla el dato frente a si solo solicita una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una señal débil y combínala con otra fuente independiente.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caso límite de latencia, FPS, dispositivo o accesibilidad.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Separa prevención, detección, respuesta y gobernanza para este 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información no necesitas recoger y por qué.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ficha con threat boundary, reproducción en el rango, evento de telemetría, decisión explicada, alternativa legítima, causa raíz, mitigación y prueba de regresión.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otra persona puede ejecutar los comandos con la misma semilla, obtener la evidencia citada y comprobar que la mitigación bloquea el caso adversarial sin romper el caso normal.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anomalía se trata como culpabilidad — Falta contexto; correlaciona y revisa alternativas legítimas.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control solo oculta un valor — La autoridad no cambió; valida o deriva el estado en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experimento no se reproduce — Faltan semilla, versión, unidades o configuración; regístralas.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detector castiga lag/FPS — El dataset no estratifica condiciones; evalúa por subpoblación.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propone instrumentar terceros — Fuera del alcance; usa exclusivamente el target educativo.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¿Una alerta basta para sancionar? No. Es una hipótesis con un nivel de confianza; la consecuencia exige evidencia proporcional, política, auditabilidad y apelación.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¿Ofuscar el cliente resuelve el problema? Puede elevar costo, pero no reemplaza autoridad, invariantes ni minimización de información.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el laboratorio es sintético? Permite controlar verdad, semilla y falsos positivos sin invadir jugadores ni construir una herramienta reutilizable contra terceros.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Epic Games, Networking Overview — autoridad y replicación aplicadas a ECS y estado del jugador. &lt;https://dev.epicgames.com/documentation/unreal-engine/networking-overview-for-unreal-engine&gt;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Valve, Latency Compensating Methods — predicción, interpolación y límites usados para Networking, persistencia y autoridad.…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Montero et al., Anticheat System Based on Reinforcement Learning Agents in Unity — ejemplo académico para contrastar prevención y detección en la clase 342. &lt;https://doi.org/10.3390/info13040173&gt;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81663cec67aa9f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0869"/>
            <a:ext cx="8229600" cy="8363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