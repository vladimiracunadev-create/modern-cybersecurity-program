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359 — Privacidad, gobernanza, sanciones y seguridad del propio Anti-Cheat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privacidad, gobernanza, sanciones y seguridad del propio anti-cheat sobre el Game Security Range, conectando vulnerabilidad, abuso controlado, telemetría, evidencia, causa…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minimización y transparencia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bans, revisión y appeals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privilegios y supply chain.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proporcionalidad y auditabilidad.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Minimización y transparencia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Bans, revisión y appeals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Privilegios y supply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Proporcionalidad y auditabilidad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defensa competitiva puede convertirse en riesgo del dispositivo si pide visibilidad o privilegio sin límites. Minimización restringe datos a finalidades declaradas; transparencia explica…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sanción necesita cadena de evidencia, versión de detector, política aplicable y vía de appeal. Delayed bans pueden reducir feedback adversarial, pero deben conservar contexto y no impedir…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Minimización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Bans,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Proporcionalidad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ficha de impacto: finalidad, datos, privilegios, retención, acceso, sanción, appeal y respuesta si el agente es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Bans, revisión y appeals.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Proporcionalidad y auditabilidad.…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 — minimización, gobernanza y riesgo de datos en la clase 359. &lt;https://www.nist.gov/privacy-framework&gt;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fdf69d800b8a6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