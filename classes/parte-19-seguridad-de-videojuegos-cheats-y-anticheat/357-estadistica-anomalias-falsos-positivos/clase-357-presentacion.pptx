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357 — Estadística, anomalías y falsos positivos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estadística, anomalías y falsos positivos sobre el Game Security Range, conectando vulnerabilidad, abuso controlado, telemetría, evidencia, causa raíz, mitigación y prueba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centro, dispersión y percentiles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z-score, iqr y ventanas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escenarios legítimos difíciles.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precision, recall y errores.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Centro, dispersión y percentiles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Z-score, IQR y ventanas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Escenarios legítimos difíciles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Precision, recall y errores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Media y mediana resumen centro con sensibilidad distinta a extremos; varianza y desviación cuantifican dispersión; percentiles describen posición sin asumir normalidad. Z-score solo es interpretable…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Precision pregunta cuántas alertas eran correctas; recall cuántos abusos detectamos. False-positive rate usa legítimos como denominador y false-negative rate usa abusos. El umbral cambia ambos…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Centro,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Z-score,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Escenarios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Precision,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mediana, IQR y percentiles por perfil; construye una matriz de confusión y cambia el umbral. Explica quién paga cada error.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Z-score, IQR y ventanas.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Precision, recall y errores.…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scikit-learn, Outlier detection — límites de detección de anomalías y evaluación en la clase 357. &lt;https://scikit-learn.org/stable/modules/outlierdetection.html&gt;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b70a7219201a8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