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347 — Rendering, visibilidad, occlusion y wallhack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rendering, visibilidad, occlusion y wallhack sobre el Game Security Range, conectando vulnerabilidad, abuso controlado, telemetría, evidencia, causa raíz, mitigación y prueba…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pipeline y depth buffer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occlusion, culling y shaders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conocido frente a visualizado.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demostración y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Pipeline y depth buffer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Occlusion, culling y shaders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Conocido frente a visualizado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Demostración y defensa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transforma vértices, rasteriza fragmentos y usa el depth buffer para decidir qué superficie está delante. Frustum culling evita procesar lo que queda fuera de cámara; occlusion culling…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dos problemas diferentes: visualización indebida de datos necesarios y entrega innecesaria de datos sensibles. Endurecer rendering atiende el primero; relevancia del servidor atiende el segundo.…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Pipeline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Occlusion,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Conocido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Demostración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dos snapshots: uno con entidad oculta presente y otro minimizado. Explica qué puede inferirse en cada uno y mide la pérdida funcional.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Occlusion, culling y shaders.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Demostración y defensa.…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347.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389714a05f486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