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351 — Multiplayer y autoridad: nunca confiar en el cliente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multiplayer y autoridad: nunca confiar en el cliente sobre el Game Security Range, conectando vulnerabilidad, abuso controlado, telemetría, evidencia, causa raíz, mitigación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client-authoritative vs server-authoritative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movimiento, combate y cooldown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inventario, moneda y score.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predicción, corrección e invariantes.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Client-authoritative vs server-authoritative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Movimiento, combate y cooldown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Inventario, moneda y score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Predicción, corrección e invariantes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Client-authoritative acepta resultados: 'estoy aquí', 'hice daño', 'tengo saldo'. Server-authoritative acepta intenciones: 'quise moverme', 'presioné disparo', 'solicito comprar'. El servidor…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dominio necesita invariantes. Movimiento limita desplazamiento y transición; combate valida arma, munición, cooldown, línea de visión y daño; economía usa transacciones idempotentes y saldo…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Client-authoritative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Predicción,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GS-01 a GS-04. Convierte cada claim vulnerable en intención, enumera precondiciones y demuestra el regression 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Movimiento, combate y cooldown.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Predicción, corrección e invariantes.…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351.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2d8d1635e8f07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22506"/>
            <a:ext cx="8229600" cy="853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