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348 — Matemática de un aimbot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matemática de un aimbot sobre el Game Security Range, conectando vulnerabilidad, abuso controlado, telemetría, evidencia, causa raíz, mitigación y prueba de regresión sin…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vector2/vector3 y normalización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dot product y distancia angular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yaw, pitch, fov y selección.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line-of-sight y experimento.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Vector2/Vector3 y normalización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Dot product y distancia angular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Yaw, pitch, FOV y selección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Line-of-sight y experimento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dirección al blanco nace de targetposition - cameraposition. Normalizar divide por la magnitud para separar orientación de distancia. El producto punto de dos vectores unitarios es el coseno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FOV angular no es un círculo arbitrario en píxeles: selecciona direcciones cuyo ángulo respecto al forward es menor que la mitad de la apertura. 'Nearest target' minimiza distancia mundial…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Ejemplo: forward=(1,0,0) y target=(1,1,0) forman 45°. Con FOV total de 60°, queda fuera porque el semiancho es 30°. Este detalle evita el error frecuente de comparar contra el FOV completo.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Vector2/Vector3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Dot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Line-of-sight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ángulos 0°, 45°, 90° y 180°; prueba FOV en el borde y vector cero. Compara nearest-distance con nearest-angle usando tres targets.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Dot product y distancia angular.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Line-of-sight y experimento.…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348.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8c199c0d7e427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