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360 — Capstone: incidente completo de Game Security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capstone: incidente completo de game security sobre el Game Security Range, conectando vulnerabilidad, abuso controlado, telemetría, evidencia, causa raíz, mitigación y prueba…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threat model y reproducción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dataset, timeline y señales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evidencia, decisión y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rca, mitigación, regresión e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Threat model y reproducción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Dataset, timeline y señales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Evidencia, decisión y falsos 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RCA, mitigación, regresión e informe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capstone integra el ciclo completo. El threat model predice una confianza incorrecta; la reproducción controlada muestra el abuso; telemetría y timeline separan observación de interpretación;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buen informe técnico permite repetir cada paso con versión, semilla y evidencia. El resumen ejecutivo no enumera paquetes: expresa impacto, alcance, decisión, incertidumbre y control.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RCA,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escenario del catálogo de extremo a extremo y entrega arquitectura, threat model, reproducción, dataset, timeline, señales, decisión, falsos positivos, RCA, fix, regresión e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Dataset, timeline y señales.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RCA, mitigación, regresión e informe.…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Privacy Framework 1.0 — minimización, gobernanza y riesgo de datos en la clase 360. &lt;https://www.nist.gov/privacy-framework&gt;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9e6c3b1a5d33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