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324 — Operaciones de seguridad: hardening y gestión de configuración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Reducir la superficie de ataque antes de que llegue el atacante. Esta clase cubre las operaciones de seguridad del día a día: establecer baselines con CIS Benchmarks, mantener la gestión de…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Establecer una baseline de seguridad a partir de un CIS Benchmark y medir cumplimiento.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y corregir la deriva de configuración (configuration drift) con gestión de configuración.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Operar un ciclo de gestión de parches con priorización, ventanas y validación (NIST SP 800-40).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el proceso de gestión del cambio (RFC, aprobación, rollback) con las operaciones de hardening.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medidas de hardening de OS y servicios reduciendo la superficie de ataque de forma verificable.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Baselines de seguridad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CIS Benchmarks y niveles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Hardening de OS y servicios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Gestión de configuración y drift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Gestión de parches (SP 800-40)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Gestión del cambio (RFC, CAB, rollback)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Automatización (IaC, Ansible/GPO)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Modelo mental y caso de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Hardening define estado deseado, despliega, verifica deriva y gestiona excepciones; una imagen inicial no basta.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Caso razonado. Una excepción temporal queda permanente. Caducidad y dueño la devuelven a decisión.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 complementario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Información cuya procedencia y relación con un criterio pueden revisarse.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Supuesto — Condición declarada de la que depende una conclusión.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después del tratamiento.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explica el diagrama, resuelve el caso con evidencia, declara límites y puede defender por qué su decisión cambia si cambia un supuesto.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Baseline de seguridad: conjunto mínimo y documentado de ajustes de configuración que define el estado "seguro conocido" de un sistema. Característica clave: es el punto de referencia contra el que 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Benchmark: guía de hardening consensuada por la comunidad, específica por plataforma (Windows, Linux, navegadores, nube), con recomendaciones justificadas y verificables. Característica clave…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Hardening: proceso de reducir la superficie de ataque —desactivar servicios/puertos innecesarios, cerrar cuentas por defecto, aplicar mínimo privilegio, cifrar. Característica clave: menos funciones…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Configuration drift (deriva): divergencia gradual de la configuración real respecto de la baseline por cambios manuales no controlados. Característica clave: reintroduce riesgo silenciosamente; 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Gestión de parches: proceso de identificar, priorizar, probar, desplegar y verificar actualizaciones (NIST SP 800-40). Característica clave: no es "instalar todo ya"; prioriza por riesgo y valida…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Gestión del cambio: proceso formal (RFC → evaluación → aprobación del CAB → implementación → verificación → rollback si falla). Característica clave: cada cambio queda autorizado, documentado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CAB (Change Advisory Board): comité que evalúa y aprueba cambios según riesgo e impacto. Característica clave: separa la decisión de la ejecución y evita cambios sorpresa en producción.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 de laboratorio propio con máquinas de prueba (nunca producción sin autorización):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VM de prueba (Windows Server o Ubuntu) aislada para aplicar y revertir cambios con snapshots.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Benchmark correspondiente (PDF gratuito) y, si está disponible, CIS-CAT Lite para evaluar cumplimiento automáticamente.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 de configuración: Ansible/PowerShell DSC o GPO para aplicar el hardening de forma repetible.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Escáner de configuración: OpenSCAP (perfiles SCAP) o Lynis en Linux para medir el estado.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de cambios (RFC) y plantilla de gestión del cambio con plan de rollback.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Aplicar un CIS Benchmark con gestión del cambio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endureces una VM siguiendo un CIS Benchmark, controlando el proceso con gestión de configuración y del cambio.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la línea base actual. En la VM aislada, ejecuta un escaneo inicial (CIS-CAT Lite, OpenSCAP o Lynis) y guarda el porcentaje de cumplimiento y los hallazgos. Haz un snapshot.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 el benchmark y nivel. Descarga el CIS Benchmark de la plataforma y elige nivel (L1 para un servidor de propósito general). Justifica por qué L1 y no L2.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Abre un RFC. Registra el cambio: qué recomendaciones se aplicarán, riesgo, ventana, plan de pruebas y plan de rollback (restaurar snapshot). Simula la aprobación del CAB.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el hardening por lotes. Implementa un grupo de recomendaciones (p. ej. políticas de contraseña, desactivar servicios innecesarios, cerrar puertos, deshabilitar cuentas por defecto) con…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Reescanea y compara. Vuelve a medir el cumplimiento y confirma la mejora. Documenta qué recomendaciones no se aplicaron y por qué (excepciones justificadas).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la funcionalidad. Verifica que los servicios legítimos siguen operando. Si algo se rompe, ejecuta el rollback y ajusta la excepción: así se demuestra el valor de la gestión del cambio.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cuándo elegir CIS nivel L1 y cuándo L2 para tres tipos de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RFC completo (cambio, riesgo, ventana, pruebas, rollback) para desactivar SMBv1 en una flota.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tarea de Ansible/GPO que aplique tres recomendaciones de hardening y sea idempotente.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flujo de detección de drift: qué se escanea, cada cuánto y cómo se corrige.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cinco parches por riesgo (CVSS + explotación + exposición) y define su ventana.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una excepción de baseline justificada y su compensación (control alternativo).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entrega el paquete de hardening de una VM controlado por gestión del cambio, con evidencia de mejora y de control de drift.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medición de cumplimiento inicial y final contra un CIS Benchmark, con mejora demostrada.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hardening se aplicó de forma repetible (Ansible/GPO/DSC/IaC), no manual, y la baseline quedó versionada.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 un RFC con riesgo, ventana, pruebas y plan de rollback, más una lista de excepciones justificadas.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detectó y corrigió al menos un caso de configuration drift desde la fuente de verdad.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ciclo incluye gestión de parches con priorización por riesgo y ventana documentada (SP 800-40).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"Apliqué el benchmark y el sistema dejó de funcionar" — Endureciste sin probar. Usa snapshot, aplica por lotes y prueba funcionalidad antes de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"Cada servidor está configurado distinto" — Hardening manual = deriva. Aplica desde una fuente de verdad (IaC/GPO) idempotente.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"Instalamos todos los parches de golpe y algo se rompió" — Falta priorización y prueba. Prioriza por riesgo y valida en laboratorio antes del despliegue.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"Cambié la config a mano y nadie se enteró" — Sin gestión del cambio hay drift invisible. Todo cambio pasa por RFC y queda registrado.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benchmark exige algo que rompe una app crítica" — No fuerces L2 donde no toca. Documenta una excepción con control compensatorio y aprueba el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"Medimos cumplimiento una vez al año" — El cumplimiento se degrada. Implementa monitoreo continuo (SP 800-137) para vigilar la baseline.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¿CIS Benchmark nivel 1 o nivel 2?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L1 aplica controles prudentes que rara vez rompen funcionalidad y sirve como base para casi todo. L2 añade defensa en profundidad para entornos sensibles, a costa de posibles impactos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aplicar todas las recomendaciones del benchmark?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a ciegas. Cada recomendación se evalúa contra tu contexto; las que rompan operaciones legítimas se gestionan como excepción documentada con un control compensatorio, no se ignoran en silencio.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la deriva de configuración?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Definiendo la configuración como código (IaC/GPO/DSC) desde una fuente de verdad, aplicándola de forma idempotente y verificando continuamente con un escáner. Cuando aparece drift, se reaplica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¿Parchear rápido o parchear seguro?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🏢 En la empresa: gestión de parches con Microsoft WSUS/SCCM (MECM), Intune o Ansible; verificación de baselines con CIS-CAT y benchmarks CIS.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CompTIA. Security+ (SY0-701) Exam Objectives — dominio Security Operations.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Chapple, Stewart &amp; Gibson. (ISC)² CISSP Official Study Guide, 9.ª ed., Sybex — Security Operations.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CIS. CIS Benchmarks y CIS-CAT — cisecurity.org/cis-benchmarks.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NIST. Guide to Enterprise Patch Management Planning — SP 800-40 Rev.4.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NIST. Information Security Continuous Monitoring (ISCM) — SP 800-137.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d59f1b3fda1f9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15903"/>
            <a:ext cx="8229600" cy="8662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