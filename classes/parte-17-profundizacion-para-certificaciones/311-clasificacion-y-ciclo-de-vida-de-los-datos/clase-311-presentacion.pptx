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311 — Clasificación y ciclo de vida de los datos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una organización identifica, valora y clasifica sus activos de información,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cómo gobierna cada dato a lo largo de su ciclo de vida (creación → uso → archivo →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destrucción). Al terminar sabrás diseñar un esquema de clasificación, asignar los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datos (propietario, custodio, procesador) y aplicar etiquetado y manejo coherentes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marcos como CISSP Asset Security, NIST SP 800-60 e ISO/IEC 27001 Anexo A.8.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clasificación (confidencialidad) de categorización (impacto FIPS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un esquema de niveles adaptado a una organización (comercial y gubernamental).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Asignar los roles de datos y sus responsabilidades sin solapamientos.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Trazar las siete fases del ciclo de vida del dato y los controles de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una guía de etiquetado y manejo (labeling &amp; handling)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la clasificación con requisitos legales (GDPR, HIPAA, PCI DSS).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Valor del activo de información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Esquemas de clasificación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Categorización por impacto (FIPS 199 / 200)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Roles de datos (owner, custodian, processor)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Ciclo de vida del dato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Etiquetado y marcado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Datos en reposo, tránsito y uso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Clasificar sirve para aplicar decisiones proporcionales durante creación, uso, intercambio, archivo y eliminación.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archivo cambia de dueño y conserva etiqueta antigua; se revisan evento, autoridad y propagación.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Clasificación de datos: proceso de asignar una etiqueta de sensibilidad (p. ej.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Confidencial) según el daño que causaría su divulgación. Característica clave: se basa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confidencialidad y la decide el propietario del dato.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Categorización de seguridad: en el mundo federal EE. UU., asignar niveles de impacto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bajo/moderado/alto a confidencialidad, integridad y disponibilidad (FIPS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Característica: alimenta la selección de líneas base de NIST SP 800-53.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owner (propietario): rol de negocio, normalmente directivo, responsable último 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es una clase de gobierno (GRC): el "laboratorio" es de diseño documental, no de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(Excel, Google Sheets o LibreOffice Calc) para el inventario y la matriz.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referencia: NIST SP 800-60 Vol. II (mapeo de tipos de información) e ISO 27001 A.8.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una herramienta de descubrimiento/clasificación para ver el concepto en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práctica (Microsoft Purview Information Protection, AWS Macie o el open source Apache Tika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extracción de metadatos). Úsalas solo sobre datos de prueba propios.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Diseñar un esquema y una política de clasificación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Trabajarás sobre una empresa ficticia, "NovaSalud", clínica con datos clínicos y de pago.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activos. Crea una hoja con columnas: Activo, Tipo de dato,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Ubicación, Formato, Propietario, Volumen. Registra al menos 8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(historias clínicas, nómina, tarjetas de pago, marketing, código fuente,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esquema de clasificación. Propón 4 niveles comerciales: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Público, Interno, Confidencial, Restringido. Para cada uno documenta: criterio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asignación, ejemplos, impacto de una fuga y controles mínimos.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10 tipos de dato reales de tu organización o de un caso conocido y justifica cada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propietario y custodio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FIPS 199 a un sistema de reservas de hotel: asigna impacto C-I-A y su categoría.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"Manejo" para el nivel Restringido: transmisión, almacenamiento, impresión y descarte.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 de reclasificación: ¿cuándo un dato Confidencial pasa a Público? Da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matriz que cruce nivel de clasificación × estado del dato (reposo/tránsito/uso) con el control exigido en cada celda.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Política de Clasificación de Datos de 2–3 páginas para NovaSalud que incluya: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esquema de 4 niveles con criterios, tabla de roles (owner/custodian/processor), guía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etiquetado y manejo por nivel, y el ciclo de vida con controles por fase.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externo, leyendo solo tu política, puede clasificar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correctamente 5 activos nuevos que no estaban en el inventario y decir qué controles aplicarles,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hacerte ninguna pregunta adicional.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"Todo es Confidencial" — Sobreclasificación: encarece controles y erosiona la etiqueta. Reserva los niveles altos para daño real y alto.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 TI decide la clasificación — Confusión de roles: clasifica el propietario de negocio; TI es custodio. Reasigna.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Niveles sin criterios objetivos — Etiquetas sin definición → inconsistencia. Documenta criterio y ejemplos por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clasifica el dato pero no se etiqueta — Sin marcado, la política no se aplica en la práctica. Añade guía de etiquetado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agregación — Datos benignos agregados revelan lo sensible. Añade regla de agregación al esquema.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la fase de destrucción — Datos "muertos" siguen siendo pasivo de riesgo. Enlaza con retención y sanitización (clase 312).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¿Cuántos niveles de clasificación debe tener una empresa?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número mágico, pero 3–4 suele bastar en el mundo comercial. Demasiados niveles generan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confusión; muy pocos no discriminan el riesgo. El gobierno usa Unclassified/Confidential/Secret/Top Secret.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¿Clasificación e categorización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clasificación se centra en confidencialidad (¿qué daño causa la divulgación?).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categorización (FIPS 199) valora impacto en C-I-A para elegir líneas base de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es responsable si un dato mal clasificado se filtra?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— CISSP Official Study Guide, 9.ª ed., Dominio 2 Asset Security (Wiley/Sybex).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199 — Standards for Security Categorization of Federal Information and Information Systems. &lt;https://csrc.nist.gov/pubs/fips/199/final&gt;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800-60 Rev. 1 — Guide for Mapping Types of Information and Systems to Security Categories. &lt;https://csrc.nist.gov/pubs/sp/800/60/v1/r1/final&gt;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27001:2022, Anexo A.8 Asset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 5 — familia de controles, para líneas base derivadas de la categorización.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f933fd7e72a9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70575"/>
            <a:ext cx="8229600" cy="956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