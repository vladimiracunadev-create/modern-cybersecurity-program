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319 — Análisis avanzado de phishing y correo malicioso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correos sospechosos como lo hace un analista SOC: leer cabeceras, verificar autenticación SPF/DKIM/DMARC, examinar URLs y adjuntos de forma segura, hacer triaje por indicadores y ejecutar la…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cabeceras de correo (Received, Return-Path, Authentication-Results, Message-ID) para reconstruir la ruta y detectar suplantación.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los resultados de SPF, DKIM y DMARC y explicar por qué un mensaje puede "pasar" SPF pero seguir siendo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URLs (defanging, redirecciones, homoglyphs) y adjuntos (hash, sandbox, análisis estático) sin ejecutarlos peligrosamente.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Triar correos por severidad y clasificar el tipo (spear phishing, BEC, credential harvesting, malware).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playbook de respuesta: contención, purga multi-buzón, bloqueo de IOCs y reporte.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Anatomía de un correo y sus cabeceras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SPF, DKIM, DMARC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Spoofing vs impersonation vs lookalike domains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Análisis de URLs (defanging, sandbox de URL)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Análisis de adjuntos (hash, static, sandbox)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Tipos: phishing, spear, whaling, BEC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Triaje e IOCs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Modelo mental y caso de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análisis conserva mensaje original, cabeceras, autenticación, URLs, adjuntos y contexto antes de atribuir intención.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razonado. SPF pasa porque el atacante usa dominio propio; autenticación de dominio no significa legitimidad.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 complementario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Información cuya procedencia y relación con un criterio pueden revisarse.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Supuesto — Condición declarada de la que depende una conclusión.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después del tratamiento.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explica el diagrama, resuelve el caso con evidencia, declara límites y puede defender por qué su decisión cambia si cambia un supuesto.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Cabeceras de correo: metadatos del mensaje. Received (saltos MTA, se leen de abajo hacia arriba), Return-Path (dónde rebotan), Authentication-Results (veredicto SPF/DKIM/DMARC), Message-ID.…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SPF (Sender Policy Framework): registro DNS TXT que lista qué IPs pueden enviar por un dominio. Verifica el envelope-from (Return-Path). Característica clave: valida IP de envío, no el "De:" visible…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DKIM (DomainKeys Identified Mail): firma criptográfica de partes del mensaje verificable con clave pública en DNS. Característica clave: prueba integridad y que el dominio firmante autorizó el envío.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DMARC: política que alinea el dominio del "De:" visible con SPF y/o DKIM e indica qué hacer si falla (none/quarantine/reject), más reportes. Característica clave: cierra el hueco de SPF/DKIM 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Defanging: neutralizar un IOC para compartirlo sin riesgo de clic accidental: hxxp://malo[.]com, 1.2.3[.]4. Característica clave: seguridad al documentar.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Homoglyph / lookalike domain: dominio visualmente similar (paypa1.com, rnicrosoft.com, IDN con cirílico). Característica clave: engaña la lectura rápida; se detecta con punycode/whois.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BEC (Business Email Compromise): fraude sin malware que suplanta a un ejecutivo/proveedor para desviar pagos. Característica clave: alto impacto financiero, a menudo sin enlaces ni adjuntos, difícil…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 aislado para análisis seguro: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 aislada (VirtualBox/Hyper-V, red host-only o sin red) para detonar adjuntos.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cabeceras: Google Admin Toolbox Messageheader o MXToolbox; visor de .eml/.msg.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URLs/archivos: VirusTotal, URLScan.io, Any.Run o [Joe Sandbox] para detonación en sandbox.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Hashing: sha256sum / Get-FileHash para huella del adjunto (comparte el hash, no el archivo).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Inspección de DNS: dig TXT dominio para leer SPF/DMARC; nslookup.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Extracción: oletools (olevba) para macros de Office, pdfid/pdf-parser para PDFs, CyberChef para decodificar/defang.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Análisis y triaje de un correo sospechoso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analizarás un correo de phishing de muestra de laboratorio de punta a punta y producirás un informe de triaje con IOCs y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Obtén la muestra en crudo. Descarga el .eml/.msg (muestra de laboratorio, p. ej. de PhishTank o un ejercicio BTL1). Ábrelo como texto, no en el cliente de correo.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cabeceras. Pega las cabeceras en Messageheader. Reconstruye los saltos Received (de abajo hacia arriba), identifica la IP de origen real y compara From: visible vs Return-Path.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autenticación. Lee Authentication-Results: ¿SPF pass/fail? ¿DKIM pass/fail? ¿DMARC alineado? Confirma consultando dig TXT dominio y dig TXT dmarc.dominio.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el remitente. Revisa si es spoofing (SPF fail), dominio lookalike (compara letra por letra, convierte IDN a punycode) o cuenta legítima comprometida.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URLs sin hacer clic. Extrae los enlaces del cuerpo, defang (hxxp://…[.]…), síguelos en URLScan.io/VirusTotal y observa redirecciones y la página final (¿formulario de credenciales?).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el adjunto (en VM aislada). Calcula su SHA-256, búscalo en VirusTotal. Si es Office, ejecuta olevba para ver macros; si es PDF, pdfid. Detona en sandbox (Any.Run) solo si es muestra…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Dadas unas cabeceras, indica la IP de origen real y si el From: fue suplantado.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un caso donde SPF pasa pero DMARC falla, y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tres URLs y dos IPs a formato defanged y decodifica una URL con parámetros en Base64 usando CyberChef.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microsoft.com con tres dominios lookalike y detéctalos vía punycode.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playbook de respuesta a un BEC que solicita un cambio de datos bancarios a un proveedor.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los IOCs de una muestra y escríbelos en una tabla lista para importar a un bloqueo.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entrega el informe de análisis completo de un correo de phishing de muestra, con veredicto justificado, tabla de IOCs defanged y plan de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determina la IP/origen real desde las cabeceras y se contrasta From: vs Return-Path.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interpretan correctamente SPF, DKIM y DMARC (incluyendo el caso "SPF pass pero DMARC fail").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Todos los IOCs se presentan defanged; ningún enlace vivo en el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plan de respuesta incluye contención (purga), bloqueo de IOCs y acción sobre usuarios afectados.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análisis de adjunto/URL se hizo en entorno aislado (queda documentado).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"SPF pasó, así que es legítimo" — SPF valida el envelope-from, no el From: visible. Verifica alineación DMARC antes de concluir.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"Abrí el adjunto para ver qué era" — Detonación en el equipo real. Usa siempre VM aislada o sandbox; comparte hash, no el archivo.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"Pegué la URL viva en el informe" — Riesgo de clic accidental. Defang todos los IOCs (hxxp, [.]).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"Leí los Received de arriba hacia abajo" — Se leen de abajo hacia arriba: el salto inferior es el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"Confundo dominio real con lookalike" — Homoglyphs/IDN. Convierte a punycode y compara carácter por carácter.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"Purgué solo mi buzón" — El correo llegó a muchos. Haz búsqueda y purga multi-buzón por Message-ID/asunto.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Si DMARC está en p=reject, ¿ya no necesito analizar correos?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DMARC reduce el spoofing del propio dominio, pero no detiene lookalike domains, cuentas legítimas comprometidas ni BEC desde dominios externos. El análisis manual sigue siendo necesario.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un correo puede pasar SPF y aun así ser phishing?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SPF valida la IP frente al dominio del Return-Path, que el atacante controla. Si envía desde un dominio propio con SPF válido pero falsifica el From: visible, SPF pasa; solo DMARC (alineación)…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¿VirusTotal es seguro para cualquier adjunto?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Cuidado: lo que subes queda disponible para otros suscriptores. Si el archivo puede contener datos confidenciales, busca por hash en vez de subir el archivo.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lo primero en un triaje?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Blue Team. BTL1 — Phishing Analysis — securityblue.team.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7208 (SPF), RFC 6376 (DKIM), RFC 7489 (DMARC) — datatracker.ietf.org.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M3AAWG. Best Practices y DMARC.org — dmarc.org.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CISA. Avoiding Social Engineering and Phishing Attacks — cisa.gov.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CompTIA. Security+ SY0-701 Objectives — dominio de amenazas y ataques.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ffc711a88266f2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0991"/>
            <a:ext cx="8229600" cy="8360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