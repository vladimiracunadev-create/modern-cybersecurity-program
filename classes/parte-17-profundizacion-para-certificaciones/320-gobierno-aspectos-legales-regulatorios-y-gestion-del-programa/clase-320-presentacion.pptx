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320 — Gobierno, aspectos legales/regulatorios y gestión del programa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el programa entendiendo cómo se gobierna la seguridad: alinear el programa con los objetivos del negocio, elegir marcos de control, cumplir leyes y regulaciones, y gestionar el programa con…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gobierno, gestión y operación de seguridad, y ubicar el rol del CISO y del comité de riesgos.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marcos (NIST CSF, ISO/IEC 27001, NIST SP 800-53, CIS Controls, COBIT) y elegir según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obligaciones legales y regulatorias comunes (GDPR, HIPAA, PCI DSS, SOX, LGPD) a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la jerarquía documental: política, estándar, procedimiento y guía (baseline).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el programa con KPIs/KRIs y ubicarlo en un modelo de madurez.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Gobierno vs gestión vs operación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Roles y responsabilidades (RACI, CISO, dueños de datos)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Marcos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Leyes y regulaciones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Debida diligencia vs debido cuidado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Jerarquía documental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Gestión de riesgos y apetito de riesgo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obligación se determina por jurisdicción, entidad, dato y evento; el equipo técnico preserva hechos y coordina asesoría competente.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plazo de notificación varía por régimen. Se evita prometer una regla universal y se activa la matriz jurídica.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Gobierno de seguridad: dirección estratégica que alinea la seguridad con los objetivos del negocio, define apetito de riesgo y asigna responsabilidad. Característica clave: responde qué y por qué…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Debido cuidado (due care) y debida diligencia (due diligence): due care es actuar como una persona prudente lo haría (implementar controles); due diligence es investigar y validar continuamente que…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Marco de control: estructura de referencia. NIST CSF (Identificar/Proteger/Detectar/Responder/Recuperar/Gobernar), ISO/IEC 27001 (SGSI certificable), NIST SP 800-53 (catálogo de controles), CIS…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/ estándar / procedimiento / guía: la política es mandatoria y de alto nivel; el estándar fija requisitos obligatorios (p. ej. cifrado AES-256); el procedimiento son pasos operativos;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Regulación vs marco: una regulación (GDPR, HIPAA, PCI DSS, SOX, LGPD) es de cumplimiento obligatorio con sanciones; un marco es voluntario/estructural. Característica clave: el incumplimiento…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y tolerancia al riesgo: nivel de riesgo que la organización está dispuesta a aceptar para lograr objetivos. Característica clave: guía qué se remedia, transfiere, mitiga o acepta.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vs KRI: un KPI mide desempeño (p. ej. % de parches en SLA); un KRI es un indicador anticipado de riesgo (p. ej. nº de cuentas privilegiadas sin MFA). Característica clave: KPIs miran el pasado…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GRC; el "entorno" es documental y de mapeo: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Plantillas de política (SANS Security Policy Templates) como punto de partida —adáptalas, no las copies literalmente.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mapeo control ↔ marco ↔ regulación y para el RACI.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CSF 2.0 y CIS Controls v8 (descargables gratis) como marcos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de diagrama para el organigrama de gobierno y el flujo de aprobación de políticas.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riesgos (risk register) en formato tabla: riesgo, dueño, probabilidad, impacto, tratamiento, estado.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Redactar una política y mapearla a marcos y regulación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redactarás una política de seguridad de una organización ficticia y la conectarás con marcos, regulación y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contexto. Elige una organización ficticia (p. ej. clínica que procesa datos de salud y pagos con tarjeta). Identifica qué regulaciones aplican (HIPAA por salud, PCI DSS por tarjetas…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Establece el gobierno. Dibuja el organigrama: junta directiva → CISO → equipos. Define un RACI para "aprobación de políticas" y "respuesta a incidentes".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la política madre. Una Política de Seguridad de la Información de alto nivel: propósito, alcance, roles, principios (CIA), cumplimiento y sanciones, y quién la aprueba/revisa (cadencia anual).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Deriva la jerarquía. Para un tema (p. ej. control de acceso), escribe: la política (declaración), un estándar (MFA obligatorio para accesos privilegiados), un procedimiento (pasos de alta/baja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un marco base. Selecciona NIST CSF 2.0 o ISO 27001 y justifica por qué encaja con el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controles. En la hoja de cálculo, cruza: requisito de la política → función/control del marco (p. ej. CSF PR.AA) → requisito regulatorio (p. ej. PCI DSS 8.x, HIPAA §164.312). Marca cobertura y…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cinco enunciados como política, estándar, procedimiento o guía y corrige los mal ubicados.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tres controles a NIST CSF 2.0 y al artículo/requisito correspondiente de una regulación.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caso la diferencia entre due care y due diligence y cómo cada una reduce responsabilidad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RACI para el proceso de gestión de cambios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dos KRIs con umbral que anticipen un incidente de accesos.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Sitúa un programa descrito en un nivel CMMI y justifica el diagnóstico.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paquete de gobierno de una organización ficticia: política madre + jerarquía documental de un dominio + matriz de mapeo (marco ↔ regulación) + registro de riesgos + cuadro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política madre incluye propósito, alcance, roles, cumplimiento, sanciones y cadencia de revisión con aprobador identificado.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distinguen correctamente política, estándar, procedimiento y guía para el dominio elegido.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mapeo conecta cada requisito con un control de marco y un requisito regulatorio aplicable, señalando huecos.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registro de riesgos usa probabilidad × impacto, dueño y tratamiento coherente con el apetito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al menos 3 KPIs y 2 KRIs con umbral y frecuencia, más una evaluación de madurez con acción de mejora.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política tiene pasos operativos detallados" — Confusión de niveles. La política es de alto nivel; los pasos van en el procedimiento.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"Elijo un solo marco y descarto el resto" — Los marcos se combinan. Usa CSF/ISO como estructura y CIS/800-53 para controles concretos.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"Cumplo el marco, luego cumplo la ley" — Marco ≠ regulación. Mapea explícitamente cada obligación legal; un marco no garantiza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"Reporto solo KPIs" — Los KPIs miran atrás. Añade KRIs para anticipar riesgo antes de que se materialice.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"Nadie aprueba ni revisa las políticas" — Sin dueño ni cadencia, la política queda obsoleta. Asigna aprobador y revisión 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"Mido madurez por número de controles" — La madurez es repetibilidad y medición del proceso, no cantidad de controles.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entre gobierno y gestión?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gobierno fija la dirección, el apetito de riesgo y la rendición de cuentas (nivel junta/CISO); la gestión ejecuta esa dirección con procesos y controles. Gobierno decide qué y por qué; gestión…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¿ISO 27001 o NIST CSF?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 27001 es certificable y orientado a un SGSI auditable por terceros; NIST CSF 2.0 es flexible y basado en resultados/funciones. Muchas organizaciones usan CSF para comunicar postura y 27001/800-53…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más importante, cumplir la regulación o reducir riesgo?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Ambos, pero no son lo mismo: el cumplimiento es un piso mínimo obligatorio; la gestión de riesgo puede exigir más. Un programa maduro cumple la ley y trata el riesgo residual según su apetito.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revisan las políticas?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Dominio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Cybersecurity Framework (CSF) 2.0 — nist.gov/cyberframework.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 — Information security management systems.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Security and Privacy Controls — SP 800-53 Rev.5.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v8 — cisecurity.org/controls.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c91210116d31c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19776"/>
            <a:ext cx="8229600" cy="8585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