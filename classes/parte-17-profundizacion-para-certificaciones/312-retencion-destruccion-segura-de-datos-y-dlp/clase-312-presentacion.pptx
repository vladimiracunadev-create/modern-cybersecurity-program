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312 — Retención, destrucción segura de datos y DLP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gobernar el final del ciclo de vida del dato: definir cuánto tiempo se conserva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información (retención), cómo se elimina de forma verificable (sanitización según NIST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 800-88) y cómo se evita su fuga durante el uso mediante DLP (Data Loss Prevention).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clase conecta la clasificación de la 311 con controles defensivos concretos que exigen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CISSP (Asset Security) y CompTIA Security+.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cronograma de retención alineado a requisitos legales y de 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el método de sanitización correcto (Clear/Purge/Destroy) según medio e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borrado lógico, formateo, sobrescritura, criptoborrado y destrucción física.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flujo de DLP en los tres estados del dato (reposo, tránsito, uso/endpoint).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un certificado de destrucción con evidencia auditable.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Evitar los fallos típicos: datos remanentes, SSD mal borrados, retención indefinida.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Políticas de retención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Data remanence (remanencia)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Modelo Clear / Purge / Destroy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Sanitización por tipo de medio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Criptoborrado (crypto-erase)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DLP: descubrimiento y prevención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Certificados y cadena de custodia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Modelo mental y caso de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Retención equilibra obligación, necesidad y minimización; DLP observa canales pero no comprende por sí solo propósito.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Caso razonado. Un backup impide cumplir eliminación inmediata; se documenta expiración y acceso restringido en vez de prometer borrado inexistente.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 complementario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Información cuya procedencia y relación con un criterio pueden revisarse.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Supuesto — Condición declarada de la que depende una conclusión.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después del tratamiento.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explica el diagrama, resuelve el caso con evidencia, declara límites y puede defender por qué su decisión cambia si cambia un supuesto.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Retención de datos: período durante el cual la organización conserva un tipo de dato,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fijado por ley, contrato o necesidad de negocio. Característica: define también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eliminación obligatoria al vencer el plazo.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remanence: información residual que persiste tras un borrado aparente. Es la razón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la que "vaciar la papelera" o formatear no equivale a sanitizar.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Clear (limpiar): técnicas lógicas (sobrescritura, reset) que impiden la recuperación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estándar. Adecuado para reutilización interna, impacto bajo.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800-88 Rev. 1 y su Apéndice A (tabla de sanitización por medio) como referencia guía.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Utilidades de sanitización (solo sobre medios propios de prueba): hdparm --security-erase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(ATA Secure Erase en Linux), blkdiscard (TRIM en SSD), nvme format (NVMe), la utilidad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desmagnetización del fabricante. Nunca las ejecutes sobre datos que no quieras perder.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el ejercicio de DLP: una consola de referencia (Microsoft Purview DLP, Forcepoint o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concepto de reglas por patrón, p. ej. expresiones regulares para tarjetas de pago).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el cronograma de retención y el registro de destrucción.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Diseñar retención, sanitización y un flujo DLP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Continúas con la clínica "NovaSalud" de la clase 311.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Cronograma de retención. Crea una tabla con columnas: Tipo de dato, Base legal,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Período de retención, Acción al vencer, Responsable. Incluye al menos: historia clínica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(según ley sanitaria local), datos de tarjeta (PCI DSS: no almacenar el CVV, minimizar PAN),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logs de seguridad, correos y nómina.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Árbol de decisión de sanitización. Diseña un diagrama: dado (medio + nivel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clasificación + destino del medio) → elige Clear, Purge o Destroy usando la tabla de NIST 800-88.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cronograma de retención de 8 tipos de dato con su base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5 escenarios (medio + destino + clasificación), indica Clear/Purge/Destroy y la técnica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Explica, con la arquitectura flash, por qué el criptoborrado supera a la sobrescritura en SSD.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3 reglas DLP (una por estado) con su patrón de detección y su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procedimiento de retirada de un servidor: desde la baja lógica hasta el certificado.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incidente: una copia de seguridad en la nube conserva datos que se "borraron" en producción. ¿Qué falló y cómo lo corriges?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Procedimiento de Retención y Destrucción Segura que incluya: cronograma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retención con base legal, árbol de decisión de sanitización basado en NIST 800-88, plantilla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certificado de destrucción y tres reglas DLP documentadas (reposo/tránsito/uso).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dado un lote de 4 medios distintos (HDD interno, SSD donado, cinta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backup, teléfono corporativo) con clasificaciones dadas, tu procedimiento permite a un técnico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elegir el método correcto, ejecutarlo y emitir el certificado sin consultar otra fuente.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"Formateé el disco, ya está limpio" — El formateo no elimina datos: hay remanencia. Aplica Clear/Purge/Destroy según NIST 800-88.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Sobrescribir un SSD "7 veces" — La FTL deja bloques fuera de alcance. Usa Secure Erase de firmware o criptoborrado.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Retención "para siempre" — Guardar de más aumenta superficie legal y de fuga. Fija plazos y elimina al vencer.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DLP en modo bloqueo total desde el día 1 — Genera falsos positivos y shadow IT. Empieza en modo auditoría y ajusta.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Destruir el medio sin registro — Sin certificado no hay prueba ante auditoría. Emite y archiva el certificado.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Olvidar backups y snapshots — El dato "borrado" sobrevive en réplicas. Incluye copias y nube en el alcance de retención.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¿Cuántas pasadas de sobrescritura necesito en un disco moderno?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HDD actuales, una sola pasada verificada basta según NIST SP 800-88; el mito de las 7 o 35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pasadas (Gutmann) aplicaba a tecnologías antiguas. En SSD, la sobrescritura no es el método correcto.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reutilizar el criptoborrado en la nube?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Sí. Si el proveedor cifra por defecto y tú controlas la clave, destruir la clave (crypto-shred)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inutiliza el dato. Verifica que no queden copias con otras claves (snapshots antiguos).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¿DLP reemplaza al cifrado o al control de acceso?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800-88 Rev. 1 — Guidelines for Media Sanitization. &lt;https://csrc.nist.gov/pubs/sp/800/88/r1/final&gt;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— CISSP Official Study Guide, 9.ª ed., Dominio 2 Asset Security.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PCI DSS v4.0 — Requisito 3 (protección de datos de titular de tarjeta almacenados). &lt;https://www.pcisecuritystandards.org/&gt;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CompTIA — Security+ SY0-701 Exam Objectives, dominio de operaciones de seguridad (data handling).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27040 — Storage security (orientación sobre sanitización de almacenamiento).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523967468e024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8147"/>
            <a:ext cx="8229600" cy="8217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