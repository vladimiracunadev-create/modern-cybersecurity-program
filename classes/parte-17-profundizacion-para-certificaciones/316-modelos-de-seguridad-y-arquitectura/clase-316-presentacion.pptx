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316 — Modelos de seguridad y arquitectura (Bell-LaPadula, Biba, Clark-Wilson)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los modelos formales de seguridad que fundamentan la arquitectura de sistemas confiables y traducir sus propiedades (confidencialidad, integridad, separación) a decisiones de diseño reales.…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las propiedades formales de Bell-LaPadula (ss-property, -property, ds-property) y Biba (simple/star integrity) sin confundir su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el modelo adecuado según el objetivo protegido (confidencialidad vs integridad vs conflicto de interés).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los componentes de una TCB: monitor de referencia, kernel de seguridad y sus propiedades (aislamiento, completitud, verificabilidad).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anillos de protección, modos de CPU y frontera de confianza con la superficie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matriz de control de acceso multinivel que respete un modelo formal elegido.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Máquina de estados y modelo de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Bell-LaPadula (BLP) — confidencialidad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Biba — integridad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Clark-Wilson — integridad comercial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Brewer-Nash (Muralla China)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TCB, monitor de referencia y kernel de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Anillos de protección y modos de ejecución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modelos formales explican propiedades bajo supuestos; arquitectura combina sujetos, objetos, flujos y fronteras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Bell-LaPadula protege confidencialidad pero no resuelve integridad operacional; se combinan controles.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de máquina de estados (state machine model): representa el sistema como estados y transiciones; es seguro si siempre parte de un estado seguro y toda transición conduce a otro estado seguro.…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Bell-LaPadula: modelo de confidencialidad con etiquetas de sensibilidad. Propiedad de seguridad simple (ss): un sujeto no puede leer un objeto de nivel superior (no read up). Propiedad estrella (\)…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Biba: modelo de integridad, dual de BLP. Simple integrity: no read down (no leer de nivel de integridad menor). \ integrity: no write up (no escribir a nivel mayor). Característica clave: evita…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Clark-Wilson: integridad comercial mediante transacciones bien formadas. Usa CDI (Constrained Data Items), UDI (Unconstrained Data Items), TP (Transformation Procedures) e IVP (Integrity Verification…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Brewer-Nash (Muralla China): control de acceso dinámico que cambia según el historial de accesos del sujeto para evitar conflictos de interés. Característica clave: lo permitido depende de lo ya…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TCB (Trusted Computing Base): conjunto de hardware, firmware y software que hace cumplir la política de seguridad. Característica clave: todo lo confiable vive dentro de la frontera de confianza…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Monitor de referencia: concepto abstracto que media todo acceso de sujetos a objetos. Debe ser: a prueba de manipulación (tamperproof), siempre invocado (non-bypassable) y suficientemente pequeño…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es una clase conceptual; el "entorno" es de análisis y modelado: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Editor de diagramas: draw.io / diagrams.net o Mermaid para dibujar retículos de niveles y flujos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(LibreOffice Calc / Excel) para construir matrices de acceso sujeto × objeto.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SELinux o AppArmor en una VM Linux aislada para observar MAC real: sestatus, seinfo, ls -Z muestran etiquetas tipo Bell-LaPadula/Biba en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 de referencia: ten a mano el mapa de dominios CISSP (dominio 3) para ubicar cada modelo.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Diseñar una matriz de acceso multinivel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modelarás un sistema de gestión documental de una agencia con cuatro niveles de sensibilidad y verificarás que cumple Bell-LaPadula.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retículo de niveles. De menor a mayor: Público &lt; Interno &lt; Confidencial &lt; Secreto. Documenta la relación de dominancia (cada nivel domina a los inferiores).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sujetos y su clearance. Ejemplo: Ana=Secreto, Beto=Confidencial, Carla=Interno, ServicioWeb=Público.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objetos y su clasificación. planestrategico=Secreto, informefinanzas=Confidencial, manualrrhh=Interno, webcorp=Público.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ss-property (no read up). Construye la matriz de lectura: marca ✔ solo si clearance(sujeto) ≥ clasificacion(objeto). Verifica que Beto NO puede leer planestrategico.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\-property (no write down). Construye la matriz de escritura: marca ✔ solo si clearance(sujeto) ≤ clasificacion(objeto). Verifica que Ana (Secreto) NO puede escribir en webcorp (Público)…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"tranquility principle". Anota qué pasa si Beto es promovido a Secreto a mitad de sesión (strong vs weak tranquility) y por qué reetiquetar en caliente es riesgoso.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retículo de niveles de una empresa con las categorías TLP:CLEAR/GREEN/AMBER/RED y clasifica 5 documentos reales de tu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Dado un sujeto Confidencial y un objeto Secreto, indica qué operaciones permite BLP y cuáles Biba, y explica la diferencia.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 con Clark-Wilson un flujo de "solicitud → aprobación → pago" identificando CDI, UDI, TP e IVP.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caso de consultoría por qué Brewer-Nash es dinámico y BLP estático.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las tres propiedades del monitor de referencia y da un ejemplo de fallo real por incumplir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 por qué reducir la TCB mejora la verificabilidad, usando el kernel monolítico vs microkernel como ejemplo.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una matriz de acceso multinivel (lectura + escritura) para un sistema de 4 niveles y 4 sujetos que cumpla Bell-LaPadula, más una segunda versión Biba del mismo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Ninguna celda de lectura viola no read up y ninguna de escritura viola no write down en la versión BLP.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versión Biba invierte correctamente ambas reglas.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identifica explícitamente qué propiedad de seguridad protege cada versión.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Incluye al menos un TP con separación de deberes documentada (Clark-Wilson).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"Confundo la dirección de BLP y Biba" — Regla mnemónica: BLP protege Confidencialidad → no read up; Biba protege Integridad → no read down. Son duales.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"Creo que BLP protege integridad" — BLP solo protege confidencialidad; permite escribir hacia arriba, lo que degrada integridad. Usa Biba o Clark-Wilson para integridad.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"Aplico Clark-Wilson pero dejo acceso directo a los datos" — El modelo exige acceso solo vía TP certificados; el acceso directo a CDI rompe el modelo.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"Pongo todo el SO dentro de la TCB" — Inflar la TCB la hace inverificable. Minimiza lo confiable; deja fuera lo que no impone política.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"Reetiqueto niveles en caliente sin control" — Viola el principio de tranquilidad; puede crear un canal encubierto. Documenta strong/weak tranquility.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BLP permite "escribir arriba" (blind write)?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su único objetivo es la confidencialidad: escribir a un nivel superior no revela secretos hacia abajo. El problema es que puede corromper datos de mayor sensibilidad, por eso BLP no sirve 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¿Clark-Wilson reemplaza a Biba?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exactamente. Biba es un modelo de retícula orientado a flujo de información; Clark-Wilson es un modelo aplicado y práctico para entornos comerciales que añade transacciones bien formadas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veo estos modelos en tecnología real?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SELinux y AppArmor implementan MAC inspirado en BLP/Biba mediante etiquetas de tipo; los hipervisores y TPM materializan la idea de TCB; los anillos 0–3 de x86 y los modos EL0–EL3 de ARM implementan…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monitor de referencia y kernel de seguridad?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Chapple, Stewart &amp; Gibson. (ISC)² CISSP Official Study Guide, 9.ª ed., Sybex — Dominio 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Bell, D. E. &amp; LaPadula, L. J. Secure Computer Systems: Mathematical Foundations (MITRE, 1973).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Clark, D. &amp; Wilson, D. A Comparison of Commercial and Military Computer Security Policies (IEEE S&amp;P, 1987).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An Introduction to Information Security — SP 800-12 Rev.1.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Proyecto SELinux — selinuxproject.org.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372b3990f48ac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7848"/>
            <a:ext cx="8229599" cy="8623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