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327 — Ingeniería de detección avanzada y validación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la detección de amenazas en una disciplina de ingeniería: tratar las reglas como código (detection-as-code), gestionar su ciclo de vida completo, validarlas con emulación de adversario…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de vida de una detección: hipótesis → desarrollo → prueba → despliegue → mantenimiento → retiro.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reglas portables en Sigma y traducirlas a la sintaxis del SIEM (EQL, KQL, SPL).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las detecciones como código: versionado en Git, revisión por pares y CI.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una detección ejecutando la técnica correspondiente con Atomic Red 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Reducir falsos positivos mediante afinado, allowlisting y contexto, midiendo el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métricas de detección (cobertura ATT&amp;CK, tasa de FP, MTTD) para dirigir la mejora.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Detection-as-code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de vida de una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Sigma como formato portable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Traducción a EQL/KQL/SPL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Validación con Atomic Red Team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Reducción de falsos positivos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Métricas de detección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detección vive: hipótesis, datos, lógica, pruebas, despliegue, métricas y mantenimiento frente a deriva.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La regla pasa un ejemplo pero no variantes. Se añade corpus positivo y negativo.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Detection-as-code: práctica de gestionar reglas de detección con las herramientas del desarrollo de software (Git, revisión, CI/CD, pruebas). Característica clave: trazabilidad y reproducibilidad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Sigma: formato abierto en YAML para escribir reglas de detección independientes del SIEM. Característica clave: se traduce a EQL, SPL, KQL, etc. con sigma-cli/pySigma.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EQL (Event Query Language): lenguaje de Elastic para expresar detecciones basadas en secuencias de eventos. Característica clave: potente para correlacionar eventos ordenados en el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Team: biblioteca de pruebas atómicas que emulan técnicas ATT&amp;CK de forma pequeña y controlada. Característica clave: valida cada detección con la técnica real que debe atrapar.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 (FP): alerta que no corresponde a actividad maliciosa. Característica clave: erosiona la confianza y satura al analista; se combate con contexto y afinado.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Ciclo de vida de la detección: flujo desde la idea hasta el retiro de una regla. Característica clave: incluye mantenimiento; una regla sin dueño se degrada.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 (Mean Time To Detect): tiempo medio en detectar un incidente. Característica clave: métrica de resultado que la ingeniería de detección busca reducir.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SIEM/EDR de laboratorio: Elastic Stack (Elasticsearch + Kibana) o Splunk gratuito, con Sysmon + una configuración robusta (p. ej. la de Olaf Hartong) en el endpoint Windows.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 + pySigma / sigma-cli: para escribir y traducir reglas.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(Invoke-AtomicRedTeam en PowerShell) para emular técnicas.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para versionar las reglas (detection-as-code) y un pipeline de CI que valide sintaxis Sigma.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 para mapear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Instalación mínima de Atomic Red Team en la VM de laboratorio: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Desarrollaremos y validaremos una detección para T1053.005 (tarea programada como persistencia) de punta a punta.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la hipótesis de detección. "Un atacante creará una tarea programada con schtasks /create para persistir; deberíamos verlo en Sysmon Event ID 1 (creación de proceso) o Event ID 4698 del log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regla en Sigma (t1053005schtasks.yml):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Versiona la regla (detection-as-code):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en CI una validación de sintaxis con sigma check para que ninguna regla rota entre a la rama principal.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la regla al SIEM de destino: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la consulta traducida como regla de alerta en Kibana/Splunk y confirma que está activa.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Sigma para T1059.001 (PowerShell con -enc) y tradúcela a EQL y SPL.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pipeline de CI que ejecute sigma check sobre el directorio de detecciones en cada commit.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tres pruebas de Atomic Red Team distintas y anota cuáles disparan tus reglas y cuáles 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una regla ruidosa y redúcele la tasa de FP con al menos una exclusión justificada, midiendo el antes/después.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capa en ATT&amp;CK Navigator que muestre las técnicas cubiertas por tus reglas validadas.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y calcula tres métricas de detección para tu conjunto de reglas (cobertura, FP rate, MTTD).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te pide entregar la detección de T1547.001 (persistencia por clave Run del registro) lista para producción. Criterio de aceptación: entregas (a) una regla Sigma versionada en Git que pasa sigma…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regla no dispara pese a ejecutar la técnica — La telemetría no captura el evento; verifica que Sysmon/EDR registra el campo usado en la regla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 convert falla o produce campos vacíos — Falta el pipeline de mapeo de campos del backend; especifica el pipeline correcto (-p sysmon, -p ecswindows)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Avalancha de falsos positivos tras desplegar — Regla demasiado amplia; añade condiciones de contexto (proceso padre, usuario, ruta) en vez de bajar el nivel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regla se "rompe" tras un cambio y nadie lo nota — Falta CI; integra sigma check y pruebas de regresión en el pipeline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ATT&amp;CK aparentemente alta pero sin detecciones reales — Se contó "tener reglas" en vez de "reglas validadas"; solo marca cobertura tras validar con Atomic Red Team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test deja artefactos de persistencia en la VM — Olvidaste -Cleanup; ejecútalo siempre y restaura el snapshot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escribir en Sigma y no directo en el lenguaje del SIEM?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 es portable: escribes la lógica una vez y la traduces a EQL, SPL o KQL. Evita quedar atado a un proveedor y facilita compartir reglas con la comunidad (SigmaHQ).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¿Detection-as-code no es sobreingeniería para un SOC pequeño?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Aun con pocas reglas, versionarlas en Git y validar su sintaxis en CI evita cambios silenciosos y facilita revertir una regla que rompió el flujo de alertas.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sé que una detección realmente funciona?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Ejecutando la técnica que debe atrapar. Atomic Red Team proporciona pruebas atómicas por técnica ATT&amp;CK; si tras ejecutarla no hay alerta, la detección no sirve todavía.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¿Bajar el nivel de severidad reduce los falsos positivos?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y ATT&amp;CK Navigator: &lt;https://attack.mitre.org/&gt; · &lt;https://mitre-attack.github.io/attack-navigator/&gt;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Proyecto Sigma (SigmaHQ): &lt;https://github.com/SigmaHQ/sigma&gt;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(Red Canary): &lt;https://github.com/redcanaryco/atomic-red-team&gt;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Palantir — Alerting and Detection Strategy Framework: &lt;https://github.com/palantir/alerting-detection-strategy-framework&gt;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SEC555 SIEM with Tactical Analytics; certificación CompTIA CySA+ (dominio Security Operations).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a3893278a6bb0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85960"/>
            <a:ext cx="8229600" cy="926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