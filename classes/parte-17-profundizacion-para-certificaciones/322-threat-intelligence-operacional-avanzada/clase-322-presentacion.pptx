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322 — Threat intelligence operacional avanzada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Transformar datos sueltos de amenazas en inteligencia accionable que dirija la defensa. Esta clase cubre el ciclo de inteligencia, la diferencia entre IOCs e IOAs, la Pyramid of Pain, el consumo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las seis fases del ciclo de inteligencia sobre un caso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IOCs de IOAs y ubicar cada indicador en la Pyramid of Pain para priorizar defensas.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MISP: crear un evento, añadir atributos, etiquetar con taxonomías y compartir en comunidad.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la actividad de un adversario a técnicas de MITRE ATT&amp;CK y construir una matriz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Diamond Model para caracterizar una intrusión (adversario, capacidad, infraestructura, víctima).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inteligencia (6 fases)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Niveles: estratégico, operacional, táctico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IOC vs IOA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Pyramid of Pain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Feeds, TIP y estándares (STIX/TAXII)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MISP en operación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MITRE ATT&amp;CK y mapeo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CaaS la unidad de análisis rara vez es “un hacker”. Un broker puede aportar acceso, un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combinarlo con malware o RaaS y varios proveedores sostener proxies, alojamiento y monetización.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DDoS-for-hire, panel o servicio, infraestructura, botnet o reflectores abusados, campaña y víctima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entidades distintas. Estos grafos son modelos pedagógicos: no toda operación contiene cada nodo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 una relación compartida demuestra control común.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Etiqueta cada arista como hecho documentado, inferencia o hipótesis; registra fuente, tiempo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confianza; busca explicaciones alternativas; y decide qué colección adicional cambiaría 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de inteligencia: proceso de Dirección → Recolección → Procesamiento → Análisis → Difusión → Retroalimentación. Característica clave: es iterativo; sin dirección (requisitos) se recolecta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evidencia observable de que algo ya ocurrió —hash, IP, dominio, mutex. Característica clave: es reactivo y volátil; el adversario lo cambia con facilidad.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IOA (Indicator of Attack): comportamiento en curso que revela intención —p. ej. proceso de Office lanzando PowerShell codificado. Característica clave: es proactivo y más difícil de evadir porque…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Pyramid of Pain (David Bianco): jerarquía de indicadores por el "dolor" que causa al adversario detectarlos: hash &lt; IP &lt; dominio &lt; artefactos de red/host &lt; herramientas &lt; TTPs. Característica clave…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 (Threat Intelligence Platform): sistema que ingiere, normaliza, enriquece y comparte inteligencia (p. ej. MISP, OpenCTI). Característica clave: automatiza el flujo de feeds hacia los controles…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 / TAXII: STIX es el formato estructurado para describir amenazas; TAXII es el protocolo para transportarlo. Característica clave: permiten compartir inteligencia entre organizaciones de forma…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base de conocimiento de tácticas (el por qué) y técnicas (el cómo) del adversario, con IDs (TA0001, T1059). Característica clave: es el lenguaje estándar para mapear TTPs y medir…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 propio y aislado; solo se consume inteligencia pública o ficticia: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(máquina virtual o contenedor oficial) para gestionar eventos, atributos y feeds.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 para construir capas (layers) de cobertura y superponer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abiertas de ejemplo: feeds públicos de MISP, CISA Advisories, informes de proveedores (solo lectura para el ejercicio).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mapeo TTP ↔ detección ↔ fuente de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de texto / JSON para inspeccionar objetos STIX de ejemplo.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Construir un playbook de 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 partir de un informe público de un grupo (ficticio o de ejemplo), produces un playbook de TI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los requisitos (Dirección). Escribe la pregunta de inteligencia: p. ej. "¿Está mi organización expuesta a las técnicas del grupo APT-X que ataca al sector financiero?". Sin esto, todo lo demás…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Recolecta. Reúne el informe/CTI de ejemplo y extrae indicadores y comportamientos. Separa lo observable (IOCs) de los comportamientos (IOAs).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Procesa en MISP. Crea un evento, añade atributos (dominios, hashes, IPs de ejemplo), etiqueta con taxonomías (tlp:amber, kill-chain) y galaxias (grupo/ATT&amp;CK).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con la Pyramid of Pain. Clasifica cada indicador por nivel y decide dónde invertir: bloquear hashes es barato para el atacante; detectar TTPs le duele. Prioriza detecciones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a MITRE ATT&amp;CK. Lista las técnicas observadas (p. ej. T1566 phishing, T1059.001 PowerShell, T1486 cifrado). Construye una capa en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tu telemetría. Para cada técnica, anota qué fuente de log/regla la detectaría (EDR, Sysmon, proxy). Marca huecos de cobertura.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diez indicadores dados como IOC o IOA y justifica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 cinco indicadores en la Pyramid of Pain y explica la prioridad de defensa resultante.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evento MISP con al menos cinco atributos, dos etiquetas de taxonomía y una galaxia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informe de amenazas a seis técnicas de ATT&amp;CK y construye la capa en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 Diamond Model para una intrusión de ejemplo y describe un pivote posible por infraestructura.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producto de inteligencia estratégico (media página) para la dirección a partir de un informe táctico.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 playbook de threat intelligence que convierta un informe de amenazas en detecciones y en productos para tres audiencias.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playbook parte de un requisito de inteligencia explícito (fase de Dirección).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indicadores están separados en IOCs e IOAs y clasificados en la Pyramid of Pain con prioridad justificada.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evento MISP con atributos, taxonomías (TLP) y galaxia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una capa de MITRE ATT&amp;CK con al menos seis técnicas y su fuente de detección, señalando huecos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incluye un Diamond Model con los cuatro vértices y un pivote propuesto, más tres productos de inteligencia (táctico, operacional, estratégico).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miles de IOCs y ninguno sirve" — Recolectaste sin dirección. Empieza por el requisito de inteligencia y filtra lo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"Bloqueé los hashes y el ataque volvió" — Los hashes están en la base de la pirámide; el atacante los cambia. Sube a detectar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"MISP está lleno pero nadie lo usa" — Falta integración y contexto. Etiqueta con TLP/ATT&amp;CK y expórtalo al SIEM/EDR.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"Mapeé todo a ATT&amp;CK pero sin telemetría" — Mapear sin cruzar con logs no mide cobertura. Asocia cada técnica a una fuente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"Confundo táctica y técnica" — Táctica = objetivo (por qué); técnica = método (cómo). Usa los IDs TA/T para no mezclarlos.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informe estratégico está lleno de hashes" — Erraste la audiencia. La dirección necesita riesgo y tendencia, no indicadores crudos.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práctica entre IOC e IOA?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IOC dice "vi esta IP/hash" (pasado, fácil de cambiar); un IOA dice "estoy viendo a Word lanzar PowerShell codificado" (comportamiento, difícil de evadir). Las detecciones basadas en IOA envejecen…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Pyramid of Pain cambia mi estrategia?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revela dónde invertir: bloquear indicadores de la base es barato de evadir para el adversario; detectar sus TTPs (la cima) le obliga a rediseñar su operación. La defensa madura sube por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¿MISP u OpenCTI?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destaca en compartición de indicadores y comunidades; OpenCTI en modelado de conocimiento y relaciones. Muchas organizaciones usan MISP para IOCs y ATT&amp;CK/STIX como capa de conocimiento; no son…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Diamond Model reemplaza a la Cyber Kill Chain?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Blue Team. Blue Team Level 1 (BTL1) — dominio Threat Intelligence.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David. The Pyramid of Pain — detect-respond.blogspot.com.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MITRE. ATT&amp;CK — attack.mitre.org ·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Caltagirone, Pendergast &amp; Betz. The Diamond Model of Intrusion Analysis — activeresponse.org.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Project. MISP User Guide — misp-project.org · OASIS STIX/TAXII.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724bbeeaf9a92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aa514191108ed1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8618"/>
            <a:ext cx="8229600" cy="8808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