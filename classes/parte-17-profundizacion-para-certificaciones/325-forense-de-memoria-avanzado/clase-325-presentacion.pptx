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325 — Forense de memoria avanzado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análisis forense de memoria RAM con Volatility 3 como herramienta central: desde la adquisición correcta de un volcado hasta la caza de inyección de código, procesos ocultos, hooks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un volcado de memoria válido en Windows y Linux preservando la cadena de custodia (hash, metadatos, orden de volatilidad).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procesos, conexiones de red y módulos con windows.pslist, windows.pstree, windows.netscan y correlacionarlos entre sí.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inyección de código con windows.malfind, distinguiendo regiones PAGEEXECUTEREADWRITE maliciosas de falsos positivos legítimos.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procesos ocultos y desenganche de listas (DKOM) comparando pslist frente a psscan.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binarios, DLLs y cadenas sospechosas de memoria (dumpfiles, pslist --dump) para análisis posterior.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línea de tiempo de memoria integrable con el resto de la evidencia del incidente.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Orden de volatilidad y adquisición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Arquitectura de Volatility 3 (symbol tables, ISF)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procesos (pslist, pstree, psscan)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Conexiones de red en memoria (netscan)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Detección de inyección (malfind, hollowfind)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Rootkits y DKOM (ssdt, modules, modscan)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y triaje de artefactos (dumpfiles, handles, cmdline)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 es una captura temporal cuya interpretación depende de adquisición, símbolos, contexto y corroboración.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proceso sin ruta parece malicioso pero corresponde a memoria incompleta; se contrasta con VAD y disco.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de memoria (memory dump): copia byte a byte de la RAM física en un instante. Característica clave: contiene datos que nunca se escriben a disco (claves, procesos, comandos).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de volatilidad (RFC 3227): principio que obliga a capturar primero lo más efímero (RAM, caché) antes que lo persistente (disco). Característica clave: la memoria se altera con cada acción…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Symbol table / ISF (Intermediate Symbol Format): en Volatility 3, JSON que mapea estructuras del kernel a offsets. Característica clave: sustituye a los "profiles" de V2 y se resuelve casi siempre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malfind: plugin que localiza regiones de memoria privadas, ejecutables y sin respaldo en disco. Característica clave: revela shellcode inyectado y process hollowing.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DKOM (Direct Kernel Object Manipulation): técnica de rootkit que desenlaza el objeto EPROCESS de la lista doblemente enlazada. Característica clave: oculta el proceso a pslist pero no a psscan (que…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hollowing: vaciar un proceso legítimo suspendido y sustituir su imagen por código malicioso. Característica clave: PID legítimo, ruta legítima, contenido malicioso.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Fileless malware: código que se ejecuta solo en memoria (PowerShell reflectivo, inyección). Característica clave: no deja archivo en disco; la memoria es a menudo la única fuente de evidencia.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(pip install volatility3), motor de análisis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Windows: WinPmem (winpmemminix64.exe), FTK Imager, DumpIt, Magnet RAM Capture.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Linux: LiME (Linux Memory Extractor) + módulo kernel, o AVML de Microsoft.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 de práctica seguras: volcados públicos de retos (p. ej. los memory samples del wiki de Volatility, MemLabs, retos de BTL1/CyberDefenders). Evitan tener que infectar una máquina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Utilidades de apoyo: strings, yara, capa, un editor hexadecimal y sha256sum para hashing.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instalación: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sobre un volcado Windows llamado caso.raw. Reemplaza el nombre por tu muestra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Preserva la evidencia. Antes de tocar nada, calcula y registra el hash: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perfil/entorno del volcado: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versión de kernel, arquitectura y hora del sistema: fija el marco temporal del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procesos y su jerarquía: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padres anómalos: winword.exe lanzando powershell.exe, o services.exe con hijos raros.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procesos ocultos comparando el barrido de pool contra la lista enlazada: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 volcado de tu propia VM de práctica con WinPmem y verifica su hash antes y después de copiarlo.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muestra de práctica, lista los tres procesos con padre más sospechoso y justifica por qué usando pstree.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malfind y clasifica cada hit como probable inyección o falso positivo, explicando el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al menos un proceso oculto comparando pslist y psscan, y documenta el PID.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dumpfiles el binario de un proceso malicioso y calcula su SHA-256 para búsqueda en VirusTotal (sin subir la muestra si es confidencial).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timeline con timeliner.Timeliner y correlaciona una conexión de netscan con su proceso y su hora de creación.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Recibes el volcado incidente.raw de un host presuntamente comprometido con malware fileless. Criterio de aceptación: entregas un informe corto que (a) identifica el PID y nombre del proceso…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Unable to validate the plugin requirements / no symbols — El ISF del kernel no se resolvió; actualiza volatility3 y sus symbol packs, o descarga el pack de símbolos correspondiente al build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pslist no muestra un proceso que sabes que existía — Ocultamiento por DKOM; usa psscan que barre el pool en vez de seguir la lista enlazada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 arroja decenas de hits — Muchos son legítimos (JIT de navegadores, .NET); filtra por regiones RWX privadas con contenido tipo MZ/shellcode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tomado con la VM en ejecución da datos inconsistentes — Se capturó mientras la memoria cambiaba; para VMs prefiere pausar y usar el archivo .vmem/snapshot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netscan no muestra conexiones esperadas — Kernel muy nuevo o pool reciclado; complementa con artefactos de disco (Sysmon Event ID 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distintos del mismo volcado en dos equipos — Copia incompleta o corrupción de transferencia; re-copia y verifica cadena de custodia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Volatility 3 ya no usa "profiles"?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V3 resuelve la estructura del kernel mediante symbol tables (ISF) descargadas o generadas automáticamente a partir del build del SO, eliminando el paso manual de elegir profile que era fuente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adquisición altera la memoria?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mínimamente: la propia herramienta ocupa RAM. Por eso se documenta la herramienta usada y se respeta el orden de volatilidad, capturando la RAM antes que cualquier acción intrusiva.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¿malfind prueba por sí solo que hay malware?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Marca regiones sospechosas de inyección, pero hay falsos positivos legítimos. Confírmalo con el contenido de la región, la reputación del proceso y correlación con red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analizar un volcado sin conocer la versión exacta de Windows?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Levy, Walters — The Art of Memory Forensics (Wiley, 2014).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oficial de Volatility 3: &lt;https://volatility3.readthedocs.io/&gt;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FOR508 Advanced Incident Response, Threat Hunting and Digital Forensics y FOR526 Memory Forensics In-Depth.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Process Injection (T1055): &lt;https://attack.mitre.org/techniques/T1055/&gt;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3227 — Guidelines for Evidence Collection and Archiving: &lt;https://www.rfc-editor.org/rfc/rfc3227&gt;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86358d667d77a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5225"/>
            <a:ext cx="8229600" cy="887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