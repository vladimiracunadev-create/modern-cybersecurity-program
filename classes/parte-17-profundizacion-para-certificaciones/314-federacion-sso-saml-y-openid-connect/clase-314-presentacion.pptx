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314 — Federación, SSO, SAML y OpenID Connect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las organizaciones permiten a un usuario autenticarse una vez y acceder a múltiples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aplicaciones (SSO) y cómo se establece confianza entre dominios distintos (federación)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mediante SAML 2.0 y OpenID Connect (OIDC). Aprenderás los roles (IdP, SP, RP), el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los tokens, las relaciones de confianza y los riesgos de seguridad asociados, todo desde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perspectiva defensiva y de arquitectura, tal como lo evalúa el dominio IAM de CISSP.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SSO de federación, y autenticación (OIDC) de autorización (OAuth 2.0).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SAML 2.0 SP-initiated con sus roles y aserciones.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Authorization Code de OIDC y el contenido del ID Token (JWT).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SAML y OIDC y elegir según el escenario (web empresarial vs. móvil/API).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riesgos (robo de aserción, XML Signature Wrapping, phishing de IdP) y mitigaciones.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relación de confianza federada con sus metadatos y controles.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SSO vs. federación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Roles: IdP, SP, RP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SAML 2.0 y aserciones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OAuth 2.0 vs. OIDC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Tokens: aserción SAML, ID Token, access token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Trust y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Riesgos de federación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Federación separa autenticación, assertion/token, cliente y recurso. Firmar no corrige audiencia, redirect URI o autorización erróneas.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token válido para otra audiencia es aceptado. El recurso valida emisor, audiencia y contexto.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SSO (Single Sign-On): el usuario se autentica una vez y accede a varias aplicaciones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volver a introducir credenciales. Característica: mejora UX y reduce fatiga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Federación de identidad: acuerdo de confianza que permite usar una identidad de un dominio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(IdP) para acceder a recursos de otro (SP). Característica: cruza fronteras organizativas.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IdP (Identity Provider): autentica al usuario y emite aserciones/tokens. Es la fuente de la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 / RP (Service Provider / Relying Party): la aplicación que confía en el IdP y consume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aserción (SAML) o el token (OIDC) para dar acceso.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Keycloak (open source) como IdP de laboratorio para ver SAML y OIDC en un entorno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jwt.io o la librería que prefieras para decodificar (no falsificar) un JWT y leer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claims (iss, sub, aud, exp, nonce).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analizador de tráfico del navegador (DevTools → Network) para observar redirecciones,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SAMLRequest/SAMLResponse y el authorizationcode. Todo sobre servicios propios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Especificaciones de referencia: SAML 2.0 Core (OASIS) y OpenID Connect Core 1.0.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Trazar flujos y diseñar una confianza federada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de actores. Para "NovaSalud", identifica el IdP corporativo y 2 SP/RP (un portal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interno vía SAML y una app móvil vía OIDC). Dibuja quién confía en quién.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Flujo SAML SP-initiated. Traza los pasos: (1) usuario accede al SP → (2) SP redirige al IdP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 SAMLRequest → (3) IdP autentica → (4) IdP devuelve una SAMLResponse con la aserción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firmada → (5) SP valida la firma y crea la sesión. Anota qué se firma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y confianza. Documenta cómo se establece el trust: intercambio de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(EntityID, endpoints ACS/SSO, certificado público de firma). Explica qué pasa si el certificado caduca.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por qué OAuth 2.0 solo no debe usarse para "iniciar sesión".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correctamente los pasos desordenados de un flujo SAML SP-initiated.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 ID Token de ejemplo y explica cada claim estándar.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tabla comparativa SAML vs. OIDC y recomienda uno para 3 escenarios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ataque de XML Signature Wrapping a alto nivel y su mitigación defensiva.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trust de una federación con 1 IdP y 3 SP e indica qué se comparte con cada uno.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Diseño de Arquitectura de SSO Federado para NovaSalud que incluya: diagrama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actores (IdP/SP/RP), los dos flujos (SAML y OIDC) paso a paso, la tabla de metadatos/confianza,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amenazas con al menos 4 riesgos y mitigaciones, y la regla de aprovisionamiento JIT.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arquitecto que reciba tu diseño puede explicar, sin ayuda,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autentica, qué token viaja en cada flujo, qué se valida para aceptarlo y cómo se mitiga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robo de aserción/token.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OAuth 2.0 "para login" y confiar el access token como identidad — OAuth autoriza, no autentica. Usa OIDC y valida el ID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Invalid signature en la SAMLResponse — Certificado de firma incorrecto o caducado en los metadatos. Rota y actualiza los metadatos del SP.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 Token aceptado sin validar aud/iss/exp — Permite tokens de otro cliente o expirados. Valida siempre todos los claims.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SSO habilitado sin MFA en el IdP — El IdP se vuelve un único punto de fallo. Refuerza el IdP con MFA fuerte.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el mismo RelayState/sin nonce — Expone a replay/CSRF. Usa nonce/state de un solo uso y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Aprovisionar JIT sin filtrar claims — Se crean cuentas con roles indebidos. Mapea claims a roles con reglas explícitas.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¿SAML o OIDC para una nueva aplicación?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web empresarial con muchos SP legados, SAML sigue siendo común. Para móvil, SPA y APIs,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OIDC (JSON/JWT, más ligero) es la elección moderna. Muchas organizaciones soportan ambos en su IdP.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federación aumenta o reduce el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Reduce contraseñas dispersas y centraliza la política, pero concentra el riesgo en el IdP: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cae o es comprometido, afecta a todo. Por eso el IdP exige MFA fuerte y monitorización.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un access token y un ID token?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OASIS — Security Assertion Markup Language (SAML) v2.0. &lt;https://docs.oasis-open.org/security/saml/v2.0/&gt;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OpenID Foundation — OpenID Connect Core 1.0. &lt;https://openid.net/specs/openid-connect-core-10.html&gt;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6749 — The OAuth 2.0 Authorization Framework. &lt;https://www.rfc-editor.org/rfc/rfc6749&gt;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5 IAM (federación y SSO).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SAML Security Cheat Sheet. &lt;https://cheatsheetseries.owasp.org/cheatsheets/SAMLSecurityCheatSheet.html&gt;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04541d8b21a6f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59183"/>
            <a:ext cx="8229599" cy="979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