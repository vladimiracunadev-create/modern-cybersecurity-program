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200 — Purple team desde el lado defensivo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uniendo ataque y defensa: el purple team es la colaboración deliberada entre red y blue para validar y mejorar la detección de forma iterativa. Desde el lado defensivo, aprenderás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propósito y el flujo de un ejercicio purple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emulación de adversario basada en ATT&amp;CK e intel.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técnicas controladas con Atomic Red Team y Caldera.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cobertura de detección (detectado / prevenido / no visto).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bucle creando o afinando detecciones por cada hueco.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el purple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Emulación vs simulación de adversario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Planificación basada en ATT&amp;CK e intel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Caldera y emulación encadenada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Scorecard de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Cierre del bucle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 es colaboración orientada a evidencia, no necesariamente un equipo permanente. Se acuerdan comportamiento, activo, procedimiento seguro, datos esperados, detención y responsables.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scorecard separa telemetría, analítica, alerta y respuesta; «detectado/no detectado» oculta dónde falló la cadena. Atomic Red Team ofrece pruebas pequeñas y Apache Caldera (Incubating) orquesta…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elige comportamiento por amenaza y activo, no por herramienta atractiva. Para validar PowerShell iniciado desde Office se define host de laboratorio, procedimiento, evento esperado, regla…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documenta tests pequeños con prerequisitos y cleanup. Sirve para comprobar un eslabón de forma repetible. Apache Caldera (Incubating) permite orquestar abilities y perfiles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se ejecutó el procedimiento y no hay evento, la brecha está en sensor o configuración. Si hay dato pero la regla no coincide, está en analítica o mapeo. Si coincide sin generar alerta, está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resultado registra evidencia de cada capa, tiempos, versión y limitaciones. Una prueba de Windows no acredita Linux; una variante con línea de comandos fija no acredita todas las evasiones. ATT&amp;CK…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red team explica intención y artefactos sin convertir la sesión en una demostración competitiva. El blue team muestra qué vio y cómo razonó. Juntos modifican dato, regla o proceso y repiten. La…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teaming: colaboración para mejorar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atómica: procedimiento pequeño y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Emulación: secuencia de comportamiento adversario.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objective: resultado defensivo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Scorecard: evidencia separada por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Cleanup: reversión de artefactos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Regresión: repetición que confirma la corrección.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team: ejercicio colaborativo donde red ejecuta técnicas y blue mide y mejora la detección en tiempo real. Característica: objetivo compartido de subir la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de adversario: reproducir el comportamiento de un actor real (sus TTPs) de forma fiel. Característica: guiada por intel de un grupo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Team: biblioteca de pruebas pequeñas y atómicas, una por técnica ATT&amp;CK. Característica: rápidas, granulares y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Caldera: plataforma de MITRE para emulación automatizada y encadenada. Característica: ejecuta operaciones completas con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Scorecard de detección: matriz de resultados por técnica (prevenido/detectado/registrado/no visto). Característica: comunica la cobertura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Cierre del bucle: crear/afinar una detección por cada hueco hallado. Característica: convierte el ejercicio en mejora permanente.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Cadencia: frecuencia de los ejercicios purple. Característica: el valor está en la repetición, no en un evento aislado.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Ejercicio resuelto — cuatro capas de 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selecciona una prueba atómica autorizada de ejecución de intérprete. El plan fija host, usuario, tiempo, prerequisitos, detención y cleanup. Blue team no conoce el minuto exacto, pero sí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procedimiento se ejecuta. El scorecard encuentra: telemetría presente; regla coincidente; notable suprimido por una excepción vencida; por tanto no hubo triaje. «No detectado» habría ocultado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 Apache Caldera orquesta una cadena en laboratorio para estudiar transiciones, manteniendo versión y perfil. El resultado no reemplaza la prueba atómica: responde otra pregunta. Cada brecha…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distingue prueba y emulación, presenta evidencia por capa, aplica cleanup y demuestra regresión. Ejecutar una herramienta y mostrar una captura sin cambio verificado no completa purple…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con la telemetría de toda la parte: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para pruebas por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Caldera para emulación encadenada con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stack de detección completo: Sysmon, SIEM (Splunk/Elastic/Wazuh), reglas Sigma, EDR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la scorecard.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ejercicio (objetivo, técnicas, resultados, mejoras).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las emulaciones exclusivamente contra tus propios sistemas y documenta el alcance antes de empezar.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 ciclo purple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Planifica. Elige un grupo de amenaza relevante (de la página Groups de ATT&amp;CK) y selecciona 8–10 técnicas suyas a emular.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scorecard. Crea una capa de Navigator con esas técnicas y un estado inicial "por probar".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pruebas atómicas. Con Atomic Red Team, lanza cada técnica en el host de laboratorio (p. ej. T1059.001, T1053.005, T1105).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 detección. Para cada una, comprueba en el SIEM/EDR si fue prevenida, detectada, solo registrada o no vista.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con Caldera. Lanza una operación que combine varias técnicas en secuencia y observa si detectas la cadena, no solo pasos sueltos.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Puntúa. Colorea la scorecard: verde detectado, amarillo solo registrado, rojo no visto.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Cierra huecos. Por cada técnica no vista o solo registrada, crea/afina una detección (Sigma) y vuelve a probar hasta que dispare.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un grupo ATT&amp;CK y justifica por qué emularlo en tu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3 pruebas atómicas y clasifica su resultado (prevenido/detectado/no visto).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operación encadenada en Caldera con 4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scorecard de detección en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Cierra un hueco creando una detección nueva y revalidándola.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cadencia y el alcance de un programa purple trimestral.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ciclo purple completo sobre al menos 8 técnicas: emúlalas, puntúa la cobertura, cierra los huecos con detecciones nuevas y revalida. Criterio de aceptación: entregas una scorecard…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se vuelve competición red vs blue — Falta objetivo común; enfócalo en mejorar cobertura juntos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Detectas pasos sueltos pero no la cadena — Solo pruebas atómicas; encadena con Caldera para ver el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sin mejoras posteriores — No cierras el bucle; crea una detección por cada hueco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poco realista — Técnicas al azar; guíate por un grupo y su intel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hace una vez y se abandona — Purple es programa, no evento; define cadencia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qué se diferencia purple de red team?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red team busca objetivos con sigilo y evalúa la resistencia global; el purple es colaborativo y transparente, optimizado para medir y mejorar detecciones técnica por técnica. Se complementan.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¿Atomic o Caldera?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Atomic valida técnicas individuales con rapidez; Caldera emula operaciones encadenadas y adversarios completos. Empieza por atómicas y escala a escenarios.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qué frecuencia hacer purple?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programa continuo: ciclos regulares (p. ej. mensuales/trimestrales) que revalidan cobertura y cierran huecos. Un solo ejercicio da una foto; la cadencia da mejora sostenida.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Groups: fuente primaria para procedimientos públicamente asociados con grupos; se usa para seleccionar escenarios relevantes, no para atribuir actividad observada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Team: documentación oficial de pruebas focalizadas con autorización, prerrequisitos y limpieza; sirve para verificar capas concretas de evidencia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Apache Caldera: documentación oficial de perfiles y ejecución de emulación; una operación segura todavía requiere alcance, controles y monitoreo locales — &lt;https://caldera.apache.org/&gt;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Navigator: herramienta oficial para registrar y comparar estados de cobertura antes y después de las pruebas —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800-115: guía primaria para planificar, ejecutar y documentar pruebas técnicas autorizadas; aporta reglas de compromiso y manejo de hallazgos — &lt;https://doi.org/10.6028/NIST.SP.800-115&gt;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Cases: bibliografía profesional complementaria.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ca9a081f3e9f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43300"/>
            <a:ext cx="822960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