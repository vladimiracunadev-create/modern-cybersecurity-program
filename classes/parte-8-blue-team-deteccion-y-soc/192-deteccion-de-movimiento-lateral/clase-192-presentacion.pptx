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192 — Detección de movimiento lateral</a:t>
            </a:r>
          </a:p>
          <a:p>
            <a:r>
              <a:rPr sz="1600">
                <a:solidFill>
                  <a:srgbClr val="2E8B57"/>
                </a:solidFill>
              </a:rPr>
              <a:t>parte 8 blue team deteccion y soc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cómo un atacante se desplaza de un host comprometido a otros dentro de la red: PsExec/servicios remotos, WMI, WinRM, RDP, Pass-the-Hash y abuso de credenciales. Aprenderás qué huellas dejan…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Enumerar las técnicas de movimiento lateral más comunes y sus artefactos.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ejecución remota (PsExec, WMI, WinRM) en logs de Windows.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Pass-the-Hash y uso anómalo de credenciales.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administración legítima de movimiento lateral malicioso.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Escribir detecciones y mapearlas a la táctica Lateral Movement de ATT&amp;CK.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Táctica Lateral Movement (ATT&amp;CK)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PsExec y servicios remotos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WMI y WinRM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RDP y logon type 10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Pass-the-Hash / Overpass-the-Hash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SMB, shares admin y admin$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Logon patterns y grafos de acceso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Movimiento lateral es el uso de acceso obtenido para alcanzar otro sistema o identidad. RDP, SMB y WinRM también sostienen operaciones legítimas; el nombre de la herramienta no decide. La señal nace…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correlacionan autenticación, servicio remoto y efecto: archivo escrito, servicio creado, proceso iniciado o conexión posterior. Se compara con grafos de administración permitida, horario, cuenta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administración legítima suele seguir caminos: jump host, cuenta dedicada, ventana y conjunto de destinos. El movimiento lateral rompe o amplía esas relaciones. Una cuenta de soporte que accede…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rareza aislada no basta. Un nuevo servidor produce aristas nuevas; una migración cambia patrones. Se enriquece con criticidad, privilegio, cambio aprobado y actividad posterior. La fuerza de 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RDP se investiga con autenticación, tipo de sesión, origen, eventos de sesión y procesos en el destino. SMB puede mostrar acceso a shares administrativos y escritura; si después aparece un servicio…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sequenceDiagram enseña que identidad y destino ven fragmentos. El servicio de identidad valida credenciales; el host destino observa sesión y ejecución; red confirma relación. El SIEM une por…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confirmar un caso se pregunta dónde más se usaron cuenta, origen y mecanismo, qué credenciales pudieron exponerse y qué destino se volvió nuevo origen. El movimiento lateral forma cadenas…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Movimiento lateral: desplazamiento hacia otros recursos.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Remote Services: técnica ATT&amp;CK T1021.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Logon remoto: sesión iniciada desde otro sistema.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Cuenta privilegiada: identidad con autoridad elevada.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Admin share: recurso SMB administrativo.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Grafo de acceso: relaciones permitidas entre identidades y activos.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Blast radius: alcance potencial del compromiso.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Movimiento lateral: conjunto de técnicas para moverse por la red tras el compromiso inicial. Característica: usa credenciales y protocolos legítimos, difícil de separar del uso normal.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PsExec: herramienta que ejecuta comandos remotos creando un servicio. Característica: deja Event 7045 (servicio instalado) y accesos SMB al admin$.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WMI lateral: ejecución remota vía wmic/Win32Process. Característica: proceso hijo de WmiPrvSE.exe, poco ruido de servicio.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WinRM: gestión remota vía PowerShell Remoting. Característica: procesos hijos de wsmprovhost.exe.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Pass-the-Hash (PtH): autenticación con el hash NTLM sin conocer la contraseña. Característica: logon NTLM (4624 tipo 3) sin el correspondiente Kerberos esperado.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Logon Type 3/10: red (SMB/WMI) e interactivo remoto (RDP). Característica: pistas para clasificar el tipo de acceso.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Event 4648: logon con credenciales explícitas. Característica: frecuente en overpass-the-hash y uso de credenciales robadas.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🔍 Secuencia resuelta — acceso SMB y servicio remoto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estación de usuario autentica una cuenta administrativa contra un servidor que normalmente solo recibe gestión desde el bastión. Minutos después aparecen acceso a un share administrativo…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construye un grafo con cuenta, estación y servidor. La investigación busca la misma cuenta en otros destinos y comprueba si el servidor afectado originó conexiones nuevas. También revisa si hubo…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prueba de laboratorio reproduce una variante SMB autorizada y una desde origen inesperado. Se valida qué datos sustentan autenticación, transferencia y ejecución. El resultado solo acredita esa…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debe explicar la cadena completa, identificar relaciones administrativas normales, ampliar alcance en ambas direcciones y mapear a la subtécnica exacta sin declarar cobertura total de T1021.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laboratorio aislado con un dominio de pruebas: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Sysmon y auditoría avanzada en varios Windows unidos a un AD de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Herramientas para generar la telemetría: PsExec (Sysinternals), wmic, PowerShell Remoting; y, con fines de laboratorio, utilidades como Mimikatz/CrackMapExec para simular PtH.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Tu SIEM recibiendo los eventos de todos los hosts.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BloodHound para razonar sobre rutas de ataque de identidad.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las técnicas ofensivas solo contra tus propias máquinas y con conocimiento pleno.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Sigue el rastro lateral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 el dominio. 1 DC + 2 workstations de laboratorio con Sysmon y auditoría de logon habilitada.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PsExec. Ejecuta un comando remoto benigno con PsExec desde host A a host B y observa: Event 7045 (servicio), 4624 tipo 3, accesos a \\B\ADMIN$.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WMI. Lanza wmic /node:B process call create "cmd /c whoami" y localiza el proceso hijo de WmiPrvSE.exe en Sysmon Event 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WinRM. Con Invoke-Command -ComputerName B observa procesos bajo wsmprovhost.exe.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Simula PtH. En laboratorio, autentícate con hash a host B y detecta el 4624 NTLM tipo 3 sin actividad Kerberos previa coherente y con 4648.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RDP. Inicia una sesión RDP y localiza 4624 tipo 10 más los eventos TerminalServices.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detecciones. Escribe reglas para: instalación de servicio remoto inusual, proceso hijo de WmiPrvSE lanzando shells, y logon NTLM tipo 3 desde workstation a workstation (patrón raro).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5 técnicas de movimiento lateral a sus Event IDs/artefactos.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detección de "workstation-a-workstation SMB admin$" (patrón inusual).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 el rastro de PsExec, WMI y WinRM en una tabla.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cómo detectarías Pass-the-Hash con eventos de logon.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baseline de administración legítima para tu entorno.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un grafo de logons para detectar un pivote anómalo.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y detecta al menos tres técnicas de movimiento lateral distintas en tu dominio de laboratorio, entregando por cada una la telemetría, la detección y la técnica ATT&amp;CK. Criterio de aceptación…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Falsos positivos con admins de TI — Sin baseline de administración; excluye cuentas/hosts legítimos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detectas WMI/WinRM — Faltan Sysmon y auditoría de proceso; habilítalos en todos los hosts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PtH invisible — No correlacionas NTLM vs Kerberos; añade lógica de logon anómalo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Solo miras un host — El movimiento lateral es multi-host; correlaciona en el SIEM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Ruido de escáneres internos — Herramientas de inventario parecen laterales; añádelas a allowlist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separo un admin legítimo de un atacante?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baseline y contexto: quién administra qué, desde dónde y cuándo. Un logon administrativo de una workstation a otra fuera de horario, sin ticket de cambio, es sospechoso aunque use credenciales…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¿Es suficiente el endpoint para detectar movimiento lateral?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Ayuda mucho (Sysmon, logon events), pero correlacionar con la red (SMB, conexiones entre hosts) da la imagen completa y detecta lo que un host silenciado ocultaría.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¿Detecto Pass-the-Hash directamente?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hay un "evento PtH", pero su firma es un patrón: logon NTLM tipo 3 con credenciales explícitas (4648) en contextos donde se esperaría Kerberos. Se detecta por anomalía.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 verificables y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ATT&amp;CK, Lateral Movement: fuente primaria para el objetivo táctico, sus técnicas y procedimientos documentados — &lt;https://attack.mitre.org/tactics/TA0008/&gt;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T1021, Remote Services: fuente primaria para RDP, SMB/Windows Admin Shares, WinRM, SSH y otras subtécnicas; no afirma que un único evento confirme movimiento lateral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JPCERT/CC, Tool Analysis Result Sheet: investigación publicada con artefactos de herramientas y eventos de Windows; se usa para formular y probar observables concretos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SpecterOps BloodHound: documentación oficial del producto para modelar relaciones de identidad y rutas; una ruta posible no prueba que haya sido utilizada — &lt;https://bloodhound.specterops.io/&gt;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Murdoch, D. Blue Team Handbook: SOC, SIEM, and Threat Hunting Use Cases: bibliografía profesional complementaria.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b95e269371de58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63472"/>
            <a:ext cx="8229600" cy="51711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