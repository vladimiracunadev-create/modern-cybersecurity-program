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189 — Análisis de endpoints con EDR</a:t>
            </a:r>
          </a:p>
          <a:p>
            <a:r>
              <a:rPr sz="1600">
                <a:solidFill>
                  <a:srgbClr val="2E8B57"/>
                </a:solidFill>
              </a:rPr>
              <a:t>parte 8 blue team deteccion y soc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Entender qué es un EDR (Endpoint Detection and Response), qué telemetría produce, cómo se investiga una alerta de endpoint y cómo se contiene un host. Trabajarás con conceptos y herramientas abiertas…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las capacidades de un EDR: detección, telemetría, respuesta y aislamiento.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Investigar una alerta reconstruyendo el árbol de procesos y su contexto.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Consultar el estado de endpoints con osquery/Velociraptor.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acciones de contención (aislar host, matar proceso) de forma responsable.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EDR, EPP y XDR.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EPP vs EDR vs XDR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Telemetría de endpoint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Árbol de procesos y linaje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Detección conductual vs firmas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Respuesta: aislar, matar, recolectar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osquery y consultas de flota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Velociraptor y VQL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EDR conserva relaciones entre usuario, proceso padre, proceso hijo, archivo, registro y conexión. El valor está en el linaje, no en un nombre aislado: un intérprete puede ser legítimo, pero su padre…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PID y nombre no identifican permanentemente una ejecución: el PID se reutiliza. GUID y tiempo de creación permiten correlacionar mejor; hash y firma aportan contexto, pero tampoco deciden por sí…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Ante rundll32.exe, el nombre no decide. Se localiza la instancia por GUID y tiempo, se examinan padre, línea de comandos, DLL y export, y se siguen archivos, hijos y conexiones. Después se compara…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árbol puede ser incompleto porque el sensor empezó tarde, perdió eventos o no observa igual procesos protegidos. Se contrasta con Event Logs, filesystem y red. Si un proceso terminó, una consulta…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investigación pivota en dos direcciones. Hacia atrás pregunta cómo apareció el proceso: documento, servicio, tarea, usuario o descarga. Hacia adelante pregunta qué modificó, con quién habló y si…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Aislamiento, cuarentena y terminación tienen efectos diferentes. En una estación, aislar pronto puede ser razonable; en un servidor crítico puede interrumpir servicio y cortar la única visibilidad.…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EPP agrupa capacidades preventivas en endpoint, como antimalware y control de ejecución. EDR prioriza telemetría, investigación y respuesta en endpoints. XDR es una categoría de producto que…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EDR: detección y respuesta con telemetría de endpoint.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EPP: prevención en endpoint.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Árbol de procesos: relaciones padre-hijo entre ejecuciones.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Process GUID: identificador de instancia de proceso.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Live response: sesión remota controlada.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Aislamiento: restricción de red del host.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Adquisición: recolección preservada de evidencia.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EDR: solución que registra actividad de endpoint, detecta comportamientos maliciosos y permite responder remotamente. Característica: telemetría continua + capacidad de acción.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EPP (Endpoint Protection Platform): antivirus/antimalware de prevención. Característica: bloquea conocido; el EDR detecta lo desconocido por comportamiento.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XDR: correlación extendida entre endpoint, red, identidad y nube. Característica: unifica señales que un EDR aislado no ve.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Árbol de procesos: relación padre-hijo de procesos con sus argumentos. Característica: revela el linaje de una ejecución sospechosa.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osquery: expone el SO como tablas SQL consultables. Característica: hunting e inventario en lenguaje familiar.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Velociraptor: plataforma DFIR/hunting con su lenguaje VQL. Característica: recolección forense y caza a escala de flota.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Aislamiento de host: desconecta el endpoint de la red salvo del EDR. Característica: contiene sin apagar, preservando evidencia.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Investigación resuelta — `rundll32.exe` con conexión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alerta señala rundll32.exe, pero el analista localiza su ProcessGuid, no todos los procesos con el mismo nombre. El padre es un binario en el perfil del usuario; la línea de comandos carga una DLL…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Hacia atrás se encuentra un archivo descargado por navegador. Hacia adelante se observan un cambio de Run key y una conexión. Se busca el hash en la flota y también el patrón padre–hijo, porque una…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Antes de aislar, el playbook confirma que es una estación y que la consola EDR mantendrá comunicación. Se captura la evidencia prioritaria, se aísla con autoridad registrada y se verifica el estado.…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reconstruye linaje por instancia, diferencia estado actual de historia, corrobora con otra fuente y justifica respuesta y reversión. Marcar un proceso como malicioso solo por nombre o hash…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laboratorio aislado: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osquery en Windows/Linux para consultas de estado.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Velociraptor (servidor + cliente) para hunting y colección.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Wazuh (clase 185) como capa de detección de endpoint gratuita.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Sysmon como fuente de telemetría rica.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prueba de un EDR comercial en su edición de evaluación.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acciones de respuesta (aislar, matar procesos) se practican solo sobre tus propias máquinas de laboratorio.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Investiga y contén un endpoint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Instala la telemetría. Sysmon + agente Velociraptor + osquery en el Windows de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actividad sospechosa. En la VM, simula una cadena benigna-pero-anómala (p. ej. cmd.exe lanzando powershell -enc ... con un script inofensivo).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Reconstruye el árbol. En Velociraptor, ejecuta un artefacto de listado de procesos o consulta la telemetría Sysmon para ver padre→hijo→nieto.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Consulta la flota con osquery. SELECT name, path, parent FROM processes WHERE name='powershell.exe'; y correlaciona con conexiones: tabla processopensockets.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una línea de tiempo. Ordena por time los eventos: creación de proceso, archivo escrito, conexión de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Contén. Con Velociraptor, ejecuta un flujo de aislamiento de host de laboratorio y verifica que solo el agente mantiene conectividad.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Recolecta evidencia. Lanza una colección (procesos, autoruns, prefetch) para preservar el estado antes de remediar.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3 consultas osquery para hunting (procesos sin firma, autoruns, usuarios).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la diferencia entre matar un proceso y aislar el host, y cuándo usar cada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Reconstruye un árbol de procesos a partir de eventos Sysmon.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EDR y antivirus con un ejemplo de amenaza que solo uno detecta.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artefacto de Velociraptor para listar tareas programadas.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3 técnicas de tamper de EDR y una mitigación para cada una.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una actividad sospechosa simulada en tu endpoint de laboratorio y entrega: árbol de procesos, línea de tiempo, evidencia recolectada y la acción de contención aplicada. Criterio de…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Matas el proceso y pierdes evidencia — Recolecta antes de responder; aísla en vez de apagar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EDR no ve el ataque — Telemetría insuficiente o exclusiones amplias; revisa cobertura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osquery devuelve vacío — Tabla equivocada o permisos; verifica con .tables y privilegios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Host aislado sin poder investigar — Regla de aislamiento bloqueó también al agente; ajusta la política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Alertas EDR sin contexto de linaje — Falta correlación padre-hijo; habilita registro de línea de comandos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¿EDR o antivirus?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Ambos. El EPP/AV bloquea lo conocido y barato de parar; el EDR detecta comportamiento y permite responder. Se complementan; el AV suele ser una capa del EDR.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practicar EDR sin comprar uno?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Sí. Velociraptor, osquery, Wazuh y Sysmon cubren los conceptos clave —telemetría, hunting, colección y respuesta— de forma gratuita y realista.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EDR es infalible?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Existen técnicas de evasión y tamper. Por eso el blue team combina EDR con telemetría de red, identidad y hunting: defensa en profundidad.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🏢 En la empresa: EDR/XDR comerciales como CrowdStrike Falcon, Microsoft Defender for Endpoint, SentinelOne o Elastic Security — el análisis de endpoint es transferible entre productos.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🛠️ RootCause Windows Inspector (Apache-2.0) — sensor forense de comportamiento para Windows · lab: labs/rootcause-windows.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Murdoch, D. Blue Team Handbook: SOC, SIEM, and Threat Hunting Use Cases.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Velociraptor: documentación oficial de VQL, artefactos, colecciones y respuesta remota; su presencia no garantiza retención histórica de cada evento — &lt;https://docs.velociraptor.app/&gt;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osquery: documentación oficial de tablas y consultas; muchas tablas describen estado al momento de consultar, no una secuencia histórica — &lt;https://osquery.readthedocs.io/&gt;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Microsoft Defender for Endpoint: documentación oficial del flujo de investigación de dispositivos usada como ejemplo de EDR comercial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ATT&amp;CK, Defense Evasion: fuente primaria de comportamientos que pueden intentar reducir visibilidad o eludir controles — &lt;https://attack.mitre.org/tactics/TA0005/&gt;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d159138f0fc615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186684"/>
            <a:ext cx="8229600" cy="11247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