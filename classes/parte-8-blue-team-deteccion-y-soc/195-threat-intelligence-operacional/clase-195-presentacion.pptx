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195 — Threat intelligence operacional</a:t>
            </a:r>
          </a:p>
          <a:p>
            <a:r>
              <a:rPr sz="1600">
                <a:solidFill>
                  <a:srgbClr val="2E8B57"/>
                </a:solidFill>
              </a:rPr>
              <a:t>parte 8 blue team deteccion y soc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Convertir la inteligencia de amenazas (threat intelligence) en detección y decisiones, no en un feed que nadie lee. Aprenderás a distinguir los niveles de intel (estratégica, operacional, táctica), a…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Diferenciar los niveles de threat intelligence y sus consumidores.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el ciclo de inteligencia (dirección → recolección → análisis → difusión).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Gestionar IOCs y TTPs con MISP/OpenCTI y estándares STIX/TAXII.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Operacionalizar intel en detecciones sin degradar la señal.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Evaluar la calidad y caducidad de una fuente de intel.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Niveles de intel (estratégica/operacional/táctica)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Ciclo de inteligencia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IOCs vs IOAs vs TTPs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STIX/TAXII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MISP y OpenCTI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Scoring y caducidad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Operacionalización en SIEM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inteligencia empieza con una decisión del consumidor, no con un feed. Un requerimiento define qué necesita saber, para cuándo y qué acción habilitará. Lo estratégico orienta riesgo; lo operacional…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observable es un hecho técnico; un indicador añade afirmación y contexto; una TTP suele persistir más que una IP. Cada objeto necesita procedencia, confianza, vigencia y retirada. STIX modela…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«Recibir más indicadores» no define éxito. Un requerimiento podría ser: «¿qué infraestructura y procedimientos de campañas contra nuestro sector podemos convertir esta semana en controles para correo…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Estratégica, operacional y táctica describen alcance y audiencia, no jerarquía de calidad. Dirección puede necesitar tendencia e impacto; respuesta, secuencia de campaña; detección, observables y…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IP encontrada en un reporte es un observable. Se vuelve indicador cuando se añade relación, periodo, fuente y confianza: «servidor C2 observado por esta campaña entre estas fechas». La dirección…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confianza separa credibilidad de fuente y fuerza de la asociación. Dos fuentes pueden repetir el mismo origen y no ser independientes. Se preserva procedencia y se evita incrementar confianza solo…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STIX representa objetos como indicator, malware, campaign o attack-pattern y sus relaciones; TAXII define servicios para intercambiarlos. Implementar ambos no garantiza calidad: objetos sin fechas…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PIR: requerimiento prioritario de inteligencia.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Observable: dato técnico sin conclusión suficiente.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Indicador: patrón contextualizado que puede señalar actividad.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TTP: táctica, técnica o procedimiento.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Provenance: origen y transformaciones de información.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STIX: lenguaje estructurado para CTI.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TAXII: protocolo de intercambio de CTI.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Threat intelligence: conocimiento sobre amenazas que informa decisiones. Característica: debe ser accionable y contextual, no un simple listado.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Intel estratégica: tendencias y riesgos para la dirección. Característica: horizonte largo, lenguaje de negocio.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Intel operacional: campañas y actores concretos. Característica: guía la priorización de detección.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Intel táctica: IOCs y TTPs concretos. Característica: se consume en el SIEM/EDR de forma directa.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IOC (Indicator of Compromise): artefacto observable de un ataque (hash, IP, dominio). Característica: fácil de operacionalizar, pero volátil (base de la pirámide del dolor).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STIX/TAXII: formato y protocolo estándar para representar e intercambiar intel. Característica: interoperabilidad entre plataformas.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TIP (Threat Intelligence Platform): software para agregar, enriquecer y distribuir intel (MISP, OpenCTI). Característica: gestiona ciclo de vida y scoring de indicadores.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🔍 Producto resuelto — campaña contra identidad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requerimiento pregunta qué infraestructura y procedimientos de una campaña reciente pueden cambiar controles de identidad esta semana. Se recogen reportes primarios y observaciones internas. Una…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análisis encuentra además uso de aplicaciones OAuth y phishing de sesión. Esas TTP producen acciones más duraderas: revisar consentimientos, detectar aplicaciones nuevas y monitorizar tokens. Para…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STIX se modelan objetos y relaciones; TAXII puede transportarlos. Antes de bloquear una IP se busca retrospectivamente y se evalúa infraestructura compartida. TLP regula compartición del producto…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parte de un requerimiento, diferencia observable, indicador y TTP, conserva procedencia/tiempo/confianza, y demuestra qué decisión produjo el producto. Importar un feed sin consumidores ni…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MISP o OpenCTI desplegado en laboratorio (Docker) como TIP.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Feeds abiertos (p. ej. abuse.ch, listas OSINT) para poblar la plataforma.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Conector STIX/TAXII hacia tu SIEM para consumir indicadores.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Tu SIEM con capacidad de lookups/threat match (Splunk, Elastic Threat Intel).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 únicamente feeds y fuentes públicas o autorizadas; no distribuyas intel sensible fuera de su marco de compartición (TLP).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De feed a detección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Levanta el TIP. Despliega MISP/OpenCTI en Docker y accede al panel.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Ingesta feeds. Habilita 2–3 feeds abiertos (p. ej. listas de C2/malware de abuse.ch) y sincroniza.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Enriquece un evento. Toma un IOC de la clase 193 (dominio de tu beacon de laboratorio) y créalo como indicador con su contexto y TLP.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Puntúa y caduca. Asigna un score y una fecha de expiración; revisa cómo la plataforma degrada indicadores viejos.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Conecta al SIEM. Configura el consumo STIX/TAXII y un lookup de threat match sobre tráfico de red/DNS.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 con intel. Genera tráfico hacia un indicador de la lista y confirma que el SIEM lo marca.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Prioriza por TTP. Mapea la campaña asociada a técnicas ATT&amp;CK y compárala con tu cobertura (clase 187).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 5 piezas de intel en estratégica/operacional/táctica.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por qué los IOCs caducan y cómo gestionarlo con scoring.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el flujo del ciclo de inteligencia para tu SOC.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 un lookup de threat match y prueba un hit.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MISP y OpenCTI en modelo de datos y casos de uso.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el semáforo TLP y cuándo se puede compartir cada nivel.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Operacionaliza un conjunto de indicadores desde tu TIP hasta una detección funcional en el SIEM, con scoring y caducidad definidos. Criterio de aceptación: un evento de tu laboratorio que coincide…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Miles de falsos positivos por IOCs — Feeds sin scoring/caducidad; filtra por fiabilidad y expira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Intel que nadie usa — Se acumula sin operacionalizar; cierra el ciclo hacia detección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Hits sin contexto — Falta enriquecimiento; añade campaña, TTP y TLP al indicador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Compartes intel sensible — Ignoras el TLP; respeta el marco de compartición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Solo IOCs, nunca TTPs — Detección frágil; sube en la pirámide del dolor hacia comportamiento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¿Más feeds = más seguridad?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Feeds sin curar generan ruido y falsos positivos. Vale más un puñado de fuentes fiables, puntuadas y caducadas que un torrente de IOCs muertos.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¿La intel táctica (IOCs) basta?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 útil pero volátil: el atacante cambia hash e IP en segundos. Complétala con intel operacional y TTPs, que son mucho más duraderos de detectar.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es el TLP?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Traffic Light Protocol clasifica cuánto puedes difundir una información (RED/AMBER/GREEN/CLEAR). Respetarlo es clave para participar en comunidades de compartición.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 verificables y alcance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OASIS CTI: documentación oficial de STIX 2.1 y TAXII 2.1 para representación e intercambio; estandarizar objetos no garantiza exactitud ni vigencia — &lt;https://oasis-open.github.io/cti-documentation/&gt;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FIRST TLP 2.0: fuente oficial de las marcas y reglas de compartición TLP; no reemplaza controles legales, contractuales o de privacidad — &lt;https://www.first.org/tlp/&gt;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MISP: documentación oficial de eventos, atributos, objetos, taxonomías y compartición — &lt;https://www.misp-project.org/documentation/&gt;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OpenCTI: documentación oficial de su modelo de grafo basado en STIX 2.1; respalda relaciones y procedencia, no la atribución automática — &lt;https://docs.opencti.io/latest/usage/data-model/&gt;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Murdoch, D. Blue Team Handbook: SOC, SIEM, and Threat Hunting Use Cases: bibliografía profesional complementaria para operacionalización.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72fd6c05aa5320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108960"/>
            <a:ext cx="8229600" cy="1280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