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195 — Threat intelligence operacional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la inteligencia de amenazas (threat intelligence) en detección y decisiones, no en un feed que nadie lee. Aprenderás a distinguir los niveles de intel (estratégica, operacional, táctica), 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los niveles de threat intelligence y sus consumidores.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de inteligencia (dirección → recolección → análisis → difusión).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IOCs y TTPs con MISP/OpenCTI y estándares STIX/TAXII.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Operacionalizar intel en detecciones sin degradar la señal.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 calidad y caducidad de una fuente de intel.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Niveles de intel (estratégica/operacional/táctica)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de inteligencia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IOCs vs IOAs vs 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STIX/TAXII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MISP y OpenCTI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Scoring y caducidad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Operacionalización en SIEM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inteligencia empieza con una decisión del consumidor, no con un feed. Un requerimiento define qué necesita saber, para cuándo y qué acción habilitará. Lo estratégico orienta riesgo; lo operacional…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observable es un hecho técnico; un indicador añade afirmación y contexto; una TTP suele persistir más que una IP. Cada objeto necesita procedencia, confianza, vigencia y retirada. STIX modela…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servicio DDoS-for-hire obliga a separar actor, capacidad, infraestructura, servicio, cliente,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campaña, objetivo, observable, indicador y TTP. Una IP puede ser infraestructura compartida;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certificado puede reutilizarse; un ASN aloja también actividad legítima. STIX expresa relaciones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MISP/OpenCTI conserva procedencia, confianza y vigencia. El Diamond Model ayuda a contrastar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adversario, capacidad, infraestructura y víctima, pero no convierte una relación técnica en atribución.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PIR: requerimiento prioritario de inteligencia.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Observable: dato técnico sin conclusión suficiente.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Indicador: patrón contextualizado que puede señalar actividad.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TTP: táctica, técnica o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Provenance: origen y transformaciones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STIX: lenguaje estructurado para CTI.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TAXII: protocolo de intercambio de CTI.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intelligence: conocimiento sobre amenazas que informa decisiones. Característica: debe ser accionable y contextual, no un simple listado.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 estratégica: tendencias y riesgos para la dirección. Característica: horizonte largo, lenguaje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 operacional: campañas y actores concretos. Característica: guía la priorización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 táctica: IOCs y TTPs concretos. Característica: se consume en el SIEM/EDR de forma directa.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(Indicator of Compromise): artefacto observable de un ataque (hash, IP, dominio). Característica: fácil de operacionalizar, pero volátil (base de la pirámide del dolor).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STIX/TAXII: formato y protocolo estándar para representar e intercambiar intel. Característica: interoperabilidad entre plataformas.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TIP (Threat Intelligence Platform): software para agregar, enriquecer y distribuir intel (MISP, OpenCTI). Característica: gestiona ciclo de vida y scoring de indicadores.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Producto resuelto — campaña contra identidad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requerimiento pregunta qué infraestructura y procedimientos de una campaña reciente pueden cambiar controles de identidad esta semana. Se recogen reportes primarios y observaciones internas.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encuentra además uso de aplicaciones OAuth y phishing de sesión. Esas TTP producen acciones más duraderas: revisar consentimientos, detectar aplicaciones nuevas y monitorizar tokens.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STIX se modelan objetos y relaciones; TAXII puede transportarlos. Antes de bloquear una IP se busca retrospectivamente y se evalúa infraestructura compartida. TLP regula compartición del producto…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parte de un requerimiento, diferencia observable, indicador y TTP, conserva procedencia/tiempo/confianza, y demuestra qué decisión produjo el producto. Importar un feed sin consumidores ni…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 o OpenCTI desplegado en laboratorio (Docker) como TIP.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Feeds abiertos (p. ej. abuse.ch, listas OSINT) para poblar la plataforma.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Conector STIX/TAXII hacia tu SIEM para consumir indicadores.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con capacidad de lookups/threat match (Splunk, Elastic Threat Intel).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únicamente feeds y fuentes públicas o autorizadas; no distribuyas intel sensible fuera de su marco de compartición (TLP).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De feed a detección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el TIP. Despliega MISP/OpenCTI en Docker y accede al panel.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Ingesta feeds. Habilita 2–3 feeds abiertos (p. ej. listas de C2/malware de abuse.ch) y sincroniza.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Enriquece un evento. Toma un IOC de la clase 193 (dominio de tu beacon de laboratorio) y créalo como indicador con su contexto y TLP.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Puntúa y caduca. Asigna un score y una fecha de expiración; revisa cómo la plataforma degrada indicadores viejos.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 al SIEM. Configura el consumo STIX/TAXII y un lookup de threat match sobre tráfico de red/DNS.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con intel. Genera tráfico hacia un indicador de la lista y confirma que el SIEM lo marca.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por TTP. Mapea la campaña asociada a técnicas ATT&amp;CK y compárala con tu cobertura (clase 187).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5 piezas de intel en estratégica/operacional/táctica.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los IOCs caducan y cómo gestionarlo con scoring.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flujo del ciclo de inteligencia para tu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lookup de threat match y prueba un hit.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MISP y OpenCTI en modelo de datos y casos de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semáforo TLP y cuándo se puede compartir cada nivel.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Operacionaliza un conjunto de indicadores desde tu TIP hasta una detección funcional en el SIEM, con scoring y caducidad definidos. Criterio de aceptación: un evento de tu laboratorio que coincide…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Miles de falsos positivos por IOCs — Feeds sin scoring/caducidad; filtra por fiabilidad y expira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 que nadie usa — Se acumula sin operacionalizar; cierra el ciclo hacia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Hits sin contexto — Falta enriquecimiento; añade campaña, TTP y TLP al indicador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Compartes intel sensible — Ignoras el TLP; respeta el marco de compartición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IOCs, nunca TTPs — Detección frágil; sube en la pirámide del dolor hacia comportamiento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¿Más feeds = más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Feeds sin curar generan ruido y falsos positivos. Vale más un puñado de fuentes fiables, puntuadas y caducadas que un torrente de IOCs muertos.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intel táctica (IOCs) basta?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útil pero volátil: el atacante cambia hash e IP en segundos. Complétala con intel operacional y TTPs, que son mucho más duraderos de detectar.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el TLP?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Traffic Light Protocol clasifica cuánto puedes difundir una información (RED/AMBER/GREEN/CLEAR). Respetarlo es clave para participar en comunidades de compartición.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OASIS CTI: documentación oficial de STIX 2.1 y TAXII 2.1 para representación e intercambio; estandarizar objetos no garantiza exactitud ni vigencia — &lt;https://oasis-open.github.io/cti-documentation/&gt;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 TLP 2.0: fuente oficial de las marcas y reglas de compartición TLP; no reemplaza controles legales, contractuales o de privacidad — &lt;https://www.first.org/tlp/&gt;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MISP: documentación oficial de eventos, atributos, objetos, taxonomías y compartición — &lt;https://www.misp-project.org/documentation/&gt;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OpenCTI: documentación oficial de su modelo de grafo basado en STIX 2.1; respalda relaciones y procedencia, no la atribución automática — &lt;https://docs.opencti.io/latest/usage/data-model/&gt;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T1498 y sus subtécnicas modelan Network Denial of Service — &lt;https://attack.mitre.org/techniques/T1498/&gt;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DOJ: acción coordinada contra servicios DDoS-for-hire de mayo de 2025 — &lt;https://www.justice.gov/usao-cdca/pr/law-enforcement-seizes-9-ddos-hire-webpages-part-global-crackdown-booter-and-stresser&gt;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Cases: bibliografía profesional complementaria para operacionalización.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72fd6c05aa5320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822960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c90f555152fa0b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06724"/>
            <a:ext cx="8229600" cy="4846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