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199 — Ingeniería de detección como disciplina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la detección como ingeniería, no como un conjunto de reglas sueltas: un ciclo de vida con requisitos, desarrollo, pruebas, despliegue, versionado y retiro, gestionado como código…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vida de una detección (idea → desarrollo → prueba → producción → retiro).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detecciones como código en un repositorio con CI/CD.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cada detección con metadatos, contexto y respuesta esperada.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detecciones con Atomic Red Team y pruebas automatizadas.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calidad (precisión, falsos positivos, cobertura, deuda de detección).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Detection Engineering como disciplina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 una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Detection-as-code y control de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CI/CD para detecciones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Documentación y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Validación con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Calidad y deuda de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ingeniería de detección trata cada analítica como producto mantenible. Comienza con hipótesis y contrato de datos, no con sintaxis del SIEM. El contrato declara fuentes, campos, semántica…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Detection-as-code incluye regla, metadatos, mapeos y fixtures positivos y negativos. CI valida esquema, conversión, resultados y coste. En producción se vigilan tasa, latencia, campos nulos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Detection Strategies conecta comportamiento, analítica y fuentes posibles; Sigma ofrece una especificación portable; Atomic Red Team aporta procedimientos controlados. Ninguna fuente…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contrato de datos nombra productor, campos, tipos, significado, latencia, retención y umbrales de calidad. Para detectar creación remota de servicio, por ejemplo, no basta servicename: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Detection-as-code no es guardar consultas en Git. El repositorio incluye regla, explicación, ATT&amp;CK justificado, datos requeridos, fixtures, conversión, propietario, severidad, excepciones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puede generar un procedimiento conocido, pero ejecutar un test no demuestra cobertura completa de la técnica. Valida esa variante, sistema y configuración. Se registra comando…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rollout puede comenzar en modo hunting, después alertar a un grupo y finalmente ampliar. Se vigilan coincidencias, entidades únicas, latencia, errores, campos nulos y esfuerzo de triaje. Un…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de datos: requisitos verificables de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Detection-as-code: contenido versionado y probado.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Fixture: evento de prueba con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CI: validaciones automáticas previas a integrar.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Drift: cambio del entorno que degrada una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Observabilidad de regla: métricas sobre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Retiro: desactivación documentada.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de detección: disciplina de crear, probar y mantener detecciones con rigor de ingeniería. Característica: ciclo de vida, calidad medible y mejora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Detection-as-code: gestionar reglas como código versionado (Sigma en Git). Característica: revisión por pares, historial y reproducibilidad.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CI/CD de detecciones: pipeline que valida sintaxis, convierte y prueba reglas automáticamente. Característica: previene reglas rotas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 detección: contexto de la regla (autor, ATT&amp;CK, falsos positivos, respuesta). Característica: acelera el triaje y el mantenimiento.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Validación: ejecutar la técnica y comprobar que la regla dispara. Característica: distingue cobertura real de teórica.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Deuda de detección: reglas obsoletas, ruidosas o sin dueño. Característica: degrada la señal si no se gestiona.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Precisión de detección: proporción de alertas verdaderas sobre el total. Característica: mide la calidad, no la cantidad.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Producto completo — ciclo de una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historia de usuario defensiva define que el SOC necesita reconocer creación remota de servicios en servidores críticos. El contrato declara eventos, host, servicio, identidad, origen, proceso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 valida esquema y resultados. El despliegue inicia en modo observación, mide volumen y luego crea alertas para un grupo. En producción se vigilan último evento por fuente, coincidencias, campos…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Meses después la plataforma migra y la regla es sustituida. Se retira con motivo, reemplazo y dependencias, manteniendo historial. El producto cubrió un ciclo completo, no solo el momento de…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entrega repositorio reproducible, contrato, pruebas, rollout, métricas y retiro. Una regla activa sin dueño, datos vigilados ni negativo conocido se considera deuda.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Git para tus reglas Sigma (clase 186) como fuente de verdad.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sigma-cli/pySigma en un pipeline de CI (GitHub Actions/GitLab CI) para validar y convertir.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para validar que cada detección dispara ante su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de laboratorio como destino de despliegue.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metadatos por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validaciones con Atomic Red Team se ejecutan solo en tu laboratorio propio y aislado.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 pipeline de detección como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repo. Crea detections/ con tus reglas Sigma y una plantilla de metadatos (título, ATT&amp;CK, fuente de datos, falsos positivos, respuesta).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validación de sintaxis. Un job de CI que corra sigma check sobre todas las reglas al hacer push.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automáticamente. Otro paso que compile cada regla a tu backend (sigma convert) y falle si alguna no compila.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nueva. Por ejemplo, ejecución de certutil descargando un archivo (T1105).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con Atomic. Ejecuta el test atómico correspondiente en tu laboratorio y confirma que la regla dispara en el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respuesta. Añade a la regla qué debe hacer el analista cuando dispare (triaje, contención).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 el ciclo. Marca una regla vieja y ruidosa para retiro; registra la decisión en el historial de Git.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plantilla de metadatos de una detección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pipeline de CI (pseudo-YAML) que valide y convierta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una detección con el test de Atomic Red Team adecuado.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criterios objetivos para retirar una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precisión de una regla con TP/FP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versionado ayuda a auditar cambios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contratos separados para conexión USB, conducta posterior y atribución física; indica qué decisión puede tomar el SOC con cada uno.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mini repositorio de detección como código con al menos tres reglas documentadas, un pipeline que valida y convierte sintaxis, y la evidencia de que una de ellas fue validada con Atomic Red…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rota llega a producción — Sin CI de validación; añade sigma check al pipeline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sabe qué hace una alerta — Falta documentación/respuesta; exige metadatos por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"teórica" que no dispara — No validada; prueba con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ruidosas acumuladas — Deuda de detección sin gestionar; revisa y retira periódicamente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Cambios sin trazabilidad — Detecciones fuera de control de versiones; muévelas a 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tratar detecciones como software?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comparten problemas: calidad, regresiones, mantenimiento y colaboración. Aplicar control de versiones, revisión y CI evita que tu cobertura se degrade sin que nadie lo note.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¿Toda detección debe validarse con Atomic?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exista un procedimiento seguro y representativo, conviene validarlo. Una prueba atómica demuestra la respuesta ante esa variante, datos y configuración; no acredita todas las implementaciones…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retiro una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su ratio de falsos positivos es insostenible, la técnica ya no aplica, o otra regla la cubre mejor. Documenta la decisión: retirar también es ingeniería.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Rules Specification: especificación oficial usada para estructura, validación y conversión de reglas portables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Detection Strategies: contenido oficial para relacionar estrategia, analíticas y componentes de datos — &lt;https://attack.mitre.org/detectionstrategies/&gt;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documentación oficial de pruebas focalizadas, prerrequisitos, permisos y limpieza; una prueba valida el procedimiento y entorno ejecutados, no toda variante de una técnica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Palantir, Alerting and Detection Strategy Framework: marco público para documentar objetivos, lógica, respuesta y prueba; se usa como referencia de diseño, no como estándar normativo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SigmaHQ Rules: repositorio comunitario de contenido que debe adaptarse, probarse, versionarse y mantenerse localmente —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USBGuard Rule Language: campos y semántica verificables para decisiones de autorización USB; VID/PID, nombre y serie no constituyen identidad criptográfica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SetupAPI device installation log: alcance real del registro de instalación de dispositivos en Windows —…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5c47163585a0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22092"/>
            <a:ext cx="8229600" cy="1453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