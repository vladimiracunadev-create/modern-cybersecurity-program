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198 — Casos de estudio de detección</a:t>
            </a:r>
          </a:p>
          <a:p>
            <a:r>
              <a:rPr sz="1600">
                <a:solidFill>
                  <a:srgbClr val="2E8B57"/>
                </a:solidFill>
              </a:rPr>
              <a:t>parte 8 blue team deteccion y soc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Integrar todo lo aprendido en la parte resolviendo casos realistas de detección de principio a fin: desde el compromiso inicial hasta la exfiltración, reconstruyendo la cadena de ataque con…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Reconstruir una intrusión completa a partir de telemetría heterogénea.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Mapear cada fase del ataque a técnicas ATT&amp;CK.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en qué punto cada detección habría interrumpido la cadena.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Priorizar mejoras de detección con base en los huecos observados.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Comunicar el caso con una línea de tiempo y lecciones aprendidas.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Método de análisis de caso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Caso 1: phishing → ejecución → persistencia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Caso 2: movimiento lateral → dominio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Caso 3: C2 → exfiltración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Reconstrucción de línea de tiempo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Mapeo a ATT&amp;CK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Puntos de detección perdidos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caso defensivo reconstruye decisiones desde evidencia, no una narración retrospectiva perfecta. Cada elemento se marca como hecho observado, inferencia sustentada o hipótesis pendiente. Fuente…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distinguen hora del evento, registro e ingesta para ordenar eventos tardíos. Una detección ausente se clasifica: fuente no recolectada, parser defectuoso, analítica inexistente, alerta no creada 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caso empieza con preguntas: qué entidad actuó, qué activo fue afectado, qué cambió y qué evidencia falta. La línea de tiempo reúne eventos con procedencia; el grafo conecta usuarios, procesos…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Esta separación evita retrospectiva perfecta. Sabiendo el resultado, es fácil interpretar toda anomalía como señal evidente. El analista debe registrar qué podía conocerse en ese momento y qué…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Splunk Boss of the SOC ofrece datasets y preguntas de investigación para practicar; EVTX-ATTACK-SAMPLES reúne eventos útiles para probar artefactos. Son materiales de laboratorio, no prueba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ATT&amp;CK se aplica después de entender el comportamiento. Mapear una ejecución a una técnica no añade evidencia; ofrece vocabulario para comunicar. El caso debe explicar qué procedimiento y campos…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alerta perdida se localiza en la cadena. Si el origen nunca generó dato, se corrige instrumentación; si llegó sin campos, parser; si la consulta no coincidió, lógica; si coincidió pero no creó…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Hecho: observación directamente respaldada.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Inferencia: conclusión razonada desde hechos.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Hipótesis: explicación por contrastar.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Timeline: secuencia normalizada de eventos.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Provenance: origen y tratamiento de evidencia.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Regresión: prueba que evita reintroducir un fallo.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Blind spot: comportamiento sin visibilidad suficiente.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 de caso: estudio estructurado de una intrusión para extraer detecciones y lecciones. Característica: enfoque retrospectivo con valor prospectivo.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Línea de tiempo (timeline): secuencia ordenada de eventos del incidente. Característica: base de toda reconstrucción; requiere tiempo sincronizado (clase 182).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Cadena de ataque: fases del compromiso (acceso inicial → ejecución → persistencia → lateral → C2 → exfiltración). Característica: cada eslabón es una oportunidad de detección.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Punto de detección: momento donde una regla habría disparado. Característica: cuanto más temprano, menor el daño.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Pivot: paso de un dato a otro relacionado (proceso→conexión→host). Característica: técnica central de la investigación.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Lección aprendida: mejora concreta derivada del caso. Característica: debe traducirse en detección, control o proceso.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🔍 Caso resuelto — detección ausente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dataset controlado contiene documento, intérprete y conexión. La timeline confirma los tres hechos. En el SIEM existen proceso y red, pero la regla no alertó. Se ejecuta la consulta contra el…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clasificación es «mapeo/parser», no «regla inexistente». Se corrige el pipeline o contrato, se reindexa la muestra cuando procede y se ejecutan fixtures. Después se verifica notable y triaje. El…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informe conserva dataset/commit, hash, versión de parser, consulta antes/después, positivo, negativo y resultado. También registra que la prueba cubre una variante concreta y no todas las…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separa hechos, inferencias e hipótesis; reproduce el gap; lo localiza en una etapa y demuestra regresión. Una narración sin consultas ni procedencia no es caso de estudio verificable.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dataset de intrusión realista: Splunk BOTS, Security Onion con PCAP/logs de ejemplo, o EVTX-ATTACK-SAMPLES (colección de Event Logs de ataques).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Tu SIEM (Splunk/Elastic) para consultar la telemetría del caso.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ATT&amp;CK Navigator para el mapeo.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plantilla de reporte de incidente con línea de tiempo.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Trabaja sobre datasets públicos o de tu laboratorio; no analices datos de terceros sin autorización.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Resuelve una intrusión completa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Carga el dataset. Importa BOTS o los EVTX de ataque en tu SIEM.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Establece el punto de partida. Localiza el acceso inicial (correo de phishing, adjunto, primer proceso anómalo) y fija el T0.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Sigue la ejecución. Pivota del adjunto al proceso (Sysmon 1), a la línea de comandos y a la descarga (Event 3/proxy).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persistencia. Busca tareas programadas, Run keys o servicios creados (4698, Sysmon 13, 7045).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Rastrea el movimiento lateral. Correlaciona logons entre hosts (clase 192): PsExec/WMI/WinRM, 4624 tipo 3/10.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Encuentra el C2 y la exfiltración. Identifica beaconing (clase 193) y salida de datos anómala (clase 191).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la timeline. Ordena todos los eventos con su técnica ATT&amp;CK asociada en una tabla.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Reconstruye la fase de acceso inicial de un caso con sus eventos.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las 6 fases de un caso a técnicas ATT&amp;CK concretas.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el punto de detección más temprano posible y su regla.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5 lecciones aprendidas accionables.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detección nueva derivada de un hueco del caso.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Elabora la línea de tiempo del caso en una sola tabla.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Resuelve un caso completo entregando: línea de tiempo con técnicas ATT&amp;CK por fase, identificación de los puntos de detección perdidos y al menos tres detecciones nuevas que habrían interrumpido la…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Timeline desordenada — Tiempos no sincronizados; normaliza a UTC (clase 182)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Fases sin evidencia — Punto ciego de telemetría; anótalo como hueco a cerrar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Mapeo ATT&amp;CK forzado — Técnica mal asignada; verifica el procedimiento real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"El ataque era indetectable" — Afirmación no demostrada; separa ausencia de telemetría, fallo de ingesta, falta de analítica y comportamiento realmente no observable con las fuentes disponibles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Reporte sin acciones — Análisis sin lecciones; cada caso debe producir mejoras concretas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estudiar casos si ya sé las técnicas?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la realidad mezcla fases, ruido y datos incompletos. Los casos entrenan el pivoteo, la reconstrucción y el criterio, que ninguna clase teórica da por sí sola.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¿Dónde consigo datos realistas para practicar?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Splunk BOTS, Security Onion, EVTX-ATTACK-SAMPLES y los datasets de Atomic Red Team ofrecen telemetría de ataques reproducible y legal para entrenar.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objetivo es encontrar al atacante o mejorar la detección?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Ambos, pero el valor duradero está en las detecciones y lecciones que dejas: cada caso resuelto debe hacer al SOC más difícil de sorprender la próxima vez.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 verificables y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ATT&amp;CK: fuente primaria para mapear procedimientos demostrados por evidencia; el mapeo no reemplaza la reconstrucción temporal — &lt;https://attack.mitre.org/&gt;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Splunk BOTS v3: dataset público mantenido por Splunk para investigaciones reproducibles; los hechos del caso se derivan del dataset, no se generalizan como frecuencia real —…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EVTX-ATTACK-SAMPLES: colección comunitaria de eventos Windows para laboratorio; cada muestra debe identificarse y conservarse con su procedencia — &lt;https://github.com/sbousseaden/EVTX-ATTACK-SAMPLES&gt;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Bejtlich, R. The Practice of Network Security Monitoring. No Starch Press: bibliografía complementaria sobre razonamiento investigativo.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Sanders, C. y Smith, J. Applied Network Security Monitoring. Syngress: bibliografía complementaria sobre análisis de evidencia de red.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b7177cbeee05ff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00984"/>
            <a:ext cx="8229600" cy="8961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