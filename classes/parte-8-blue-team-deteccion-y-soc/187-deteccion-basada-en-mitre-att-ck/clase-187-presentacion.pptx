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187 — Detección basada en MITRE ATT&amp;CK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MITRE ATT&amp;CK como columna vertebral de la detección: hablar de comportamiento adversario con un vocabulario común, mapear tus detecciones a técnicas, medir cobertura con ATT&amp;CK Navigator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la matriz ATT&amp;CK (tácticas, técnicas, subtécnicas) y su terminología.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detecciones y fuentes de datos a técnicas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Visualizar cobertura y huecos con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detecciones con la pirámide del dolor de David Bianco.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los data sources de ATT&amp;CK para saber qué telemetría requiere cada técnica.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de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Tácticas vs técnicas vs procedimientos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Pirámide del dolor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Data sources y componentes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ATT&amp;CK Navigator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Detecciones por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Grupos y software (intel)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organiza conocimiento sobre comportamientos observados, no genera reglas automáticamente. Una táctica expresa el objetivo; una técnica, el método; un procedimiento, una implementación…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mapeo baja hasta campos concretos: proceso, autenticación, conexión o cambio de servicio. Una celda coloreada debe distinguir dato disponible, analítica diseñada, prueba superada y operación…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T1021 Remote Services reúne formas distintas de acceso remoto. RDP puede dejar autenticación y creación de sesión; SMB puede mostrar acceso a recursos y creación de servicio; WinRM produce otro…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construcción empieza por escenarios relevantes. Si administradores usan RDP mediante un jump host, una relación directa desde una estación común tiene valor. Se necesitan origen, destino, cuenta…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capa de Navigator necesita una leyenda. Verde puede significar fuente presente, regla desplegada o prueba superada, tres estados muy diferentes. Una evaluación útil distingue: sin dato; dato…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brechas también se describen. Quizá la regla vea Windows administrado pero no Linux, o detecte servicio remoto pero no credenciales reutilizadas. Registrar variantes no observadas evita que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prueba controlada ejecuta el procedimiento autorizado y observa cuatro capas: se generó el evento, llegó a plataforma, coincidió la analítica y el proceso respondió. Si falla la primera, no se…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Táctica: objetivo intermedio del adversario.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Técnica: método general para alcanzar un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Subtécnica: variante específica.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implementación observada.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Componente de datos: actividad concreta observable.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Estrategia de detección: enfoque para reconocer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validada: datos, analítica y prueba reproducible.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Táctica: el "por qué" del adversario (Ejecución, Persistencia, Exfiltración). Característica: 14 categorías que forman las columnas de la matriz.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Técnica: el "cómo" (T1059 Command and Scripting Interpreter). Característica: puede tener subtécnicas (T1059.001 PowerShell).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la implementación concreta que usa un grupo. Característica: el nivel más específico y variable.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Pirámide del dolor: modelo que ordena los indicadores por lo difícil que es para el atacante cambiarlos (hash &lt; IP &lt; dominio &lt; artefactos &lt; herramientas &lt; TTPs). Característica: detectar arriba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source (ATT&amp;CK): tipo de telemetría necesaria para detectar una técnica (Process Creation, Network Traffic). Característica: guía tu estrategia de logging.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Navigator: herramienta web para colorear la matriz según cobertura o intel. Característica: comunica huecos visualmente.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Cobertura resuelta — Remote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prioriza T1021 porque los administradores usan un bastión y los accesos directos a servidores críticos no están autorizados. En vez de colorear toda la técnica, se descompone: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 — Evidencia necesaria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RDP directo — autenticación, origen, destino, sesión/proceso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SMB/admin share — acceso a share, escritura, servicio/proceso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WinRM — autenticación, servicio y proceso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SSH — autenticación y comando/sesión en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capa Navigator puede mostrar estos resultados agregados, pero enlaza la ficha de evidencia. Probar RDP no autoriza marcar WinRM o SSH. El estado «dato presente» tampoco significa que un analista…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puede bajar de táctica a procedimiento, componentes y campos, ejecutar una prueba autorizada y describir brechas. El porcentaje de celdas coloreadas no es un resultado aceptable sin…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(versión web oficial o desplegada localmente).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STIX/JSON de ATT&amp;CK para automatizar mapeos si lo deseas.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Tus reglas Sigma de la clase 186 (ya traen tags attack.tXXXX).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DeTT&amp;CT o Atomic Red Team para razonar sobre cobertura y validación (Atomic se usará en profundidad en la clase 200).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Cualquier ejecución de técnicas para validar se hace en el laboratorio propio.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Mapa de cobertura de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Inventaria tus detecciones. Lista tus reglas Sigma/SIEM y anota el attack.tXXXX de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 Navigator. Abre ATT&amp;CK Navigator y crea una capa nueva.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Colorea cobertura. Marca en verde las técnicas que tus reglas cubren; en rojo las críticas sin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tus fuentes. Para 5 técnicas rojas, revisa su data source en ATT&amp;CK y verifica si ya recolectas esa telemetría (clase 182).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la pirámide del dolor. Clasifica 10 de tus detecciones: ¿detectas por hash/IP (base) o por comportamiento/TTP (cima)? Prioriza subir de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con intel. Elige un grupo relevante para tu sector (p. ej. de la página de Groups de ATT&amp;CK) y superpón sus técnicas: cubre primero las que ese grupo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huecos. Genera un plan: 5 técnicas sin cobertura, la telemetría que faltaría y la detección propuesta.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6 indicadores en su nivel de la pirámide del dolor.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una técnica (p. ej. T1053 Scheduled Task) y lista su data source y una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capa de Navigator con la cobertura real de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detectar por hash es frágil con un ejemplo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ataque de la Parte 7 (red team) a una cadena de técnicas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pasarías una detección de nivel IP a nivel TTP.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capa de ATT&amp;CK Navigator que refleje la cobertura de detección de tu laboratorio y un plan priorizado de 5 huecos a cerrar, cada uno con su data source y detección propuesta. Criterio de…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"Cubrimos el 90% de ATT&amp;CK" — Confundes tocar la técnica con detectarla bien; mide profundidad, no solo presencia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Detecciones solo por IOC — Estás en la base de la pirámide; migra a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marcada verde sin telemetría — No hay data source que la respalde; revisa fuentes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Navigator saturado de colores — Falta priorización; filtra por intel relevante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Subtécnicas ignoradas — Mapeas solo a la técnica padre; baja al nivel de subtécnica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intentar cubrir toda la matriz?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Prioriza por amenazas reales de tu sector y por profundidad. Cien técnicas mal cubiertas valen menos que veinte detectadas con solidez.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¿ATT&amp;CK sustituye a la Cyber Kill Chain?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compiten. La Kill Chain describe fases de alto nivel; ATT&amp;CK detalla el "cómo" con técnicas concretas. Muchos equipos usan ambas.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¿Cobertura de Navigator =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mapa, no una garantía. Una técnica en verde puede tener una regla frágil o llena de falsos positivos. Valídala (clase 200, purple team).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base de conocimiento primaria para tácticas, técnicas, subtécnicas, grupos, software y procedimientos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Detection Strategies: contenido oficial que vincula estrategias, analíticas y componentes de datos; no certifica la cobertura de un entorno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MITRE, detecciones y analíticas: guía oficial para interpretar el modelo de detección — &lt;https://attack.mitre.org/resources/get-started/detections-and-analytics/&gt;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Data Components: propiedades observables asociadas a comportamientos; deben traducirse a campos y fuentes concretas del despliegue — &lt;https://attack.mitre.org/datacomponents/&gt;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Navigator: herramienta oficial para crear capas y visualizar decisiones de cobertura; el color de una celda no es evidencia de eficacia —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D. "The Pyramid of Pain": fuente original del modelo conceptual; se usa como heurística de coste para el adversario, no como ley de priorización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DeTT&amp;CT: herramienta comunitaria para administrar cobertura y visibilidad; complementa, pero no sustituye, pruebas locales — &lt;https://github.com/rabobank-cdc/DeTTECT&gt;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e29dc23a4bbcd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25012"/>
            <a:ext cx="8229600" cy="448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