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186 — Escritura de reglas de detección con Sigma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reglas de detección en Sigma como una representación portable de la intención. Aprenderás su estructura y operadores, cómo describir falsos positivos conocidos y cómo convertir con…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una regla Sigma válida (logsource, detection, condition).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selecciones, listas, wildcards y modificadores (contains, endswith, 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reglas Sigma a SPL/EQL/KQL con la CLI de 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Reducir falsos positivos con filter y campo falsepositives.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regla a técnicas MITRE ATT&amp;CK en los tags.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Por qué un formato portable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Anatomía de una regla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Selecciones y condición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Modificadores de campo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Filtros y falsos positivos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Tags ATT&amp;CK y nivel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Conversión con pySigma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describe una detección en formato independiente del SIEM, pero no promete «escribir una vez y ejecutar igual en todas partes». logsource expresa el dato esperado; detection selecciona eventos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listas y selecciones poseen semántica booleana precisa; los modificadores cambian la comparación y los escapes dependen de la especificación. La validación cubre esquema, conversión, ejecución…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«Detectar PowerShell» no es una hipótesis: describe una herramienta legítima y produciría ruido. Una formulación defendible podría ser: «un proceso de Office inicia un intérprete con argumentos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Sigma, selecciones separadas hacen visible el razonamiento. Una selección identifica padres de Office; otra intérpretes; otra términos de red. La condition decide si todas son necesarias o si…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una compilación dependiente del entorno. El pipeline traduce nombres canónicos a campos reales y puede añadir condiciones. Un backend quizá sea sensible a mayúsculas, otro trate…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pruebas cubren esquema, conversión, positivo, negativos representativos y rendimiento. También se prueba un campo ausente: decidir si no coincide o produce error forma parte del diseño. Regla…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status comunica estabilidad; date y modified permiten revisar antigüedad; level orienta, pero la severidad final depende del activo; falsepositives enumera escenarios a investigar, no excepciones…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Logsource: categoría, producto y servicio esperados.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Selection: condiciones sobre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Condition: expresión booleana que combina selecciones.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Modifier: transformación o comparación aplicada a un valor.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Pipeline: mapeos previos a la conversión.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Backend: plataforma que recibe la consulta traducida.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Fixture: evento controlado para probar un resultado.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Sigma: formato abierto en YAML para describir detecciones de log de forma agnóstica al SIEM. Característica: portabilidad entre backends.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logsource: define a qué tipo de log aplica la regla (product, category, service). Característica: enruta la regla a la fuente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detection: bloque con una o más selecciones de campos/valores y la condition que las combina. Característica: núcleo lógico de la regla.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condition: expresión booleana sobre las selecciones (selection and not filter). Característica: define cuándo dispara.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Modificador: sufijo que altera el match (|contains, |endswith, |re, |base64). Característica: expresa coincidencias parciales o codificadas.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falsepositives: campo que documenta causas benignas conocidas. Característica: ayuda al triaje y a afinar.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pySigma / sigma-cli: herramienta que compila Sigma a la consulta del backend. Característica: soporta múltiples pipelines (ECS, Splunk CIM…).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Regla razonada — Office inicia un intérprete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conducta se divide en una selección de procesos padre (WINWORD.EXE, EXCEL.EXE), otra de hijos (powershell.exe, cmd.exe, wscript.exe) y, si los datos lo permiten, argumentos de descarga.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fixture positivo contiene campos mínimos y debe coincidir. Un negativo cercano usa PowerShell iniciado por una herramienta de administración aprobada y no debería hacerlo si la hipótesis exige…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regla se convierte con el pipeline de la organización. Se inspecciona la consulta resultante para comprobar rutas, escape y case sensitivity, luego se ejecuta contra el backend. Una segunda…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entrega incluye hipótesis, logsource, lógica explicada, fixtures, consultas convertidas, resultado real, campos requeridos, falsos positivos contextualizados y dueño. Una regla que pasa validación…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 (pip install sigma-cli) con los plugins de backend (sigma plugin install splunk, elasticsearch).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repositorio SigmaHQ clonado como referencia y banco de ejemplos.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SIEM de las clases anteriores (Splunk o Elastic) para probar las conversiones.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con validación YAML.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las reglas contra datos de laboratorio o el dataset BOTS; no las apliques a sistemas ajenos.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De YAML a alerta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la CLI. pip install sigma-cli y luego sigma plugin install splunk elasticsearch.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regla. Guarda officespawnspowershell.yml: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y convierte a Splunk. sigma convert -t splunk -p splunkwindows officespawnspowershell.yml.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a Elastic. sigma convert -t esql -p ecswindows officespawnspowershell.yml (o el backend/pipeline que uses).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en el SIEM. Pega la consulta generada y confirma que detecta tu simulación (Office→PowerShell) sin marcar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 filtro. Excluye una cuenta de servicio benigna con una selección filter y condition: selection and not filter.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SigmaHQ. Toma una regla real del repo, adáptala a tu entorno y conviértela.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regla Sigma para rundll32.exe con argumentos sospechosos.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modificadores |contains y |re para detectar PowerShell ofuscado.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tu regla a dos backends distintos y compara la salida.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3 falsos positivos plausibles y añádelos al campo correspondiente.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5 reglas a sus técnicas ATT&amp;CK correctas.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regla con condition de umbral (| count() by ... &gt; 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dos reglas Sigma propias (una de ejecución, una de persistencia) con tags ATT&amp;CK, falsos positivos documentados y sus conversiones a tu SIEM. Criterio de aceptación: al menos una regla, ya…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convert falla por pipeline — Falta el pipeline (ECS/CIM); instala/indica -p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consulta no matchea campos — Nombres de campo distintos en tu SIEM; usa el pipeline de mapeo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 dispara con todo — condition demasiado amplia; añade selecciones y filtros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Esperabas que \ — contains fuera obligatorio para comodines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YAML inválido — Indentación o listas mal formadas; valida con linter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¿Sigma reemplaza al lenguaje de mi SIEM?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 reemplaza: lo genera. Escribes en Sigma y compilas a SPL/EQL/KQL. Ganas portabilidad y una única fuente de verdad para tus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versionar mis reglas como código?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y deberías. Guarda tu carpeta de reglas en un repositorio, con revisión y CI que valide sintaxis y conversión (detección como código, clase 199).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usar las reglas de SigmaHQ tal cual?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Úsalas como base, pero adáptalas: cada entorno tiene sus falsos positivos. Copiar sin afinar genera fatiga de alertas.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Rules Specification 2.1.0: especificación oficial de estructura, logsource, detection, condición y metadatos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Conditions: documentación oficial de expresiones, selecciones y cuantificadores usados en condition — &lt;https://sigmahq.io/docs/basics/conditions.html&gt;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 Modifiers: documentación oficial de transformaciones y de la semántica de all; el soporte final depende del backend — &lt;https://sigmahq.io/docs/basics/modifiers.html&gt;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SigmaHQ Rules: repositorio comunitario mantenido por el proyecto; aporta ejemplos, pero cada regla exige adaptación y prueba local — &lt;https://github.com/SigmaHQ/sigma&gt;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sigma-cli / pySigma: implementación oficial de conversión; una conversión válida no demuestra que los campos existan ni que la detección sea eficaz — &lt;https://github.com/SigmaHQ/sigma-cli&gt;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fuente primaria para los identificadores de técnicas usados en etiquetas — &lt;https://attack.mitre.org/&gt;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34197f41dbf15a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92424"/>
            <a:ext cx="8229600" cy="713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