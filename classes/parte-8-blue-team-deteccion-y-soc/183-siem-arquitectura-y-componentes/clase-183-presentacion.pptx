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183 — SIEM: arquitectura y componentes</a:t>
            </a:r>
          </a:p>
          <a:p>
            <a:r>
              <a:rPr sz="1600">
                <a:solidFill>
                  <a:srgbClr val="2E8B57"/>
                </a:solidFill>
              </a:rPr>
              <a:t>parte 8 blue team deteccion y soc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Comprender qué es un SIEM (Security Information and Event Management), de qué piezas se compone y cómo fluye un evento desde la recolección hasta la alerta. Entenderás las decisiones de arquitectura…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Describir la tubería de un SIEM: colección → normalización → indexación → correlación → alertas.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Diferenciar SIEM de un simple almacén de logs y de un EDR/XDR.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Explicar parsing, enriquecimiento y esquemas de datos.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Dimensionar ingesta (EPS/GB por día) y su impacto en licencia y hardware.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Valorar modelos de despliegue: on-prem, cloud-native y SIEM as a Service.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Definición y funciones del SIEM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Pipeline de ingesta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Parsing y normalización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Enriquecimiento (GeoIP, threat intel, activos)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Motor de correlación y reglas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Indexación, búsqueda y retención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7 — Dimensionamiento (EPS, GB/día)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🧠 Explicación en profundidad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Un SIEM es una cadena de suministro de evidencia. Si un eslabón pierde datos, cambia tipos o introduce retraso, la consulta final puede ejecutarse correctamente y aun así responder mal. La…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EPS mide eventos por segundo, mientras GB/día mide bytes ingeridos; ninguno sustituye al otro. El diseño debe considerar picos, tamaño por evento, compresión, réplicas y consultas concurrentes. Un…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enriquecimiento añade valor —criticidad del activo, propietario, identidad o inteligencia—, pero necesita procedencia y caducidad. Una dirección IP puede cambiar de propietario; un usuario puede…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Imagina una caída de red de veinte minutos. Un agente con buffer local puede reenviar los eventos cuando vuelve la conexión; un envío UDP sin confirmación puede perderlos. Ambos dashboards podrían…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dimensionamiento requiere una historia cuantitativa. Si 5.000 endpoints producen un promedio moderado pero una actualización dispara creación de procesos simultánea, el pico puede superar parsers…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diagrama también muestra dos productos diferentes: eventos y casos. Entre ambos deben existir reglas de agrupación. Diez alertas del mismo proceso en un host pueden ser un caso; la misma alerta en…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No toda la telemetría necesita la misma velocidad. Los eventos usados por alertas inmediatas permanecen en una capa de consulta rápida; la historia menos consultada puede pasar a almacenamiento…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📔 Glosario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Forwarder: agente que transporta eventos desde el origen.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Broker: cola duradera que desacopla etapas.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EPS: eventos procesados por segundo.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Backpressure: acumulación causada por un consumidor más lento que el productor.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Índice: estructura optimizada para buscar campos.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Data lake: repositorio de datos a gran escala, usualmente con varios esquemas.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Enriquecimiento: contexto adicional unido a un evento.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SIEM: plataforma que centraliza, normaliza y correlaciona eventos de seguridad para detectar, investigar y reportar. Característica: correlación entre múltiples fuentes en tiempo casi real.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Colector/forwarder: agente o servicio que recibe y reenvía logs (Universal Forwarder de Splunk, Beats de Elastic). Característica: puede filtrar y enrutar en origen.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Parser: convierte texto crudo en campos estructurados (srcip, user, eventid). Característica: específico por tipo de fuente.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Enriquecimiento: añade contexto externo (geolocalización, reputación, propietario del activo). Característica: aumenta la precisión del triaje.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Regla de correlación: lógica que dispara una alerta al cumplirse condiciones sobre uno o varios eventos. Característica: puede ser umbral, secuencia o anomalía.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EPS (Events Per Second): volumen de eventos por segundo. Característica: métrica de dimensionamiento y licenciamiento.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Retención caliente/fría: datos recientes rápidos de consultar (hot) vs históricos baratos (cold). Característica: equilibrio coste/velocidad.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🔍 Diagnóstico resuelto — la regla dejó de alertar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Una detección de creación de cuentas producía resultados diarios y pasa a cero. Reiniciar la búsqueda o bajar el umbral no identifica la causa. Se recorre el pipeline desde el origen: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productor sigue generando el evento; se verifica localmente con una acción controlada.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forwarder informa envío, pero la cola local crece: el destino rechaza conexiones por un certificado renovado.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broker no recibe nuevos eventos de esa fuente, mientras otras mantienen su tasa.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Parseo e índice funcionan para los últimos eventos conocidos; la consulta también coincide con un fixture histórico.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La causa es transporte, no lógica de detección. La respuesta restaura confianza/certificado, observa que la cola drena sin pérdida y comprueba el evento sintético hasta el caso. Si solo se hubiera…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Supón 5.000 endpoints, 0,8 EPS promedio y picos de 4 EPS durante actualizaciones. El promedio conjunto es 4.000 EPS, pero el pico teórico alcanza 20.000. El diseño debe declarar simultaneidad…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✅ Criterio de dominio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alumno debe localizar una falla por etapa, distinguir ingestión de detección, justificar buffer y política de saturación, y explicar cómo permisos, retención y enriquecimiento afectan evidencia.…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Para experimentar la arquitectura, prepara en laboratorio aislado uno de estos stacks: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Splunk Free/Enterprise Trial con un Universal Forwarder enviando datos.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Elastic Stack (Elasticsearch + Logstash/Beats + Kibana) vía Docker Compose.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Wazuh (indexer + manager + dashboard) para un SIEM open source completo.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Reutiliza la telemetría de la clase 182 (Sysmon, Zeek) como fuente de ingesta. Trabaja siempre en tu red de laboratorio.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 — Traza un evento de punta a punta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Levanta el SIEM. Con Docker Compose despliega Elastic (o instala Splunk Free). Confirma acceso a Kibana/Splunk Web.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Conecta una fuente. Reenvía los Sysmon/Event Logs del Windows de laboratorio con Winlogbeat/Universal Forwarder.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Verifica el parsing. Busca un evento de creación de proceso y comprueba que campos como process.commandline o Image están extraídos, no en texto plano.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Añade enriquecimiento. Configura un pipeline que agregue GeoIP a las IP públicas (Logstash geoip o Splunk iplocation).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Escribe una correlación simple. Regla que alerte ante 5 fallos de autenticación (Event ID 4625) seguidos de un éxito (4624) para el mismo usuario en 5 minutos.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Mide la ingesta. Observa EPS/GB por día en el panel de monitoreo del SIEM y proyecta el volumen a 30 días.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Prueba retención. Configura un índice con política de ciclo de vida (ILM en Elastic) que mueva datos a fase fría a los 7 días.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Dibuja el pipeline completo de tu SIEM con cada componente etiquetado.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Calcula el GB/día si ingestas 2.000 EPS con un tamaño medio de evento de 800 bytes.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Escribe el parser (regex o pipeline) para una línea de log de tu firewall.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Compara SIEM on-prem vs cloud-native con 4 criterios (coste, escalado, control, mantenimiento).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Diseña un esquema de enriquecimiento con 3 fuentes de contexto.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Justifica una política hot/warm/cold para 90 días de retención.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Documenta el recorrido de un evento real de tu laboratorio: captura de pantalla del dato crudo, del dato parseado con sus campos, del enriquecimiento aplicado y de la alerta correlacionada que…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Eventos llegan como texto plano — Falta parser para esa fuente; crea/asigna el sourcetype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Licencia excedida en Splunk — Ingesta mayor a lo contratado; filtra ruido en el forwarder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Búsquedas lentísimas — Retención mal segmentada; usa índices y fases hot/cold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Alertas duplicadas — Correlación sin dedup ni throttling; añade ventana de supresión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GeoIP vacío — Base de datos GeoIP no instalada/actualizada; refresca el feed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¿SIEM o data lake?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SIEM prioriza correlación y alertas en tiempo real; el data lake, almacenamiento masivo barato. Muchas arquitecturas modernas combinan ambos (SIEM para lo caliente, lake para histórico).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¿El SIEM reemplaza al EDR?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No. El EDR ve el endpoint en profundidad y responde; el SIEM correlaciona todas las fuentes. Se complementan; el EDR suele ser una fuente del SIEM.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¿Cómo evito que el SIEM se vuelva un basurero de logs?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Ingesta con propósito de detección, no por acumular. Cada fuente debe respaldar al menos un caso de uso de detección o hunting.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 verificables y alcance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NIST SP 800-92: fuente primaria para la arquitectura y los procesos de gestión de logs que un SIEM implementa parcialmente — &lt;https://doi.org/10.6028/NIST.SP.800-92&gt;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Elastic, documentación oficial sobre creación y ejecución de reglas: respalda el recorrido desde datos consultables hasta una alerta en Elastic Security —…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Splunk, documentación oficial de indexación: respalda los conceptos de parsing, índices, tiempo del evento y almacenamiento en Splunk —…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Wazuh, arquitectura oficial: describe agente, servidor, indexer, dashboard y su flujo de datos; no se extrapola automáticamente a otros SIEM —…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Murdoch, D. Blue Team Handbook: SOC, SIEM, and Threat Hunting Use Cases: bibliografía profesional complementaria para casos de uso operativos.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0B3D2E"/>
                </a:solidFill>
              </a:rPr>
              <a:t>Diagrama de la clase</a:t>
            </a:r>
          </a:p>
        </p:txBody>
      </p:sp>
      <p:pic>
        <p:nvPicPr>
          <p:cNvPr id="3" name="Picture 2" descr="a8555da586ff5da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378708"/>
            <a:ext cx="8229600" cy="74066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