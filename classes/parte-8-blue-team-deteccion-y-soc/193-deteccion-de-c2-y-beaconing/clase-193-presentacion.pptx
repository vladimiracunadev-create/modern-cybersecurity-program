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193 — Detección de C2 y beaconing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canales de mando y control (C2) y su patrón de beaconing: las llamadas periódicas que un implante hace a su servidor. Aprenderás a reconocer regularidad temporal, jitter, dominios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funciona un canal C2 y qué es el beaconing (intervalo + jitter).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periodicidad de conexiones con análisis estadístico.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C2 sobre HTTP/S, DNS y dominios de malleable profiles.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JA3/JA3S y fingerprints para detectar frameworks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detecciones de C2 mapeadas a ATT&amp;CK Command and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canal C2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Beaconing: intervalo y jitter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C2 sobre HTTP/S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C2 sobre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Malleable C2 y evasión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JA3/JA3S y fingerprints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Análisis estadístico (RITA)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mando y control permite que una intrusión reciba instrucciones o envíe resultados. Un beacon periódico es solo una forma: puede usar jitter, permanecer inactivo, ocultarse en servicios compartidos…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combinan regularidad, duración, asimetría de bytes, destino novedoso, rareza organizacional y proceso. Entropía de dominio o huella TLS no prueban C2: CDN, actualizadores y software empresarial…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beacon simple contacta cada intervalo. Se ordenan tiempos por entidad y destino, se calculan diferencias y se observa dispersión. Jitter ensancha esa distribución; por ello no se exige igualdad…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tráfico interactivo rompe periodicidad y puede aumentar bytes. Algunos canales usan long polling, servicios cloud o DNS; otros cambian dominios. La detección no debe depender de una única forma.…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estación que consulta un dominio nuevo y establece TLS cada pocos minutos es un candidato. Si el EDR muestra que la conexión pertenece al navegador iniciado por el usuario, la explicación cambia…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Bytes asimétricos no equivalen a exfiltración: un heartbeat suele enviar poco y recibir poco; una descarga legítima recibe mucho. Se estudian dirección, secuencia y rol del sistema. La reputación…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 y otras huellas describen características observadas del cliente, no identidad estable del malware. Bibliotecas compartidas, cambios de TLS y evasión reducen su duración. La entropía de nombres…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C2: canal para controlar un implante.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Beacon: comunicación recurrente de disponibilidad.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Jitter: variación del intervalo.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Periodicidad: repetición temporal medible.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Asimetría de bytes: diferencia entre subida y bajada.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Destino novedoso: contraparte sin historia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DGA: algoritmo que genera dominios.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(Command and Control): infraestructura desde la que el atacante controla los hosts comprometidos. Característica: prioriza sigilo y persistencia del canal.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Beacon: implante que "llama a casa" periódicamente esperando órdenes. Característica: conexiones regulares de bajo volumen.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Jitter: variación aleatoria del intervalo de beacon para evitar detección. Característica: dispersa la periodicidad, pero rara vez la elimina del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Malleable C2: perfiles que hacen que el tráfico imite servicios legítimos (jQuery, CDN). Característica: engaña inspecciones superficiales.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JA3/JA3S: fingerprint del handshake TLS. Característica: algunos frameworks tienen JA3 característicos, detectables aun con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C2: órdenes/datos codificados en consultas y respuestas DNS. Característica: alta cadencia de subdominios y registros TXT inusuales.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Domain fronting: ocultar el destino real tras un dominio de CDN legítimo. Característica: SNI benigno con Host header distinto.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Análisis resuelto — periodicidad con jitter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un host se agrupan conexiones por destino y se ordenan tiempos. Un candidato presenta intervalos cercanos a cinco minutos, con variación de ±20 %. Se calculan mediana y dispersión; no se exige…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clasificar, se compara con inventario: los agentes de monitoreo tienen periodicidad semejante. El endpoint muestra que el candidato pertenece a un ejecutable en ruta temporal cuyo padre fue…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segunda ventana muestra actividad interactiva que rompe el patrón. La detección basada solo en periodicidad la perdería, por lo que se mantiene otra analítica de relación rara proceso–destino. La…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explica intervalos, jitter, ventana y baseline; descarta al menos una alternativa benigna; correlaciona endpoint; y declara límites de cifrado y visibilidad. Un dominio «raro» sin…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(conn/dns/ssl.log) y Suricata como fuentes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 para análisis de beaconing y DNS tunneling sobre logs de Zeek.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framework C2 de laboratorio para generar tráfico de prueba (p. ej. un teamserver propio o un simulador de beacon benigno).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y la telemetría Sysmon (Event 3 y 22) para correlación.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Nunca dirijas C2 real contra sistemas ajenos; todo el tráfico se genera y captura en tu red de pruebas.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Caza el latido del beacon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beacon. En laboratorio, configura un implante benigno que se conecte a un servidor propio cada 60 s con un jitter del 20%.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con Zeek. Deja correr el tráfico varios minutos para acumular suficientes conexiones en conn.log.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periodicidad. Con RITA, importa los logs y ejecuta el análisis de beaconing; observa el score y el intervalo estimado.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manual. En el SIEM, agrupa conexiones por par (origen, destino) y calcula la desviación de los deltas de tiempo: baja varianza = beacon.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C2 sobre DNS. Configura el implante para usar DNS; detecta la alta cadencia de subdominios y respuestas TXT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 TLS. Extrae el JA3 del cliente y compáralo con listas de frameworks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con endpoint. Enlaza la conexión periódica (Sysmon Event 3) con el proceso responsable y su árbol (clase 189).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jitter dificulta la detección y por qué no la impide.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la varianza de intervalos de una serie de conexiones y decide si es beacon.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detección de C2 sobre DNS basada en cadencia y entropía.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JA3 detecta un framework aun con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domain fronting y cómo lo delatarían SNI vs Host header.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beacon de red con el proceso de endpoint que lo genera.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beacon generado en tu laboratorio combinando análisis temporal (periodicidad) y correlación con el proceso de endpoint. Criterio de aceptación: identificas el par origen-destino del beacon…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Servicios legítimos marcan como beacon — Telemetría, updates y sync también son periódicos; añade allowlist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Jitter alto evade tu regla — Umbral de varianza rígido; usa análisis estadístico (RITA) más tolerante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C2 sobre DNS — Falta logging DNS; captura con Zeek/Sysmon 22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 no identifica nada — Framework con perfil malleable; combina con periodicidad y volumen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de CDN — Malleable/domain fronting; correlaciona SNI vs Host y con endpoint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Si el C2 usa jitter, ¿es indetectable?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jitter dispersa el intervalo, pero un beacon sigue siendo mucho más regular que la navegación humana. El análisis estadístico sobre suficientes muestras lo revela.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detectar C2 cifrado?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por metadatos: periodicidad, volumen, JA3, dominios y correlación con el proceso. No necesitas descifrar para reconocer el patrón de un implante.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¿Beaconing siempre es malicioso?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Actualizaciones, telemetría y sincronización también "laten". Por eso se combina periodicidad con reputación de destino, volumen y contexto de endpoint antes de escalar.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Command and Control: fuente primaria para el objetivo táctico y los procedimientos documentados — &lt;https://attack.mitre.org/tactics/TA0011/&gt;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T1071: fuente primaria para protocolos de capa de aplicación utilizados por procedimientos de C2; el uso de HTTP o DNS también puede ser legítimo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RITA: repositorio del proyecto y sus analíticas de metadatos; una puntuación de beaconing es una señal para investigar, no una atribución — &lt;https://github.com/activecm/rita&gt;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JA3: repositorio original del método de huella TLS; documenta el cálculo, pero no convierte una coincidencia en veredicto — &lt;https://github.com/salesforce/ja3&gt;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y Smith, J. Applied Network Security Monitoring. Syngress: bibliografía complementaria para razonar con metadatos de 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d799f4fa1badf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0028"/>
            <a:ext cx="8229600" cy="2478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