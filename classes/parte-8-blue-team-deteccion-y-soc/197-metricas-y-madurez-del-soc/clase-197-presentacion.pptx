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197 — Métricas y madurez del SOC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el rendimiento y la madurez de un SOC con métricas defendibles, evitando indicadores vanidosos que se pueden manipular. Aprenderás a definir KPIs de detección y respuesta (MTTD, MTTR, dwell…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métricas de detección y respuesta con su fórmula y fuente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métricas útiles de las vanidosas o fáciles de manipular.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madurez del SOC con un modelo estructurado.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cuadro de mando para dirección y para 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las métricas para priorizar mejoras (no solo reportar).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Para qué medir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MTTD, MTTR, dwell time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Métricas de calidad de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Métricas vanidosas y gaming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Cobertura ATT&amp;CK como métrica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SOC-CMM y madurez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Cuadro de mando por audiencia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métrica útil empieza por una decisión: objetivo, pregunta, medida, fuente y acción. Si el SOC no sabe qué decisión cambiará, el indicador se convierte en decoración o incentivo perverso.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y MTTR requieren inicio, fin, población y zona horaria. El promedio oculta colas largas; mediana y percentiles muestran distribución. Los incidentes nunca detectados no entran por sí solos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800-55 Vol. 2 propone desarrollar un programa de medición ligado a objetivos de seguridad. Aplicado al SOC, si el objetivo es reducir exposición de activos críticos, la pregunta puede ser…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 es ambiguo porque la R puede significar reconocer, responder, remediar o recuperar. Dos equipos pueden publicar «dos horas» midiendo intervalos distintos. La clase exige escribir la fórmula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precisión se aproxima con verdaderos positivos entre alertas clasificadas como positivas, pero las disposiciones de analistas pueden contener error. Recall exige conocer positivos que la detección…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sufre sesgo de selección: solo incluye incidentes descubiertos y cuyo inicio pudo estimarse. Dwell time reportado externamente suele usar otra población. Por eso se documentan límites y no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SOC-CMM puede ordenar conversaciones de madurez, pero una puntuación necesita evidencia: roles, pruebas, calidad de datos, revisión de reglas, ejercicios y acciones cerradas. ATT&amp;CK Navigator…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Medida: valor obtenido mediante una regla definida.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Métrica: interpretación de medidas para un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Indicador: señal que apoya una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Percentil: umbral bajo el que cae una proporción de casos.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Precisión: proporción de alertas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Recall: proporción de positivos reales detectados.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Ground truth: referencia para evaluar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(Mean Time To Detect): media de un intervalo de detección definido. Característica: requiere inicio, fin, población y límites antes de interpretarse.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 (Mean Time To Respond/Remediate): tiempo hasta contener/erradicar. Característica: mide la respuesta; distingue "respond" de "remediate".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Dwell time: intervalo estimado de presencia no detectada para incidentes conocidos. Característica: está sujeto a sesgo de selección y a incertidumbre sobre el inicio.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Tasa de falsos positivos: proporción de alertas que no eran incidentes. Característica: alta = fatiga y coste; guía el afinado.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ATT&amp;CK: técnicas detectadas frente al total relevante. Característica: mide amplitud; debe combinarse con profundidad.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 vanidosa: número que impresiona pero no informa (p. ej. "alertas procesadas"). Característica: incentiva el gaming, no la mejora.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SOC-CMM: modelo de madurez de capacidades del SOC. Característica: evalúa personas, procesos, tecnología y servicios.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Métrica construida — tiempo hasta contención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reducir exposición de incidentes confirmados de severidad alta. Inicio: timestamp de confirmación registrado en el caso. Fin: aislamiento o revocación verificados. Población: incidentes…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métrica excluye deliberadamente tiempo antes de confirmación; no debe llamarse tiempo desde compromiso. Un caso sin contención se conserva como observación censurada o excepción documentada, no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acompaña con calidad/reapertura para evitar contención aparente. Después de cambiar el proceso se compara una ventana suficiente y se explican cambios de población. NIST SP 800-55 Vol. 2 respalda…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define fórmula con eventos reales, población, segmentación, límites y decisión; detecta incentivos perversos. Escribir «mejorar MTTR» sin definir R ni timestamps no cumple.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tu SIEM/ticketing de laboratorio (o dataset simulado) para calcular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o dashboard (Kibana/Grafana) para el cuadro de 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SOC-CMM (herramienta de autoevaluación gratuita) para medir madurez.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(clase 187) para la métrica de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requieren técnicas ofensivas; es una clase de gobierno y medición.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Cuadro de mando del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tus KPIs. Selecciona 6 métricas: MTTD, MTTR, dwell time, % falsos positivos, cobertura ATT&amp;CK y % incidentes con causa raíz documentada.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fórmula y fuente. Para cada una, especifica cómo se calcula y de qué log/ticket sale.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con datos. Usa tus tickets/alertas de laboratorio (o un CSV simulado) para obtener valores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gaming. Para cada métrica, imagina cómo un equipo podría manipularla y añade un contrapeso (p. ej. MTTR bajo + tasa de reincidencia).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madurez. Completa una autoevaluación SOC-CMM en 2–3 dominios y anota tu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dos vistas. Un dashboard operativo (colas, falsos positivos, cobertura) y uno ejecutivo (tendencia de dwell time, riesgo).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mejoras. Con las métricas, define las 3 acciones de mayor impacto para el próximo trimestre.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fórmula y la fuente de datos de 5 métricas del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3 métricas vanidosas y propón su reemplazo útil.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MTTD y MTTR de un conjunto de 10 incidentes de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contrapeso para evitar el gaming de MTTR.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Completa una mini autoevaluación de madurez en un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 KPI que mida la calidad de las detecciones, no solo la cantidad.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cuadro de mando con al menos 6 métricas (fórmula, fuente y valor calculado), sus contrapesos anti-gaming, y una evaluación de madurez con 3 mejoras priorizadas. Criterio de aceptación…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 excelente, incidentes reinciden — Se cierra sin erradicar; añade métrica de reincidencia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"Procesamos 1M de alertas" — Métrica vanidosa; reporta calidad y resultado, no volumen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ATT&amp;CK al 95% pero se cuelan ataques — Presencia sin profundidad; mide eficacia real de cada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Métricas que nadie usa — Se reportan pero no priorizan; ligá cada métrica a una decisión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inconsistentes — Fuentes mal definidas; documenta fórmula y origen de cada KPI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métrica más importante?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Dwell time es la que mejor refleja el impacto real: cuánto tiempo estuvo el atacante sin ser visto. MTTD y MTTR la explican; el resto la contextualizan.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evitar métricas de volumen?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incentivan el comportamiento equivocado: cerrar alertas rápido o inflar cifras. Mide resultados (detectado, contenido, erradicado), no actividad.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comunico el valor del SOC a dirección?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tendencias de riesgo y dwell time, no con jerga técnica. Muestra cómo la inversión reduce el tiempo de exposición y el impacto potencial.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800-55 Vol. 1: fuente primaria para identificar y seleccionar medidas de seguridad vinculadas con objetivos y decisiones — &lt;https://doi.org/10.6028/NIST.SP.800-55v1&gt;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800-55 Vol. 2: fuente primaria para desarrollar un programa de medición, incluida recolección, análisis, comunicación y revisión — &lt;https://doi.org/10.6028/NIST.SP.800-55v2&gt;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Navigator: herramienta oficial para visualizar capas de cobertura; no calcula eficacia, profundidad ni calidad de telemetría — &lt;https://mitre-attack.github.io/attack-navigator/&gt;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SOC-CMM: modelo público especializado para autoevaluación de madurez; es una referencia de trabajo, no una certificación de NIST o MITRE — &lt;https://www.soc-cmm.com/&gt;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Mandiant M-Trends: informe anual usado como ejemplo de cómo se publica dwell time sobre una población observada; no constituye un benchmark universal — &lt;https://www.mandiant.com/m-trends&gt;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Cases: bibliografía profesional complementaria.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800a1c203c246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10712"/>
            <a:ext cx="8229600" cy="676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