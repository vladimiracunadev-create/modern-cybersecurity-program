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184 — Splunk para detección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Dominar los fundamentos del lenguaje de búsqueda de Splunk (SPL) aplicado a detección: filtrar, transformar, agregar y correlacionar eventos para construir búsquedas de detección y alertas…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búsquedas SPL con filtros, stats, eval y where.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detecciones basadas en umbrales, agregaciones y línea base.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tstats y modelos de datos para búsquedas rápidas.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Programar alertas (saved searches) con acciones y throttling.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el ciclo Notable Event de Splunk Enterprise Security a nivel conceptual.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Anatomía de una búsqueda SPL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Comandos de filtrado y campos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stats, eval, where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tstats y modelos de datos (CIM)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Detección por umbral vs anomalía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Saved searches y alertas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Lookups y enriquecimiento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SPL funciona como una tubería: cada comando recibe un conjunto de resultados y produce otro. El orden importa. Filtrar temprano por tiempo, índice, sourcetype y términos selectivos reduce el trabajo…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Common Information Model no modifica mágicamente los datos: define campos y etiquetas que las fuentes deben mapear. Una búsqueda portable necesita verificar que ese mapeo esté completo y fresco.…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tuning profesional no consiste en añadir exclusiones indefinidamente. Primero se identifica qué hipótesis genera el ruido; luego se incorpora contexto estable —tipo de activo, cuenta de servicio…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Considera una búsqueda que pretende encontrar muchos fallos seguidos de un éxito. El filtro inicial selecciona autenticaciones y periodo; la extracción identifica usuario, origen y resultado;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Antes de optimizar con tstats, se ejecuta una versión transparente sobre una muestra pequeña y se inspeccionan eventos. Después se compara el resultado acelerado con esa referencia. Si CIM no mapea…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búsquedas programadas se anota: frecuencia, ventana, retraso aceptado y clave de deduplicación. Por ejemplo, ejecutar cada cinco minutos sobre los últimos quince absorbe eventos tardíos, pero…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búsqueda exploratoria suele comenzar con eventos crudos y table para verificar nombres y valores. Después eval construye campos derivados con una razón explícita; stats reduce filas y puede…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SPL: lenguaje de búsqueda de Splunk.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Sourcetype: clasificación que guía cómo interpretar eventos.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Pipeline: secuencia de comandos separados por |.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Transformación: operación que resume o cambia el conjunto de resultados.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CIM: modelo común de campos y datasets de Splunk.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Data model acceleration: materialización que permite consultas tstats más rápidas.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Notable: evento de seguridad promovido para triaje.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SPL (Search Processing Language): lenguaje de consulta de Splunk basado en tuberías (|). Característica: componible, cada comando transforma el resultado del anterior.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stats: agrega eventos por campos (count by user). Característica: pieza central para líneas base y umbrales.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tstats: consulta datos acelerados/indexados sin escanear eventos crudos. Característica: órdenes de magnitud más rápido.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CIM (Common Information Model): esquema de normalización de Splunk. Característica: permite escribir detecciones portables entre fuentes.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Lookup: tabla externa (CSV/KV) para enriquecer (ej. lista de activos críticos). Característica: cruza eventos con contexto de negocio.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Saved search / alert: búsqueda guardada que corre en horario y dispara acciones. Característica: soporta throttling para evitar spam de alertas.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Notable Event: alerta gestionable en Splunk ES con estado, propietario y urgencia. Característica: el objeto de trabajo del analista.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Búsqueda razonada — fallos seguidos de éxito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intención es identificar una combinación de cuenta y origen con varios fallos y después un éxito. Una primera búsqueda exploratoria conserva detalle: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después de comprobar campos se construye una agregación. Contar fallos y éxitos en la misma ventana no demuestra que el éxito ocurrió después; para esa condición se conservan tiempos o se usa…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búsqueda de producción añade ventana solapada por retraso de ingesta y una clave de deduplicación. Una lookup identifica cuentas de servicio, pero no las excluye por completo: cambia el contexto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Antes de migrar a tstats, se mapea la fuente al dataset CIM correspondiente y se compara resultado con SPL sobre eventos crudos. Si una fuente no puebla action, la búsqueda acelerada pierde casos…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explica cada comando, demuestra un positivo y un negativo, mide retraso y ejecución, y documenta cualquier excepción con vencimiento. Copiar una consulta que devuelve filas sin justificar…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Splunk Enterprise Trial o Splunk Free en el Windows/Linux de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Datos de muestra: la app Boss of the SOC (BOTS) de Splunk es un dataset público excelente para practicar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Universal Forwarder enviando tus Sysmon/Event Logs de la clase 182.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Splunk Security Essentials (app gratuita con ejemplos de detección mapeados a ATT&amp;CK).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Practica siempre sobre datos de laboratorio o el dataset BOTS.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Detecta con SPL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Explora los datos. Búsqueda base: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index=main sourcetype=XmlWinEventLog EventCode=1 | head 20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Cuenta procesos raros. Línea base de procesos por host: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... EventCode=1 | stats count by Computer, Image | sort - count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ejecución sospechosa. Busca intérpretes lanzados por Office: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... EventCode=1 ParentImage="\\WINWORD.EXE" (Image="\\powershell.exe" OR Image="\\cmd.exe") | table time, Computer, ParentImage, Image, CommandLine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Fuerza bruta de autenticación. Con eventos 4625/4624: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búsqueda que liste los 10 dominios DNS más consultados por host.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regsvr32.exe o mshta.exe con conexión de red saliente.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una línea base de horas de login por usuario y marca actividad fuera de horario.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eval para clasificar la severidad de un evento en alta/media/baja.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una búsqueda lenta en una con tstats y mide la diferencia.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 lookup de cuentas de servicio y suprime sus falsos positivos.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tres búsquedas SPL de detección con su explicación y una de ellas convertida en alerta programada con throttling. Criterio de aceptación: al menos una búsqueda detecta correctamente un patrón…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Búsqueda tarda minutos — Escaneas eventos crudos; usa tstats/modelos de datos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stats no agrupa como esperas — Campo no extraído o mal nombrado; verifica con \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Alerta dispara sin parar — Falta throttling; añade supresión por entidad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Resultados vacíos pero hay datos — Rango de tiempo o índice equivocado; revisa el time picker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CommandLine truncado — Límite de campo; ajusta maxchars/truncation en props.conf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¿stats o transaction?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Prefiere stats: es mucho más eficiente. transaction solo cuando necesitas agrupar eventos por sesión con lógica de inicio/fin que stats no expresa bien.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¿Necesito Splunk ES para detectar?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para aprender. Con Splunk core y saved searches ya construyes detecciones. ES aporta gestión de notables, correlación empaquetada y flujo de incidentes en producción.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usar el CIM?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una detección escrita contra campos CIM funciona sin importar el fabricante del log, evitando reescribir por cada fuente nueva.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Splunk SPL Search Reference: documentación oficial de la sintaxis y semántica de los comandos utilizados en los ejemplos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Splunk Common Information Model: documentación oficial del modelo de datos usado por tstats; una búsqueda CIM depende de que la fuente esté normalizada y el modelo acelerado según el despliegue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Splunk, supresión de alertas: documentación oficial para evitar notificaciones repetidas dentro de una ventana definida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Splunk BOTS v3: repositorio público de Splunk con datos de práctica; sirve como evidencia reproducible de laboratorio, no como fuente normativa — &lt;https://github.com/splunk/botsv3&gt;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Splunk Security Essentials: aplicación oficial/comunitaria de contenido para explorar casos de uso; cada ejemplo debe validarse contra los propios campos y datos —…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bca29892d5d517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98164"/>
            <a:ext cx="8229600" cy="3017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