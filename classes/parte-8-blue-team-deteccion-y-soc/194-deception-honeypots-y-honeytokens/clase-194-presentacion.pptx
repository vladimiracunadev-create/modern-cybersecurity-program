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194 — Deception: honeypots y honeytokens</a:t>
            </a:r>
          </a:p>
          <a:p>
            <a:r>
              <a:rPr sz="1600">
                <a:solidFill>
                  <a:srgbClr val="2E8B57"/>
                </a:solidFill>
              </a:rPr>
              <a:t>parte 8 blue team deteccion y soc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Usar el engaño (deception) para crear señales deliberadamente selectivas: honeypots, honeytokens y cuentas trampa cuyo uso esperado debe ser nulo o muy limitado. Una interacción eleva la prioridad…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Diferenciar honeypots de baja y alta interacción, honeytokens y honeynets.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Desplegar un honeypot de laboratorio y recolectar sus eventos.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Colocar honeytokens (credenciales, archivos, canary tokens) estratégicamente.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Configurar alertas de alta fidelidad ante cualquier interacción con el señuelo.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Integrar las señales de deception en el SIEM y el flujo del SOC.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Deception como estrategia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Honeypots de baja vs alta interacción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Honeytokens y canary tokens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Cuentas y credenciales trampa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Honeynets y engaño distribuido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Colocación estratégica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Alertas de alta fidelidad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Deception crea activos o datos instrumentados cuya interacción es improbable en operación normal. Produce señal de alta confianza, pero no cero falsos positivos: escáneres, administradores 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interacción baja emula menos y reduce riesgo; la alta ofrece realismo y mayor superficie que contener. Un honeytoken no concede acceso real: usa identidad o secreto sintético, único, revocable y…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Colocar un honeypot al azar produce una herramienta más que mantener. Primero se modela por dónde pasaría un adversario: shares de administración, repositorios de configuración, segmentos con…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honeytoken puede ser una credencial sintética, URL única o registro de base de datos. La señal necesita atribución: cada ubicación usa un token diferente para saber qué fue accedido. La credencial…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Interacción alta permite observar más conducta, pero el atacante ejecuta código dentro del entorno señuelo. Se segmenta salida, limita recursos, captura telemetría y define restauración. También se…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Los accesos legítimos se prueban: scanner, backup, indexador y equipo de infraestructura. Una alerta benigna no invalida deception; indica que la colocación o exclusión necesita ajuste. Rotación y…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cuenta señuelo se crea para no iniciar sesiones legítimas y se monitorea en autenticación. Debe carecer de privilegios útiles, tener controles que impidan uso real y distinguir intentos de…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Deception: diseño deliberado de señuelos observables.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Honeypot: sistema instrumentado como objetivo.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Honeytoken: dato sintético cuyo uso alerta.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Interacción baja/alta: funcionalidad ofrecida al visitante.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Canary: recurso que alerta ante acceso inesperado.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Contención: límites que impiden usar el señuelo como pivote.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Rotación: reemplazo controlado de señuelos.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Honeypot: sistema señuelo sin propósito productivo, diseñado para ser sondeado. Característica: toda interacción es sospechosa por definición.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Baja interacción: emula servicios (banners, puertos) sin un SO real. Característica: seguro y fácil, datos limitados.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Alta interacción: SO/servicios reales controlados. Característica: datos ricos, mayor riesgo de ser abusado.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Honeytoken: dato-cebo (credencial, archivo, URL, registro) cuya sola invocación dispara alerta. Característica: no requiere un host dedicado.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Canary token: honeytoken que "avisa" al abrirse (documento, DNS, AWS key). Característica: telemetría de alta fidelidad y despliegue trivial.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Cuenta trampa: identidad sintética sin uso productivo, documentada y monitoreada. Característica: un inicio de sesión es una señal de alta prioridad que debe investigarse con procedencia y contexto…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Honeynet: red de honeypots interconectados. Característica: observa movimiento lateral del atacante.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🔍 Diseño resuelto — token en una ruta de administración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modelo de ataque muestra que un adversario con acceso a un share de documentación buscaría credenciales de automatización. Se coloca un archivo sintético con una URL única que no otorga acceso.…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Antes de activar se prueban backup, indexador, antivirus y administradores. El backup toca el archivo y genera una alerta benigna; se ajusta la colocación o se añade contexto estrecho, no se ignoran…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token tiene dueño, expiración y rotación. El receptor se monitorea y no expone sistemas reales. Si se usa un honeypot de alta interacción, se aplican segmentación, control de salida, captura y…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alumno justifica ubicación por ruta de ataque, demuestra que el señuelo no concede privilegio, prueba alertado y falsos positivos legítimos, y documenta contención y ciclo de vida.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laboratorio aislado y segmentado: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T-Pot o honeypots individuales (Cowrie para SSH/Telnet, Dionaea para malware).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Canarytokens (proyecto open source de Thinkst) para tokens de documento, DNS y AWS.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Cuentas trampa en tu AD de laboratorio con auditoría de logon.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Tu SIEM para centralizar las alertas de los señuelos.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Aísla los honeypots del resto de la red para que, si son comprometidos, no sirvan de trampolín.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— Siembra señuelos y escucha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Despliega un honeypot SSH. Levanta Cowrie en una VM aislada; confirma que registra intentos de login y comandos.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Segmenta. Coloca el honeypot en una VLAN aislada con salida controlada para que no pueda pivotar.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 un canary token. Crea un documento Word/Excel con Canarytokens y colócalo con un nombre atractivo ("nóminas2026.xlsx").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 una cuenta trampa. En el AD de laboratorio, añade "svcbackupadmin" con auditoría de logon y sin uso legítimo.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Simula el intruso. Desde otra VM, sondea el honeypot, abre el documento cebo y usa la cuenta trampa.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Verifica las alertas. Confirma que cada interacción genera una señal: eventos de Cowrie, aviso del canary token, 4624/4625 de la cuenta trampa.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Integra en el SIEM. Enruta todas estas señales a una regla de máxima prioridad ("cualquier toque = incidente").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honeypot de baja y alta interacción con pros/contras.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la colocación de 3 honeytokens en una red corporativa típica.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 una cuenta trampa y su regla de alerta de máxima prioridad.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las señales de deception tienen tan pocos falsos positivos.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 3 riesgos de un honeypot mal segmentado y su mitigación.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 canary token para detectar acceso no autorizado a un repositorio.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Despliega al menos dos mecanismos de deception (p. ej. un honeypot y un honeytoken/cuenta trampa) e intégralos al SIEM con alertas de alta prioridad. Criterio de aceptación: cada interacción simulada…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honeypot se usa como trampolín — Mala segmentación; aíslalo en VLAN sin acceso lateral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Falsos positivos en cuenta trampa — Un escáner de inventario la tocó; excluye esas herramientas o ajusta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Nadie ve las alertas del canary — No integradas al SIEM/notificación; enruta a máxima prioridad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Honeytokens demasiado obvios — Nombres poco creíbles; imita la nomenclatura real de la empresa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Deception olvidada — Señuelos caducan (credenciales rotan); revisa y renueva periódicamente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¿La deception reemplaza a las detecciones normales?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Es una capa complementaria cuya selectividad depende del diseño y de controlar accesos legítimos. Solo observa interacciones con los señuelos desplegados; se combina con SIEM, EDR, telemetría de…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¿No es peligroso poner un honeypot?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Solo si está mal segmentado. Un honeypot aislado, con salida controlada, es seguro. El riesgo aparece cuando puede pivotar hacia la red real.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¿Los honeytokens requieren infraestructura?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Casi nada. Un canary token es un archivo, una URL o una clave que avisa al usarse. Es de las detecciones más baratas y efectivas que existen.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 verificables y alcance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Engage: marco oficial para planificar y analizar adversary engagement; se usa para objetivos, riesgos y operación del engaño — &lt;https://engage.mitre.org/&gt;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MITRE, A Practical Guide to Adversary Engagement: guía primaria del proceso de planificación; no convierte toda interacción con un señuelo en incidente confirmado —…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Canarytokens (Thinkst): implementación mantenida por su proveedor para generar tokens del laboratorio — &lt;https://canarytokens.org/&gt;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Cowrie: repositorio oficial del proyecto SSH/Telnet honeypot; respalda su instalación y capacidades concretas — &lt;https://github.com/cowrie/cowrie&gt;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T-Pot: repositorio oficial de la plataforma para estudiar un despliegue multi-honeypot — &lt;https://github.com/telekom-security/tpotce&gt;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Bejtlich, R. The Practice of Network Security Monitoring. No Starch Press: bibliografía complementaria sobre monitoreo y evidencia de red.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e326d3ef9424303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300984"/>
            <a:ext cx="8229600" cy="89611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