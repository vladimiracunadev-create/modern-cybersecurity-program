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181 — El SOC moderno: roles, niveles y procesos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Security Operations Center (SOC) moderno: cómo se organiza en niveles (L1/L2/L3), qué roles lo componen, cómo fluye una alerta desde que se genera hasta que se cierra, y qué…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roles clave de un SOC y sus responsabilidades.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ciclo de vida de una alerta (triaje → investigación → escalado → respuesta → cierre).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los modelos SOC interno, MSSP, virtual e híbrido según necesidad.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conceptos de MTTD y MTTR para razonar sobre el rendimiento del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cada herramienta (SIEM, EDR, SOAR, TIP) dentro del flujo operativo.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Definición y misión del SOC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Niveles L1/L2/L3 y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Roles: analista, hunter, ingeniero de detección, 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Ciclo de vida de una alerta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Modelos operativos (interno/MSSP/híbrido)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Runbooks y playbooks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base (MTTD, MTTR, dwell time)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SOC no es una sala llena de pantallas: es una capacidad operativa que convierte señales técnicas en decisiones de riesgo. Personas, procesos, datos y herramientas deben funcionar como un sistema.…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niveles L1/L2/L3 son un modelo frecuente, no una norma universal. Su utilidad está en separar decisiones: L1 valida calidad y contexto mínimo; L2 determina alcance e impacto; L3 resuelve…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cierre es una producción de conocimiento: debe registrar disposición, evidencia, causa de falsos positivos y acciones posteriores. Las métricas necesitan puntos de inicio y fin explícitos; «MTTR»…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Supongamos que una regla informa que Word inició PowerShell. El L1 no debería limitarse a leer el nombre de ambos procesos. Primero confirma que el evento corresponde al host y periodo correctos…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L2 recibe el caso con ese contexto y formula preguntas de alcance: ¿ocurrió en más equipos?, ¿la cuenta inició sesiones anómalas?, ¿aparecieron archivos o persistencia?, ¿hay comunicación…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 circuito, no como una cinta transportadora. La flecha de «lecciones» hacia «analítica» obliga a revisar la regla; también puede revelar que falta telemetría, que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L1/L2/L3 sirve para ordenar la carga, pero puede volverse contraproducente si crea silos. El analista que hace triaje conoce primero los patrones de ruido; esa información debe llegar al…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Triaje: clasificación inicial basada en validez, severidad y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Escalada: transferencia documentada de responsabilidad o especialidad.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Caso: contenedor de evidencias y decisiones; no equivale automáticamente a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Runbook: instrucciones repetibles para una tarea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Playbook: coordinación de decisiones, tareas y responsables ante un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RACI: matriz de responsable, aprobador, consultado e informado.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cierre: condiciones verificables para terminar un caso.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 (Security Operations Center): equipo y plataforma que monitorea, detecta, investiga y responde a amenazas de forma continua. Característica clave: opera con procesos definidos, no ad hoc.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Analista L1 (triage): primer filtro; clasifica alertas, descarta falsos positivos evidentes y escala lo que merece investigación. Característica: alto volumen, decisiones rápidas.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Analista L2 (investigación): profundiza, correlaciona múltiples fuentes y determina alcance. Característica: pivota entre telemetría de red, endpoint e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L3 / Threat Hunter / Ingeniero de detección: caza proactiva, crea y afina detecciones, lidera incidentes complejos. Característica: trabaja por hipótesis, no solo por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media de un intervalo de detección definido sobre una población concreta. Solo es interpretable si se documentan inicio, fin y casos incluidos.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MTTR: sigla ambigua que puede referirse a reconocer, responder, remediar o recuperar. Debe escribirse la definición operacional antes de compararla.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Dwell time: intervalo estimado entre el inicio de una intrusión y su detección en incidentes donde ambos momentos pueden establecerse; no representa los incidentes nunca descubiertos.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resuelto — de una alerta a una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SIEM genera una alerta porque WINWORD.EXE inició powershell.exe en el portátil de la directora financiera. La severidad inicial es alta por criticidad del activo, pero todavía no existe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L1 valida la señal. Confirma host, usuario, hora y que los eventos no estén duplicados. Revisa proceso padre, línea de comandos y fuente del documento. Encuentra -EncodedCommand y una conexión…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L1 escala con contexto. Entrega IDs de eventos, consulta utilizada, documento, hash, dominio, criticidad y ventana investigada. Formula la pregunta pendiente: determinar alcance y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L2 amplía el alcance. Busca el mismo hash, dominio y patrón padre-hijo en la flota; revisa identidad y correo. Encuentra el mensaje en tres buzones, pero ejecución solo en un host. Clasifica el caso…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Incident response decide contención. Se aísla el portátil y se revocan sesiones de la cuenta con autorización registrada. Antes se preservan los artefactos volátiles definidos por el playbook.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L3 y detección cierran el bucle. Analizan el payload, afinan la regla con la relación Office–intérprete–red y crean una búsqueda retrospectiva. El cierre incluye alcance, acciones, evidencia…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enseñanza no es que cada alerta siga exactamente esos cargos. Es que cada transición agrega evidencia y cambia una decisión. Si L1 hubiera reenviado solo el nombre de la regla, L2 repetiría…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Evidencias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comprensión cuando puede entregar un flujo donde cada rol tiene una decisión, una entrada y una salida; distingue alerta, caso e incidente; define los relojes de sus métricas; y…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necesitas software ofensivo en esta clase; es conceptual y de diseño.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editor de diagramas (draw.io / Excalidraw) para modelar el flujo de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para tu matriz RACI de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al catálogo de MITRE ATT&amp;CK (attack.mitre.org) para familiarizarte con el vocabulario.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revisa la documentación de un SIEM (Splunk, Elastic) para ubicar dónde encaja en 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Recuerda que todo laboratorio práctico posterior se hace en un entorno propio y aislado.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 tu SOC en papel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 de arquitectura organizativa (no ofensivo):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alcance. Imagina una empresa de 500 empleados, un data center pequeño y nube (Microsoft 365 + AWS). Anota qué activos son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el modelo operativo. Justifica interno vs MSSP vs híbrido según presupuesto y madurez. Documenta 3 pros y 3 contras.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de una alerta. Desde que Sysmon/EDR genera un evento hasta que se cierra el ticket. Marca los puntos de escalado L1→L2→L3.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matriz RACI. Para 5 actividades (triaje, hunting, creación de reglas, respuesta a incidentes, reporte a dirección) asigna Responsible/Accountable/Consulted/Informed.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cobertura. Decide 8x5 vs 24x7 y calcula la ventana de exposición nocturna/fin de semana. Propón una mitigación (on-call, MSSP nocturno).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la pila de herramientas. Ubica SIEM, EDR, SOAR, TIP y ticketing en el flujo del paso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descripción de puesto (3 responsabilidades) de un analista L1 y de un ingeniero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runbook de 6 pasos para una alerta de "inicio de sesión imposible" (geografía incompatible).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MTTD y dwell time con un ejemplo numérico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criterio de escalado L1→L2 con 3 condiciones objetivas.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cuándo un MSSP es mala idea para una organización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métrica que un mal SOC podría manipular y explica cómo evitar el gaming.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documento de 1–2 páginas con: (a) organigrama del SOC con roles, (b) diagrama del ciclo de vida de la alerta, (c) matriz RACI, (d) 4 métricas con su fórmula. Criterio de aceptación: el…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analistas hacen de todo — Falta separación L1/L2/L3; define niveles y criterios de escalado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 MTTR baja pero incidentes reincidentes — Se cierra rápido sin erradicar causa raíz; añade métrica de reincidencia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Cola de alertas siempre saturada — Exceso de falsos positivos; prioriza afinar reglas antes que contratar 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es dueño de las detecciones — No hay ingeniero de detección; asigna el rol formalmente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 24x7 pero apagado los findes — Cobertura mal diseñada; documenta on-call o MSSP suplementario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un SOC 24x7 desde el día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Empieza con 8x5 y on-call, mide tu ventana de exposición y crece según el riesgo real. Un 24x7 mal dotado es peor que un 8x5 bien afinado.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¿SIEM y SOC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SIEM es una herramienta; el SOC es el equipo y los procesos que la usan (junto con EDR, SOAR, hunting,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threat hunting y monitoreo de alertas?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monitoreo reacciona a lo que una regla ya disparó; el hunting busca proactivamente lo que ninguna regla detectó, partiendo de hipótesis.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3, Incident Response Recommendations and Considerations for Cybersecurity Risk Management: fuente primaria para integrar preparación, detección, respuesta, recuperación y mejora…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2.0: fuente primaria para las funciones Govern, Identify, Protect, Detect, Respond y Recover y su relación dentro de un programa — &lt;https://doi.org/10.6028/NIST.CSWP.29&gt;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base de conocimiento mantenida por MITRE para describir tácticas y técnicas; se usa como vocabulario de comportamiento, no como organigrama de un SOC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Cases: bibliografía profesional complementaria para casos de uso y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Press: bibliografía complementaria sobre monitoreo e investigación basada en evidencia de 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209dfde589a07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90672"/>
            <a:ext cx="8229600" cy="1316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