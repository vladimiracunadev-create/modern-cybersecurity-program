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190 — Análisis de logs de Windows: Event Logs y Sysmon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los Event Logs nativos de Windows y Sysmon como fuente central de detección de endpoint. Aprenderás qué Event IDs importan, cómo desplegar y afinar una configuración de Sysmon, y cómo…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los Event IDs de seguridad más relevantes (4624, 4625, 4688, 4698, 4720…).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y afinar una configuración de Sysmon para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los eventos Sysmon clave (1, 3, 7, 8, 11, 13, 22).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Habilitar y explotar el logging de PowerShell (ScriptBlock, Module).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detecciones sobre estos eventos y mapearlas a ATT&amp;CK.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Canales de Event Log de Windows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Event IDs de autenticación (4624/4625)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Creación de procesos (4688 vs Sysmon 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Sysmon: eventos clave y config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PowerShell logging (4103/4104)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Persistencia (4698, 4657, Sysmon 12/13)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Logon types y sesiones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Event ID de Windows solo tiene significado junto con proveedor, canal, versión y política habilitada. El 4688 depende de auditoría de creación de procesos; Sysmon Event 1 añade hashes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4624 significa autenticación exitosa, no intrusión. Tipo de logon, cuenta, origen y eventos relacionados determinan si representa consola, red, servicio o sesión remota. La autenticación puede…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Provider y canal delimitan el significado del ID. Un 1 de Sysmon no es el 1 de otro proveedor. En Security, la política efectiva determina si el evento existe y ciertos campos requieren opciones…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RDP, 4624 ofrece un punto de partida, pero se relaciona con tipo de logon, origen, eventos de sesión y actividad posterior. La validación de credenciales puede estar en un controlador de dominio…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 describen creación de procesos desde perspectivas diferentes. 4688 pertenece a auditoría nativa y su línea de comandos depende de política; Sysmon 1 puede aportar ProcessGuid, hashes y padre…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Event 3 conecta proceso y red, pero suele filtrarse por volumen; Event 22 asocia DNS a proceso, sin demostrar conexión posterior. Eventos 11 y 13 aportan archivo y registro. Una correlación…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Incluir todo puede afectar volumen y utilidad; excluir demasiado crea ceguera. Se parte de casos de uso, se mide una muestra y se revisan principales productores. Una exclusión se hace con atributos…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Provider: componente que emite un evento.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Channel: flujo lógico que guarda eventos.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 Policy: configuración de categorías auditadas.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 ID: identificador local al proveedor.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Logon type: clase de sesión autenticada.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ProcessGuid: identificador estable de instancia en Sysmon.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Correlación temporal: unión por entidad y ventana de tiempo.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 ID 4624/4625: logon exitoso/fallido. Característica: incluye Logon Type (2 interactivo, 3 red, 10 RDP) clave para el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 ID 4688: creación de proceso nativa. Característica: con auditoría de línea de comandos habilitada, registra el CommandLine.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Event 1 (Process Create): creación de proceso con hash, línea de comandos, proceso padre. Característica: más rico que 4688 y con integridad de linaje.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Event 3 (Network Connection): conexión de red por proceso. Característica: asocia tráfico saliente al binario responsable.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Event 11/12/13: creación de archivo y cambios de registro. Característica: detecta persistencia y drops.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Event 22 (DNS Query): consulta DNS por proceso. Característica: base para detectar C2/DGA.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PowerShell 4104 (ScriptBlock): registra el bloque de script ejecutado, incluso ofuscado tras des-ofuscar. Característica: visibilidad crítica de ejecución.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Correlación resuelta — RDP y actividad posterior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genera una sesión RDP autorizada desde ADMIN-WS hacia SRV-LAB. En Security se identifica el 4624 con tipo de logon correspondiente y campos de origen disponibles; en el controlador se revisa…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Luego se repite desde un origen no incluido en el grafo administrativo. La analítica no alerta solo por 4624: combina origen inesperado, cuenta y criticidad, y presenta procesos posteriores. Si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configuración se cambia para incluir un caso de uso y se mide volumen antes/después. Se guarda XML, hash y versión. Una exclusión comunitaria se revisa línea por línea; que funcione para otro…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explica proveedor, canal, ID y política; correlaciona autenticación y proceso sin confundirlos; y demuestra con dos ejecuciones qué registra su configuración. Memorizar una tabla de Event…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con una configuración base robusta (p. ej. la de SwiftOnSecurity o la de Olaf Hartong como punto de partida) adaptada a tu entorno.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Directiva de auditoría de Windows para habilitar 4688 con línea de comandos y logon auditing.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Módulo de PowerShell logging activado por GPO (ScriptBlock y Module Logging).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SIEM (clases 184/185) recibiendo estos canales vía Winlogbeat/Universal Forwarder.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 en tu Windows de laboratorio; nunca en equipos ajenos.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De evento a detección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auditoría. Activa "Audit Process Creation" con inclusión de CommandLine (GPO: Include command line in process creation events).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Sysmon. sysmon64.exe -accepteula -i config.xml. Verifica el canal Sysmon/Operational.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Activa PowerShell logging. Por GPO habilita ScriptBlock (4104) y Module Logging (4103).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actividad. Ejecuta: un logon fallido repetido (4625), powershell -enc &lt;base64 benigno&gt; (4104), y schtasks /create benigno (4698).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autenticación anómala. En el SIEM, cuenta 4625 por cuenta y Logon Type; alerta si hay ráfaga seguida de 4624.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ejecución sospechosa. Busca Sysmon Event 1 con ParentImage de Office e Image de intérprete; correlaciona con Event 3 (conexión) del mismo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PowerShell ofuscado. Sobre 4104, busca indicadores (FromBase64String, -enc, IEX, concatenaciones largas).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8 Event IDs a su técnica ATT&amp;CK correspondiente.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los Logon Types 2, 3, 9 y 10 con un caso de uso de detección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Afinar una config de Sysmon para excluir un proceso ruidoso legítimo.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detección de "PowerShell descargando y ejecutando" (IEX + Net.WebClient).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4688 y Sysmon 1: ¿qué aporta cada uno?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regla para creación de cuenta local sospechosa (4720).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tres detecciones basadas en Event Logs/Sysmon (autenticación, ejecución y persistencia) probadas en tu laboratorio, cada una con su Event ID, lógica y técnica ATT&amp;CK. Criterio de aceptación…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4688 sin línea de comandos — Falta habilitar "Include command line"; actívalo por GPO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genera ruido enorme — Config sin exclusiones; parte de una base afinada y filtra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aparece PowerShell 4104 — ScriptBlock logging desactivado; habilítalo por GPO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CommandLine truncado en SIEM — Límite de campo; ajusta truncation en el forwarder/props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positivos de tareas — Ventana de mantenimiento no excluida; añade filtro por horario/cuenta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¿Sysmon o solo Event Logs nativos?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puede añadir hashes, identificadores de proceso y telemetría de red/DNS según su configuración. Los eventos nativos aportan autenticación y auditoría que Sysmon no sustituye. Combinarlos…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¿PowerShell logging captura scripts ofuscados?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ScriptBlock (4104) registra el bloque tras des-ofuscar en muchos casos, revelando la intención real. Es una de las fuentes más valiosas contra ataques modernos.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que Sysmon sature el SIEM?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de una configuración comunitaria afinada, excluye procesos benignos ruidosos y prioriza los eventos con valor de detección (1, 3, 7, 11, 13, 22).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Sysmon: documentación oficial de instalación y configuración; explica que ciertos tipos de evento, como conexiones de red, pueden estar deshabilitados por defecto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Microsoft, eventos Sysmon: referencia oficial de IDs, campos y semántica; ProcessGuid permite correlacionar instancias de proceso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Microsoft, logging de PowerShell: documentación oficial de los mecanismos y canales de registro de PowerShell en Windows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Microsoft, auditoría de seguridad de Windows: documentación oficial para políticas y eventos nativos; la disponibilidad depende de la política aplicada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sysmon-modular y sysmon-config: configuraciones comunitarias para estudiar decisiones de inclusión/exclusión; no son baselines universales ni sustituyen pruebas de volumen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Murdoch, D. Blue Team Handbook: SOC, SIEM, and Threat Hunting Use Cases.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fd117101910ceb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62072"/>
            <a:ext cx="8229600" cy="17739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