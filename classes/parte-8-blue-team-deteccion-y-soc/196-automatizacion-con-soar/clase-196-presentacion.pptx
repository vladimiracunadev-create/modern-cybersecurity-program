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196 — Automatización con SOAR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tareas repetitivas del SOC con SOAR (Security Orchestration, Automation and Response): playbooks que enriquecen alertas, deciden y ejecutan respuestas sin intervención humana para lo…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es SOAR y cómo se relaciona con SIEM, EDR y TIP.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playbook con enriquecimiento, decisión y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tareas automatizables de las que requieren humano en el bucle.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un flujo de respuesta (p. ej. phishing o host comprometido).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el impacto de la automatización en MTTR y carga del analista.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SOAR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Casos de uso típicos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Anatomía de un playbook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Human-in-the-loop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Integraciones (APIs)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Orquestación de respuesta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Riesgos de la automatización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SOAR coordina sistemas, decisiones y evidencia. Orquestar hace que herramientas intercambien contexto; automatizar ejecuta pasos sin intervención. Un playbook serio es una máquina de estados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integración usa identidad mínima, secretos rotables y auditoría. Las acciones deben ser idempotentes o reconocer repeticiones; bloqueo y aislamiento necesitan duración, propietario y reversión.…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alerta de phishing obliga a consultar reputación, obtener el mensaje, extraer URLs, buscar destinatarios, revisar autenticación, abrir un caso y decidir contención. Sin orquestación, el analista…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3 sitúa la respuesta dentro de la gestión de riesgo de CSF 2.0. Eso justifica que un playbook incluya impacto, autoridad, comunicación y recuperación, no solo llamadas API.…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paso declara entrada, salida, error y reintento. «Consultar reputación» recibe un observable validado y devuelve fuente, resultado, hora y confianza; no un booleano sin procedencia. Si la API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gates humanos se ubican según impacto. Enriquecer puede ser automático; deshabilitar una cuenta privilegiada o aislar un servidor requiere contexto y aprobación. La aprobación muestra evidencia…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empieza con tareas frecuentes, deterministas y reversibles. Primero se observa el playbook en modo recomendación y se compara con decisiones humanas; luego se automatizan pasos de bajo impacto. Se…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SOAR: orquestación, automatización y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Orquestación: coordinación de herramientas y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Playbook: flujo ejecutable con decisiones.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Idempotencia: repetición sin efectos adicionales indebidos.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Human-in-the-loop: aprobación humana explícita.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Rollback: reversión de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Service account: identidad técnica limitada.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SOAR: plataforma que orquesta herramientas y automatiza flujos de respuesta. Característica: reduce trabajo manual y estandariza la reacción.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Playbook: flujo definido de pasos ante un tipo de alerta. Característica: repetible, auditable y versionable.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Enriquecimiento automatizado: consultar reputación, WHOIS, sandbox, activos de forma automática. Característica: acelera el triaje.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Human-in-the-loop: puntos donde el flujo espera aprobación humana. Característica: evita acciones destructivas sin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Orquestación: coordinar varias herramientas vía API. Característica: el SOAR "pega" el ecosistema.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Acción de respuesta: aislar host, bloquear IP, deshabilitar cuenta. Característica: potente y potencialmente disruptiva; requiere salvaguardas.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Runbook vs playbook: el runbook describe pasos (a veces manuales); el playbook los automatiza. Característica: el playbook es la versión ejecutable.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Playbook resuelto — correo sospechoso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trigger recibe un mensaje reportado. El primer estado valida que existen mensaje original, destinatario e identificador; si falta alguno, crea una tarea humana y no declara benigno. Después extrae…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la confianza es baja, el playbook recomienda acciones. Si se confirma campaña y el impacto está dentro de la política, retira mensajes; revocar sesiones o bloquear dominio compartido requiere…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pruebas cubren mensaje malicioso, newsletter legítima, adjunto ausente, API caída, ejecución duplicada y reversión. Se compara tiempo y calidad con el proceso manual. Solo los pasos deterministas…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entrega estados, contratos, errores, permisos, gates y rollback; demuestra auditoría y pruebas. Un diagrama lineal que solo funciona cuando todas las APIs responden no es un playbook…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SOAR open source: Shuffle o Tines (community), o n8n como orquestador genérico.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TheHive + Cortex como plataforma de gestión de casos y analizadores.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APIs de tus herramientas de laboratorio: SIEM (Splunk/Elastic), EDR (Velociraptor/Wazuh), TIP (MISP).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buzón/alerta de phishing simulado para el caso de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acciones de respuesta se ejecutan solo contra tus sistemas de laboratorio; añade siempre aprobación humana antes de acciones destructivas.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Un playbook de 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trigger. Una alerta de "posible phishing" (correo reportado) llega al SOAR vía webhook/API.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Enriquece automáticamente. El playbook extrae URLs y adjuntos y consulta reputación (MISP/Cortex), WHOIS del dominio y hash del adjunto.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Decide. Con reglas: si el dominio/hash es malicioso conocido → severidad alta; si es dudoso → crear caso para revisión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Contén (con aprobación). Para el caso malicioso, propón bloquear el dominio en el proxy y buscar otros destinatarios; ejecuta solo tras aprobación del analista (human-in-the-loop).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alcance. Consulta el SIEM: ¿quién más recibió/hizo clic? Añade los hallazgos al caso en TheHive.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Notifica y documenta. El playbook actualiza el ticket, notifica al canal del SOC y adjunta el enriquecimiento.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Mide. Compara el tiempo del flujo automatizado con el proceso manual equivalente.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diagrama de un playbook de "host comprometido" con puntos de aprobación.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tareas del SOC seguras de automatizar y 3 que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enriquecimiento automático de IP con reputación.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las salvaguardas para una acción de "deshabilitar cuenta".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ahorro de MTTR de automatizar el triaje de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riesgo de un playbook que aísla hosts sin control y cómo mitigarlo.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y ejecuta un playbook funcional en tu SOAR de laboratorio que enriquezca una alerta, decida su severidad y proponga una acción de contención con aprobación humana. Criterio de aceptación…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 aísla producción por error — Automatización destructiva sin control; añade human-in-the-loop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Integración falla intermitente — API sin manejo de errores/reintentos; añade lógica de fallo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Automatizas un proceso aún inestable — Automatizaste el caos; estabiliza el runbook manual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Alertas se cierran solas mal clasificadas — Reglas de decisión pobres; ajusta umbrales y añade revisión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confía en el SOAR — Falta transparencia; registra cada paso y hazlo auditable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¿SOAR reemplaza analistas?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Automatiza lo repetitivo y libera al analista para investigación y decisiones. El criterio humano sigue siendo esencial, sobre todo en acciones destructivas.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automatizo primero?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aburrido, frecuente y bien definido: enriquecimiento de indicadores, deduplicación de alertas, apertura de casos. Deja para después lo que requiere juicio.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automatizar la contención completa?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cuidado y salvaguardas. Aislar un host o bloquear una IP puede impactar producción; muchos equipos exigen aprobación humana antes de acciones irreversibles.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3: fuente primaria para integrar respuesta, autoridad, comunicación, recuperación y mejora con la gestión de riesgo; no prescribe un producto SOAR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TheHive 5, gestión de observables: documentación oficial para conservar observables, contexto y relaciones dentro de alertas y casos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Shuffle, workflows: documentación oficial de triggers, nodos, variables, condiciones, autenticación, ejecuciones y revisiones — &lt;https://shuffler.io/docs/workflows&gt;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Shuffle API: documentación oficial de autenticación y endpoints usada para razonar sobre contratos de integración — &lt;https://shuffler.io/docs/API&gt;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Cases: bibliografía profesional complementaria para casos operativos.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78cd38814f8a8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826" y="1097280"/>
            <a:ext cx="2462348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