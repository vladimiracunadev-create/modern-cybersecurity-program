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185 — Elastic Stack y Wazuh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y operar un SIEM open source con Elastic Stack (Elasticsearch, Kibana, Beats) y Wazuh. Aprenderás a ingerir telemetría, escribir consultas KQL/EQL, y usar las reglas y el motor de detección…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Elastic Stack y Wazuh en contenedores de forma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Ingerir logs de endpoint y red con Beats y el agente Wazuh.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datos con KQL y detección de secuencias con EQL.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las reglas y decoders de Wazuh y su mapeo a MITRE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dashboard de detección en Kibana.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Elastic (ES, Kibana, Beats)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ECS: esquema común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KQL y EQL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Elastic Detection Rules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Wazuh: manager, indexer, agente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Reglas y decoders de Wazuh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FIM y detección de rootkits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Security y Wazuh pueden compartir componentes, pero no son productos intercambiables. En Elastic, la investigación y la detección se apoyan en documentos indexados, Elastic Common Schema…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ECS es un contrato de campos; KQL filtra documentos y EQL expresa secuencias o relaciones temporales. Confundirlos lleva a reglas que parecen equivalentes pero no lo son. En Wazuh, un decoder…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contenido preconstruido acelera el inicio, no elimina la ingeniería. Cada regla debe comprobar fuente requerida, versión, campos, impacto en rendimiento y supuestos ambientales. Para evaluar…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Supongamos que se quiere detectar la creación inesperada de un usuario local. En Elastic se verifica que el agente recoja el evento, que el pipeline lo convierta a ECS sin perder el mensaje original…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KQL resulta apropiado para filtrar documentos: «muéstrame eventos con este host y acción». EQL aporta secuencia: «una creación de cuenta seguida de incorporación a un grupo privilegiado en el mismo…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paralelo se lee desde la hipótesis común hacia atrás y hacia adelante. Hacia atrás pregunta si cada plataforma posee el dato equivalente; hacia adelante compara qué alerta, contexto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Elastic, mappings incompatibles pueden rechazar documentos o volver un campo no consultable como se esperaba; los ingest pipelines necesitan métricas de fallos. En Wazuh, una actualización de…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ECS: esquema común de eventos de Elastic.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KQL: lenguaje de filtrado de Kibana.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EQL: lenguaje para secuencias y relaciones entre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Ingest pipeline: transformaciones aplicadas antes de indexar.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Decoder: lógica de Wazuh que extrae campos del mensaje.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Ruleset: conjunto versionado de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FIM: monitoreo de integridad de archivos.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Elasticsearch: motor de búsqueda e indexación distribuido. Característica: búsquedas rápidas sobre grandes volúmenes vía índices invertidos.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Kibana: interfaz de visualización y análisis. Característica: dashboards, Discover y el motor de detección de Elastic Security.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Beats: agentes ligeros (Winlogbeat, Filebeat, Packetbeat). Característica: cada uno especializado en un tipo de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KQL (Kibana Query Language): lenguaje de filtrado interactivo. Característica: simple, ideal para exploración.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EQL (Event Query Language): consulta secuencias de eventos ordenados. Característica: perfecto para detectar cadenas de ataque (proceso→red→persistencia).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Wazuh: plataforma open source que combina HIDS, SIEM y gestión de cumplimiento. Característica: motor de reglas con niveles de severidad y mapeo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Decoder (Wazuh): extrae campos de un log crudo antes de evaluarlo contra reglas. Característica: paso previo a la correlación.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Comparación aplicada — alta inesperada de una cuenta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usa un mismo conjunto de eventos: creación de usuario local, incorporación posterior a administradores y una creación legítima aprobada. La pregunta no es qué interfaz resulta más cómoda, sino si…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Elastic se inspecciona el documento original, el ingest pipeline y el mapeo ECS. KQL confirma presencia y EQL expresa una secuencia por host/cuenta dentro de un maxspan. Se comprueba qué ocurre si…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caso legítimo debe quedar explicado por contexto estrecho, como host de aprovisionamiento, cuenta autorizada y ventana de cambio. Excluir todas las creaciones en servidores borraría la conducta…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FIM se evalúa con la misma disciplina. Se modifica un archivo controlado en una ruta vigilada, se verifica qué metadatos ofrece el agente y se repite una actualización legítima. Si la alerta no puede…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puede explicar ECS, KQL, EQL, decoder y ruleset en su función exacta; reproduce positivos y negativos en ambas plataformas y justifica por qué resultados parecidos recorren arquitecturas…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Stack vía Docker (docker-compose oficial de Elastic) o la instalación de Elastic Security.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Winlogbeat/Filebeat/Packetbeat en tus máquinas de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con su despliegue Docker de un solo nodo (manager + indexer + dashboard).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Wazuh instalado en el Windows y el Linux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dentro de tu red de pruebas; el FIM y la detección se prueban con cambios que tú mismo provocas.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Doble stack de detección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Elastic. docker compose up -d con el stack oficial. Accede a Kibana y crea el usuario de kibana.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Ingesta endpoint. Instala Winlogbeat con el módulo sysmon y verifica en Discover que llegan eventos ECS (process.commandline).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con KQL. En Discover: event.code:1 and process.parent.name:"WINWORD.EXE" and process.name:("powershell.exe" or "cmd.exe").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secuencias con EQL. En Elastic Security escribe una regla EQL: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sequence by host.id [process where process.name=="powershell.exe"] [network where destination.port==443]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Wazuh. Despliega el stack Docker de Wazuh; instala el agente en tus máquinas y confírmalo en el dashboard.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una alerta. Modifica un archivo monitoreado por FIM (/etc/passwd o una carpeta bajo vigilancia) y observa la alerta con su nivel y regla.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3 consultas KQL para hunting de PowerShell ofuscado.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una detección de la clase 184 (Splunk SPL) a EQL de Elastic.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un decoder y una regla en Wazuh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FIM sobre una carpeta y documenta la alerta generada.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Elastic vs Wazuh vs Splunk en coste, curva de aprendizaje y capacidades.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regla local de Wazuh que eleve la severidad de un patrón concreto.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ambos stacks y demuestra una detección en cada uno: una regla EQL en Elastic que capture una secuencia proceso→red, y una alerta de Wazuh (FIM o regla) con su técnica ATT&amp;CK. Criterio de…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Kibana no arranca / maxmapcount — Falta vm.maxmapcount=262144; ajústalo en el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Beats no envía datos — Certificados/usuario mal configurados; revisa output.elasticsearch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EQL no encuentra secuencias — Falta by field común o datos sin ECS; normaliza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Wazuh "Never connected" — Puerto 1514/1515 bloqueado o clave no registrada; re-registra el agente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Índice rojo en ES — Disco lleno o shards sin asignar; libera espacio o ajusta réplicas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¿Elastic o Wazuh para empezar?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 trae reglas, agente y mapeo ATT&amp;CK listos, ideal para arrancar rápido. Elastic da más flexibilidad de consulta (EQL) y un ecosistema de detección amplio. En laboratorio, prueba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¿Wazuh usa Elasticsearch?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versiones recientes incluyen su propio Wazuh Indexer (fork de OpenSearch/Elasticsearch), así que funciona de forma autónoma sin depender de Elastic.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¿EQL sustituye a las reglas Sigma?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Sigma es un formato portable de reglas (clase 186) que puedes convertir a EQL, KQL o SPL. EQL es el lenguaje nativo de Elastic al que Sigma se traduce.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Security, creación de reglas: documentación oficial para tipos de regla, programación, previsualización y acciones — &lt;https://www.elastic.co/guide/en/security/current/rules-ui-create.html&gt;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Elasticsearch EQL: referencia oficial de sintaxis para consultas de eventos y secuencias; su resultado depende del mapeo y de la categoría de evento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 Common Schema (ECS): especificación oficial de los campos normalizados usados por las consultas de la clase — &lt;https://www.elastic.co/guide/en/ecs/current/index.html&gt;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Wazuh, componentes y flujo de datos: documentación oficial de agente, servidor, indexer y dashboard — &lt;https://documentation.wazuh.com/current/getting-started/components/index.html&gt;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Wazuh, motor de análisis: documentación oficial sobre decoders, reglas y generación de alertas — &lt;https://documentation.wazuh.com/current/getting-started/components/wazuh-server.html&gt;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y Smith, J. Applied Network Security Monitoring. Syngress: bibliografía complementaria sobre investigación con telemetría.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1a8376a26a96b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92" y="1097280"/>
            <a:ext cx="762041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