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191 — Análisis de logs de red y proxy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la telemetría de red —logs de firewall, proxy web, DNS y metadatos de Zeek— para detectar amenazas que el endpoint no ve o que intentan ocultarse. El monitoreo de red (NSM) es complementario…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logs de firewall, proxy y DNS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logs de Zeek (conn, dns, http, ssl) en hunting.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exfiltración, dominios sospechosos y user-agents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túneles (DNS, HTTP) y tráfico cifrado sospechoso vía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telemetría de red con la de endpoint.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NSM: por qué la red importa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Logs de firewall y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Proxy web y user-agents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DNS: la mina de oro defensiva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Zeek: conn/dns/http/ssl.log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JA3/JA3S y fingerprint 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Exfiltración y beaconing (intro)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visibilidad de red tiene niveles. Un flujo resume quién habló con quién, cuándo y cuánto; los logs de protocolo añaden DNS, HTTP o TLS; un PCAP conserva bytes, con mayor coste y sensibilidad.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relaciona conn.log, dns.log, http.log y ssl.log mediante uid. TLS expone metadatos, no el contenido cifrado, y nuevas tecnologías pueden reducir lo visible. Huellas y reputación son señales…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 o IPFIX permite responder si existió una relación, su duración y volumen aproximado, pero no qué objeto se transfirió. PCAP puede permitir reconstrucción cuando el protocolo no está cifrado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no muestra fuentes equivalentes, sino complementarias. Una conexión en conn.log comparte uid con DNS, HTTP o TLS cuando Zeek pudo analizarlos. Ese vínculo evita correlacionar únicamente…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TLS pueden observarse SNI, versión, certificado y parámetros del handshake según versión, sensor y cifrado. Una huella ayuda a agrupar clientes, pero software legítimo puede compartirla y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línea base se segmenta. Un proxy corporativo, un servidor de actualizaciones y una estación no tienen el mismo patrón. También se distingue «nuevo para la organización» de «nuevo para 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Pérdida de paquetes, tráfico asimétrico o reloj incorrecto alteran resultados. Se monitorean drops del sensor, interfaces y desfase temporal. Bajo cifrado se afirma lo observado —una sesión con…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Flow: resumen de una conversación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PCAP: captura de paquetes.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Metadato: campo interpretado sin conservar todo 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UID: identificador para unir logs de una conexión.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explícito: intermediario configurado por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 fingerprint: huella del handshake observado.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Egress: tráfico que sale de una zona.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NSM (Network Security Monitoring): recolección y análisis de datos de red para detectar intrusiones. Característica: visibilidad independiente del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conn.log (Zeek): registro de cada conexión con duración, bytes y estado. Característica: base para top talkers y anomalías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dns.log (Zeek): consultas y respuestas DNS. Característica: detecta DGA, tunneling y dominios recién registrados.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log: peticiones web con URL, user-agent, método y respuesta. Característica: revela C2 sobre HTTP/S y descargas.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hash del handshake TLS del cliente/servidor. Característica: identifica herramientas (p. ej. ciertos C2) aun con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tunneling: exfiltración/C2 encapsulados en consultas DNS. Característica: dominios largos, alta entropía, muchas subconsultas.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conexiones periódicas y regulares a un C2. Característica: patrón temporal casi constante (se profundiza en la clase 193).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Investigación guiada — descarga y conexión posterior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proxy registra una descarga desde una URL nueva. Primero se verifica si el tráfico pasó realmente por el proxy y qué identidad estaba asociada. Zeek muestra DNS y TLS/HTTP relacionados mediante…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archivo extraído se hashea, pero no se afirma ejecución. En EDR aparece una creación de proceso desde la ruta de descargas y una conexión al mismo destino. Esa fuente aporta el eslabón que la red…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huella TLS coincide con software común; no se usa como veredicto. La rareza proviene de que ese proceso y host nunca habían contactado el destino, junto con el linaje del endpoint. El caso enseña…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diferencia flow, log de protocolo y PCAP; explica NAT/proxy y pérdida; une logs con identificadores o tiempo justificadamente; y separa descarga, transferencia y ejecución.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un tap/mirror: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generando conn/dns/http/ssl.log.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como IDS complementario para alertas de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de un proxy (Squid) o firewall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 (Real Intelligence Threat Analytics) para analizar beaconing y tunneling sobre logs de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para ingerir y consultar estos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solo de tu propia red de pruebas.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Caza en la telemetría de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tráfico. En la VM, navega, resuelve dominios y descarga un archivo benigno para poblar los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conn.log. Identifica top talkers por bytes y conexiones a puertos poco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DNS. En dns.log, busca dominios de alta entropía o subdominios muy largos (indicio de tunneling). Marca dominios recién vistos.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proxy/http.log. Filtra user-agents raros (p. ej. python-requests, cadenas vacías) y métodos POST voluminosos.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 TLS. En ssl.log revisa JA3; compáralo con listas conocidas de herramientas para detectar clientes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RITA. Importa los logs de Zeek y corre el análisis de beaconing y DNS tunneling; interpreta el score.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exfiltración lenta. Envía datos benignos en pequeños fragmentos DNS a un servidor de laboratorio y confirma que tus consultas lo detectan.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consulta que liste los 10 dominios con más subconsultas únicas (posible tunneling).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descargas de ejecutables desde IPs sin dominio asociado.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JA3 ayuda cuando el tráfico está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user-agent anómalo para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una alerta de red con el proceso de endpoint que la originó.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resultado de beaconing de RITA y decide si escalar.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en tu laboratorio una actividad de red sospechosa (tunneling DNS o exfiltración por HTTP) usando logs de Zeek/proxy y correlaciónala con el endpoint origen. Criterio de aceptación…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logs de DNS — El resolver no se registra; envía consultas al colector o usa Zeek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tráfico parece igual — Falta baseline de dominios/UA normales; modela lo habitual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 no discrimina — Cliente común (navegador); combínalo con destino y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 satura el disco — Retención de contenido completo demasiado larga; usa metadatos Zeek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CDN — Servicios legítimos con muchos subdominios; añade allowlist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Con TLS everywhere, ¿sigue sirviendo la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Aunque no veas la carga, los metadatos (SNI, JA3, volumen, periodicidad, DNS) delatan C2, beaconing y exfiltración. La red revela el patrón aunque el contenido esté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 realmente es tan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Muchísimo. Casi todo ataque resuelve dominios: DGA, tunneling y C2 dejan huella en DNS. Es de las fuentes de mejor relación señal/coste.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PCAP completo?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Rara vez y por poco tiempo. Los metadatos de Zeek cubren la mayoría de casos de hunting con una fracción del almacenamiento.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Zeek, referencia oficial de logs: describe conn.log, DNS, HTTP, TLS y la correlación mediante uid; los campos dependen de protocolos observables y configuración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Suricata: documentación oficial de EVE JSON y de los eventos que el sensor puede producir — &lt;https://docs.suricata.io/en/latest/output/eve/eve-json-output.html&gt;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RITA: repositorio del proyecto para análisis de metadatos y periodicidad; sus puntuaciones ordenan investigación y no demuestran por sí solas C2 — &lt;https://github.com/activecm/rita&gt;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JA3: repositorio original del método de huella TLS; se usa como atributo contextual, no como identidad estable de una familia — &lt;https://github.com/salesforce/ja3&gt;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Syngress: bibliografía profesional complementaria sobre análisis de telemetría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07c012e1744b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2960"/>
            <a:ext cx="8229600" cy="4072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