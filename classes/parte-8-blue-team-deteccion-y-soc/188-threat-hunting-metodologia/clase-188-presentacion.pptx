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188 — Threat hunting: metodología</a:t>
            </a:r>
          </a:p>
          <a:p>
            <a:r>
              <a:rPr sz="1600">
                <a:solidFill>
                  <a:srgbClr val="2E8B57"/>
                </a:solidFill>
              </a:rPr>
              <a:t>parte 8 blue team deteccion y soc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cazar amenazas de forma proactiva: buscar en la telemetría lo que ninguna alerta disparó, partiendo de hipótesis fundadas en ATT&amp;CK y en la inteligencia de amenazas. Aplicarás un ciclo…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Formular hipótesis de caza accionables y medibles.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ciclo de hunting y el modelo de madurez de caza (HMM).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el marco TaHiTI/PEAK para estructurar una cacería.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Convertir hallazgos de hunting en detecciones automatizadas.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Documentar una cacería de forma reproducible.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Qué es (y qué no es) el hunting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Hunting basado en hipótesis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Modelo de madurez de caza (HMM)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Marcos TaHiTI y PEAK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Fuentes de hipótesis (ATT&amp;CK, intel, anomalías)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Baselining y análisis de outliers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 hallazgo a detección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Threat hunting es una investigación proactiva y acotada que parte de una hipótesis falsable; no consiste en recorrer dashboards esperando algo extraño. La hipótesis nombra actor o mecanismo, objeto…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anomalía no equivale a malicia: puede revelar administración legítima o mala calidad de datos. Se compara con una línea base pertinente y se buscan pruebas que también puedan refutar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«Buscar actividad rara» no indica qué observar ni cuándo terminar. En cambio: «una cuenta de backup, que no debería iniciar sesiones interactivas, pudo usar RDP durante la madrugada; deberían existir…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hipótesis incluye alternativas benignas. Mantenimiento aprobado podría explicar la sesión; una cuenta mal clasificada podría invalidar la línea base. Buscar activamente esas explicaciones reduce…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Primero se mide frecuencia y distribución, luego se pivota por origen, destino, proceso, privilegio y red. Cada consulta responde una pregunta escrita. Si un resultado cambia la hipótesis, se…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Confirmado inicia respuesta y alcance. Refutado mejora conocimiento normal. Inconcluso identifica exactamente el dato ausente; no se presenta como «no hay amenaza». El diagrama termina en detección…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línea base no es un promedio universal. Se segmenta por rol de activo, tipo de cuenta, horario y estacionalidad. Un controlador de dominio y una estación de diseño no comparten normalidad. Los…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Hipótesis falsable: afirmación que la evidencia puede refutar.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Baseline: comportamiento normal para un contexto.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Pivote: consulta que sigue una entidad relacionada.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Scope: límites temporales, técnicos y organizativos.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Hallazgo: observación sustentada que requiere acción.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Inconcluso: evidencia insuficiente para decidir.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Paquete de hunt: hipótesis, datos, consultas y resultados reproducibles.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Threat hunting: búsqueda proactiva e iterativa de amenazas que evadieron los controles automáticos. Característica: parte de una hipótesis, no de una alerta.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Hipótesis de caza: afirmación comprobable sobre actividad adversaria posible en el entorno. Característica: concreta, ligada a datos disponibles y a una técnica.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Hunting Maturity Model (HMM): escala de HM0 (solo alertas) a HM4 (caza automatizada). Característica: mide la capacidad del equipo.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TaHiTI: metodología de hunting dirigida por inteligencia de amenazas (Targeted Hunting integrating Threat Intelligence). Característica: enlaza intel con abuso concreto.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PEAK: marco moderno (Prepare, Execute, Act with Knowledge) para cacerías de hipótesis, baseline y ML. Característica: estructura y documenta el proceso.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Baseline: modelo de lo normal en el entorno. Característica: sin él, no se distingue lo anómalo.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🔍 Hunt completo — cuenta de backup con sesión interactiva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Hipótesis: una cuenta destinada a backup pudo iniciar una sesión interactiva en servidores fuera de mantenimiento. Alternativas: intervención aprobada, inventario incorrecto o servicio mal…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Primero se valida que el inventario identifica la cuenta y que la telemetría distingue sesión interactiva. Se mide frecuencia por tipo, origen y destino. Aparece un acceso desde un jump host durante…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hunt no declara «sin compromiso». Produce dos salidas: corregir inventario y logging del segmento, además de una consulta candidata que alerta cuando una cuenta de servicio usa sesión interactiva…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evalúa si la hipótesis era falsable, si se buscaron explicaciones benignas, si cada pivote respondió una pregunta y si el resultado distingue confirmado, refutado e inconcluso. Encontrar muchos…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Tu SIEM (Splunk/Elastic) con telemetría de endpoint y red de clases previas.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Jupyter Notebook o un documento estructurado para registrar la cacería.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Atomic Red Team para generar actividad de prueba que después "cazarás" (en laboratorio propio).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catálogo ATT&amp;CK como fuente de hipótesis.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Toda ejecución de técnicas para practicar la caza se realiza en tu entorno aislado y autorizado.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— Una cacería de principio a fin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 (PEAK). Elige una técnica: T1053.005 (Scheduled Task/Job). Formula la hipótesis: "un adversario ha creado tareas programadas para persistir en algún host".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datos y ámbito. Identifica la telemetría (Sysmon Event ID 1/schtasks, Security 4698) y el rango temporal (últimos 7 días).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baseline. Lista las tareas programadas legítimas y sus creadores habituales para separar ruido de señal.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la búsqueda. En el SIEM, filtra creaciones de tareas y agrupa por host, usuario y binario invocado; ordena por rareza.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outliers. Para las tareas raras, pivota: ¿qué proceso las creó?, ¿hay conexión de red asociada?, ¿el binario está firmado?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actividad de control. Con Atomic Red Team lanza una técnica de tarea programada y confirma que tu búsqueda la habría encontrado.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Capitaliza. Convierte la búsqueda en una regla Sigma/alerta para automatizar la detección a futuro.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3 hipótesis de caza a partir de técnicas ATT&amp;CK distintas.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Sitúa a tu SOC en el HMM y define el paso para subir un nivel.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baseline de procesos que hacen conexiones salientes.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cacería de "living off the land" (LOLBins) y sus consultas.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 hallazgo de caza en una regla Sigma.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3 métricas de éxito de una cacería.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una cacería completa documentada (hipótesis, datos, consultas, hallazgos y detección resultante) sobre una técnica ATT&amp;CK a tu elección. Criterio de aceptación: la actividad de control que…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"Cazar" abriendo dashboards al azar — Falta hipótesis; empieza siempre por una pregunta comprobable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parece sospechoso — No hay baseline; modela lo normal primero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Hallazgos que no se reutilizan — No capitalizas; convierte cada caza en detección o baseline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Cacerías irreproducibles — Sin documentación; registra consultas y decisiones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Nunca encuentras nada — Datos insuficientes o hipótesis inverosímil; ajusta telemetría o pregunta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hunting requiere herramientas caras?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Requiere buena telemetría, hipótesis y método. Con un SIEM open source y Sysmon ya puedes cazar; la madurez viene del proceso, no del precio.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¿Cazar es buscar sin saber qué?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contrario. Sin hipótesis no es caza, es navegación aleatoria. La hipótesis enfoca el esfuerzo y hace medible el resultado.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¿Cada cacería debe encontrar un atacante?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Una cacería "sin hallazgo" es valiosa: valida controles, mejora baselines y suele revelar higiene o puntos ciegos que corregir.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 verificables y alcance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Bianco, D. Hunting Maturity Model: fuente original del modelo de madurez; describe capacidad organizativa y no puntúa por sí solo la calidad de una cacería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SURF, TaHiTI Threat Hunting Methodology: publicación original de la metodología para estructurar propósito, hipótesis, investigación y resultados —…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Splunk, PEAK Threat Hunting Framework: material oficial para los enfoques hypothesis-driven, baseline y model-assisted — &lt;https://www.splunk.com/enus/form/the-peak-threat-hunting-framework.html&gt;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ATT&amp;CK: fuente primaria de comportamientos que pueden originar hipótesis; elegir una técnica no demuestra que la hipótesis sea relevante localmente — &lt;https://attack.mitre.org/&gt;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Bejtlich, R. The Practice of Network Security Monitoring. No Starch Press: bibliografía complementaria sobre investigación y monitoreo de red.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5b8ebd9cbce9c3c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104388"/>
            <a:ext cx="8229600" cy="128930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