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228 — Seguridad de Kubernetes: arquitectura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arquitectura de Kubernetes desde la perspectiva de la seguridad: los componentes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 control (API server, etcd, scheduler, controller manager) y del plano de datos (kubelet,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kube-proxy, container runtime), cómo se comunican y dónde están sus superficies de ataque. Es la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hardening y los ataques de la clase siguiente.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del plano de control y de datos y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superficies de ataque de cada componente (API, etcd, kubelet).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de una petición: autenticación, autorización (RBAC) y admission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objetos de seguridad clave: ServiceAccount, Secret, NetworkPolicy,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clúster de laboratorio para practicar.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Plano de control vs plano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API server como punto central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etcd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kubelet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Flujo authn → authz → admission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RBAC y ServiceAccounts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Namespaces y NetworkPolicy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mantiene un estado deseado mediante controladores. El usuario envía objetos al API server; después autenticación, autorización y admission determinan si se aceptan. etcd conserva el estado…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que no «todo» tráfico del clúster pasa por el API server: las operaciones declarativas sí, pero el tráfico entre aplicaciones sigue otra ruta. Un control de admission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establece nombre y grupos; autorización decide verbos sobre recursos; admission examina o modifica el objeto después de autorizar y antes de persistir. RBAC combina Role/ClusterRole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ServiceAccounts son identidades namespaced para workloads. Los tokens proyectados actuales pueden tener audiencia y expiración, pero un Pod comprometido puede usarlos mientras sean válidos.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etcd debe usar autenticación mutua, red restringida, backups protegidos y cifrado de recursos sensibles cuando corresponda. Kubernetes Secret usa base64 en su representación, no cifrado por ese…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kubelet ejecuta Pods asignados y expone APIs operativas. Autenticación, autorización webhook, certificados y acceso a nodes/proxy importan. Comprometer un nodo puede exponer workloads y credenciales…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Namespaces organizan nombres, cuotas, RBAC y políticas namespaced; no crean aislamiento de kernel ni red automáticamente. NetworkPolicy funciona solo si el plugin de red la implementa y selecciona…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server: frontend del plano de control para operaciones de recursos Kubernetes. Clave: procesa autenticación, autorización y admission; el tráfico de aplicación no sigue necesariamente esa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etcd: almacén consistente del estado persistido por Kubernetes. Clave: puede contener Secrets y credenciales; acceso, transporte, backups y cifrado requieren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kubelet: agente de nodo que administra Pods asignados. Clave: sus APIs requieren autenticación y autorización; permisos proxy también amplían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RBAC: control de acceso por roles (Role/ClusterRole + Binding). Clave: privilegio mínimo dentro del clúster.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ServiceAccount: identidad de los pods frente al API server. Clave: su token, si se roba, da acceso a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Admission controller: valida o muta objetos antes de persistirlos. Clave: aplica políticas sobre solicitudes admitidas, con alcance y excepciones configurables.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NetworkPolicy: API para expresar aislamiento L3/L4 según selección y direcciones. Clave: el efecto depende del CNI, políticas aplicables y flujos permitidos.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Pod sin token que necesita hablar con una API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aplicación solo consume una API externa y no necesita Kubernetes API. El manifiesto establece automountServiceAccountToken: false; RBAC no concede permisos y NetworkPolicy permite DNS y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prueba usa kubectl auth can-i para casos positivos y negativos, inspecciona mounts del Pod y valida flujos. El caso muestra que identidad, admisión y red son capas distintas y que una necesidad…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seguir una petición por authn, authz, admission, etcd y reconciliación; explicar qué no pasa por esa ruta; diseñar ServiceAccount/RBAC mínimo; y demostrar los límites…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kind o minikube para un clúster local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kubectl configurado; kube-bench y kubeaudit (se profundizan en la clase 229).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Lens o k9s para visualizar el clúster.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clúster con kind create cluster y examina los pods de kube-system (API server, etcd, scheduler, controller-manager, kube-proxy, CoreDNS).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pod de etcd y localiza dónde guarda los datos; comenta por qué su cifrado en reposo y su acceso restringido son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flujo de autorización: usa kubectl auth can-i --list con distintas identidades para ver qué puede hacer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namespace app y despliega un pod; observa el ServiceAccount por defecto y su token montado.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que, por defecto, un pod puede alcanzar a otro en distinto namespace (sin NetworkPolicy).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la API del kubelet (solo lectura, en laboratorio) y comenta por qué debe requerir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un diagrama del flujo de una petición kubectl apply: cliente → API server → authn → authz (RBAC) → admission → etcd → controladores → kubelet.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cada componente del plano de control y una consecuencia de su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etcd cifrado en reposo es una defensa clave para los Secrets.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diferencia entre Role y ClusterRole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escucha en los puertos 6443 y 10250 y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authn → authz → admission para una creación de pod.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aísla un namespace y qué NO aísla por defecto.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clúster de laboratorio y produce un mapa de su superficie de ataque: componentes,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puertos que exponen, identidad que usan y qué protege cada control (RBAC, admission, NetworkPolicy).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mapa lista API server, etcd, kubelet y scheduler con su puerto y riesgo;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flujo authn→authz→admission; y señala al menos tres controles con el objeto Kubernetes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los implementa.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"Pensé que namespace = aislamiento fuerte" — Los namespaces separan nombres, no red ni kernel; añade NetworkPolicy y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ServiceAccount montado sin necesidad — Riesgo si el pod se compromete; usa automountServiceAccountToken: false.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etcd accesible sin TLS — Exposición total del estado; exige TLS mutuo y restringe el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Forbidden al aplicar un manifiesto — RBAC deniega la acción; ajusta el Role/Binding de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kubelet API abierta en 10250 — Permite exec en pods; exige autenticación y autorización webhook.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API server es el objetivo principal de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media cambios declarativos y expone recursos según autorización. Protegerlo es central, pero kubelet, etcd, nodos, runtime y red también poseen superficies que pueden evitar controles…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 atacante lee etcd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leer el estado persistido accesible, incluidos Secrets almacenados allí. El impacto depende de permisos y cifrado configurado; se restringen red y certificados, se cifra material sensible y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¿RBAC está activo por defecto?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clústeres modernos sí, pero muchas instalaciones dejan roles amplios o ServiceAccounts con permisos excesivos. RBAC solo protege si se configura con privilegio mínimo.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Cluster Architecture. &lt;https://kubernetes.io/docs/concepts/architecture/&gt; — componentes y reconciliación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Controlling Access to the API. &lt;https://kubernetes.io/docs/concepts/security/controlling-access/&gt; — secuencia oficial de autenticación, autorización y admisión.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RBAC Authorization. &lt;https://kubernetes.io/docs/reference/access-authn-authz/rbac/&gt; — semántica de roles, bindings y verbos.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Security Checklist. &lt;https://kubernetes.io/docs/concepts/security/security-checklist/&gt; — recomendaciones actuales, incluidas Secrets y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800-190. &lt;https://doi.org/10.6028/NIST.SP.800-190&gt; — guía de riesgos de contenedores; complementar con versión Kubernetes desplegada.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Martin y Hausenblas, Hacking Kubernetes. &lt;https://www.oreilly.com/library/view/hacking-kubernetes/9781492081722/&gt; — ejemplos complementarios, no documentación normativa.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6918c172ea31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5124"/>
            <a:ext cx="8229600" cy="3227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