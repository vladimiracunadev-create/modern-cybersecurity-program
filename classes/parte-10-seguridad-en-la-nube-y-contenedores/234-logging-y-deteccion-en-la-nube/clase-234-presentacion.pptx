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234 — Logging y detección en la nube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la capa de visibilidad que hace posible detectar y, más tarde, responder a incidentes en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nube. El alumno aprenderá qué logs existen (plano de gestión, red, datos), cómo centralizarlos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forma inmutable, y cómo escribir detecciones basadas en amenazas reales mapeadas a MITRE ATT&amp;CK for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 (creación anómala de claves, deshabilitar logging, exfiltración, etc.).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las fuentes de log clave en cada nube y qué registran.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Centralizar logs de forma inmutable y con retención adecuada.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reglas de detección para técnicas de MITRE ATT&amp;CK for Cloud.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los logs con un SIEM (Sentinel, Security Lake, Chronicle).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Evitar puntos ciegos (logging deshabilitado, regiones sin cobertura).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Tipos de log: gestión, red,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CloudTrail / Activity Log / Cloud Audit Logs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Flow logs y logs de DNS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Centralización y protección de retención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Detecciones y reglas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SIEM en la nube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Puntos ciegos comunes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estrategia de logging parte de preguntas: quién cambió configuración, quién accedió a datos, qué identidad obtuvo sesión, qué cargas se comunicaron y qué ocurrió dentro de la aplicación. Cada…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evita diseñar desde la herramienta SIEM. Primero se seleccionan fuentes y se conserva procedencia; luego se normaliza y detecta. Si el log de data plane no estaba habilitado, una regla…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CloudTrail, Azure Activity Log y Cloud Audit Logs registran planos y categorías diferentes. Activity Log se centra en control plane de recursos; Entra aporta identidad; resource logs deben…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Flow logs resumen tráfico observado en interfaces o redes y pueden omitir contenido, paquetes o campos según configuración. DNS logs muestran consultas en puntos concretos. Ninguno identifica…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destino usa cuenta/proyecto/suscripción de logging separada, acceso mínimo, retención y mecanismos de bloqueo disponibles. Inmutabilidad es una propiedad configurada con duración y autoridad; no…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regla contiene hipótesis, fuentes requeridas, lógica, severidad, entidades, excepciones, respuesta y prueba. Crear access keys, deshabilitar logging o cambiar una policy pueden ser administración…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 del plano de gestión: registra actividades administrativas cubiertas por el proveedor. Clave: es esencial para cambios API, pero se complementa con identidad, datos, red y carga.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Flow logs: metadatos de conexiones de red. Clave: detectan movimiento lateral y exfiltración.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events: acceso a datos (p. ej. GetObject de S3). Clave: costosos pero clave para detectar exfiltración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 protegido por retención: almacenamiento con controles de escritura, borrado y tiempo. Clave: su resistencia depende de configuración, autoridad y separación del dominio comprometido.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Detección: regla que convierte patrones de log en alerta. Clave: debe mapearse a técnicas de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SIEM: plataforma de correlación y alerta (Sentinel, Security Lake+OpenSearch, Chronicle). Clave: une múltiples fuentes.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Punto ciego: actividad no observable por generación, cobertura, retención o acceso. Clave: se registra como limitación y se prioriza según riesgo.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creación legítima o persistencia IAM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regla alerta por CreateAccessKey. El evento pertenece a un administrador durante una ventana aprobada, pero la clave fue creada para otro usuario y se usó minutos después desde una región no…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prueba sintética crea una clave de laboratorio, confirma alerta, entidades y latencia, y la revoca. También ejecuta un caso autorizado esperado para comprobar que la excepción no oculta usos fuera…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construyes una matriz pregunta–fuente–cobertura–retención–costo, diferencias planos por proveedor, diseñas almacenamiento fuera del dominio de ataque y pruebas una detección…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Logging del proveedor activado: CloudTrail (multi-región), VPC Flow Logs, Azure Monitor/Activity Log, Google Cloud Audit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destino centralizado (bucket dedicado + SIEM); Sigma para escribir reglas portables.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Athena/Log Analytics/BigQuery para consultar 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que el logging del plano de gestión está activo multi-región y que su bucket/almacén es inmutable (object lock / retención).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actividad en tu cuenta de laboratorio (crea una clave de acceso, abre un security group, sube un objeto) para producir eventos.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consultas para detectar: (a) creación de claves de acceso IAM, (b) intento de deshabilitar CloudTrail/logging, (c) PutBucketPolicy que abre un bucket.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Traduce esas detecciones a reglas Sigma y mapéalas a técnicas de MITRE ATT&amp;CK for Cloud (Defense Evasion: Impair Defenses; Persistence: Create Account/Access Key).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los logs en un SIEM (Sentinel/Security Lake/Chronicle) y crea una alerta que dispare al deshabilitar el logging.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un punto ciego: crea un recurso en una región sin logging y comprueba que no aparece; corrige activando cobertura global.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 latencia entre la acción y la alerta, y ajusta la retención según requisitos de cumplimiento.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que alerte cuando se deshabilita el logging del plano de gestión.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pico anómalo de GetObject (posible exfiltración) usando data events.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regla Sigma para el uso de credenciales desde una geolocalización inusual.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esquema de centralización de logs multi-cuenta inmutable.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Flow Logs para identificar una conexión saliente sospechosa.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la política de retención de logs para un requisito de 1 año.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la capa de visibilidad de una cuenta de laboratorio y demuestra una detección de extremo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extremo: una acción maliciosa simulada genera un evento que dispara una alerta en el SIEM.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logging del plano de gestión está activo multi-región y en almacén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inmutable; al ejecutar la acción simulada (p. ej. crear una clave de acceso o intentar deshabilitar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logging) se genera una alerta trazable en el SIEM, con la técnica ATT&amp;CK asociada documentada.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logs de una región — CloudTrail no multi-región; actívalo globalmente.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Atacante borró los logs — Bucket sin inmutabilidad; aplica object lock y cuenta de logging separada.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Alertas por todo (ruido) — Reglas sin afinar; ajusta umbrales y usa listas de excepción justificadas.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se registran accesos a datos — Data events desactivados por coste; actívalos en buckets críticos.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Alertas llegan tarde — Latencia de entrega/consulta; usa entrega casi en tiempo real y consultas eficientes.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log activo primero si solo puedo activar uno?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del plano de gestión (CloudTrail / Activity Log / Cloud Audit Logs). Registra el "quién hizo qué" a nivel de API y es la fuente más valiosa tanto para detección como para forense.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guardar los logs en una cuenta separada e inmutable?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un atacante con acceso a la cuenta intentará borrar los rastros. Enviar los logs a una cuenta de logging aparte, append-only y con retención, preserva la evidencia aunque la cuenta original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data events valen la pena si cuestan más?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recursos críticos suelen ser necesarios para observar operaciones por objeto, pero se complementan con identidad, red, aplicación y destino. Actívalos selectivamente según riesgo, volumen, costo y…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CloudTrail. &lt;https://docs.aws.amazon.com/awscloudtrail/latest/userguide/&gt; — categorías, trails y event data stores oficiales.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Azure Activity Log. &lt;https://learn.microsoft.com/en-us/azure/azure-monitor/platform/activity-log&gt; — alcance oficial del control plane y exportación.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Google Cloud Audit Logs. &lt;https://docs.cloud.google.com/logging/docs/audit/understanding-audit-logs&gt; — categorías, identidades y configuración oficial.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Cloud Matrix. &lt;https://attack.mitre.org/matrices/enterprise/cloud/&gt; — cobertura conductual para hipótesis; no reemplaza semántica del proveedor.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Sigma. &lt;https://github.com/SigmaHQ/sigma&gt; — formato abierto para lógica portable; cada backend y fuente requiere validación.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e614e7e46f6b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4036"/>
            <a:ext cx="8229600" cy="23500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