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223 — Seguridad en AWS</a:t>
            </a:r>
          </a:p>
          <a:p>
            <a:r>
              <a:rPr sz="1600">
                <a:solidFill>
                  <a:srgbClr val="2E8B57"/>
                </a:solidFill>
              </a:rPr>
              <a:t>parte 10 seguridad en la nube y contenedores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Endurecer una cuenta de AWS aplicando los controles nativos clave: segmentación de red con VPC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security groups, protección de datos con cifrado y KMS, aislamiento de almacenamiento S3, y los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servicios de seguridad gestionados (GuardDuty, Security Hub, Config). Al terminar, el alumno podrá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llevar una cuenta desde su estado por defecto hasta una postura alineada con el CIS Benchmark.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una VPC segura con subredes públicas/privadas, security groups y NACLs.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Bloquear el acceso público a S3 y aplicar cifrado en reposo con KMS.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Habilitar GuardDuty, Security Hub y Config para detección y postura continua.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Configurar VPC Flow Logs y CloudTrail multi-región para trazabilidad.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Interpretar los hallazgos del CIS AWS Benchmark en una cuenta real.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VPC, subredes y security groups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S3: block public access y políticas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Cifrado en reposo y KMS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GuardDuty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Security Hub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AWS Config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CloudTrail y Flow Logs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AWS organiza seguridad a través de cuentas, regiones y servicios. Una arquitectura defendible separa cargas y entornos en cuentas, aplica guardrails organizacionales y luego configura controles 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lectura es descendente: organización limita el espacio de decisión; IAM autoriza API; VPC define conectividad; KMS añade control criptográfico; logs observan; GuardDuty y Security Hub interpretan…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subred no es «pública» por su nombre, sino por rutas, gateway y posibilidad de asignar dirección accesible. Security Groups son stateful y expresan permisos sobre interfaces; NACL operan…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S3 Block Public Access combina controles en organización, cuenta, bucket y access point; AWS aplica la combinación más restrictiva relevante. Esto ayuda a impedir políticas o ACL públicas, pero no…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KMS protege claves y registra uso, pero cifrado en reposo no limita a un principal que tiene simultáneamente permiso al dato y a Decrypt. La separación de administración y uso, condiciones y política…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CloudTrail registra actividades cubiertas; management events y data events tienen cobertura y costo distintos. VPC Flow Logs son metadatos, no contenido. GuardDuty procesa fuentes administradas según…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VPC: red virtual aislada dentro de AWS. Clave: subredes privadas sin ruta a Internet reducen exposición.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Security Group: firewall stateful a nivel de instancia. Clave: solo permite (allow); denegar es no incluir la regla.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NACL: firewall stateless a nivel de subred. Clave: permite reglas deny explícitas, complementa a los SG.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S3 Block Public Access: conjunto de cuatro controles aplicables en varios ámbitos. Clave: bloquea formas de acceso público, pero no reemplaza la revisión de acceso autenticado y compartido.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KMS: servicio de gestión de claves. Clave: separa quién administra la clave de quién la usa; auditable vía CloudTrail.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GuardDuty: servicio administrado de detección que usa fuentes y planes documentados. Clave: cobertura, región, características habilitadas y contexto determinan los hallazgos.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Security Hub: servicio de postura y agregación de hallazgos. Clave: centraliza estándares y productos, pero requiere priorización y remediación fuera del panel.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🔍 Caso razonado — bucket cifrado pero expuesto a una cuenta externa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bucket tiene BPA activo y cifrado KMS, pero una bucket policy permite lectura a una cuenta asociada completa. No es «público» en el sentido de acceso anónimo y BPA puede no bloquear el patrón…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Después verifica que la cuenta externa también posee permiso KMS, revisa CloudTrail data events disponibles y prueba acceso permitido y denegado. El caso demuestra que cifrado, BPA y policy resuelven…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Dominas la clase cuando puedes seguir una solicitud desde cuenta y principal hasta ruta, SG, política de recurso y KMS; distinguir prevención, registro y detección; y documentar cobertura regional y…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CLI aws configurada con un perfil de laboratorio y MFA.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Prowler para el CIS AWS Benchmark: pip install prowler.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Cuenta de laboratorio dedicada; no uses la cuenta de producción.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una VPC con una subred pública (con Internet Gateway) y una privada (sin ruta directa a Internet).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Lanza una instancia en la subred privada y comprueba que no es accesible desde Internet; da acceso solo vía un bastión o SSM Session Manager.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 bucket S3, sube un objeto y verifica que Block Public Access está activo a nivel de cuenta y bucket. Intenta hacerlo público y confirma que se bloquea.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Activa cifrado por defecto con una clave KMS gestionada por ti y revisa la política de la clave.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Habilita CloudTrail multi-región con un bucket dedicado y cifrado, y VPC Flow Logs hacia CloudWatch.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Activa GuardDuty, Config (con reglas gestionadas) y Security Hub con el estándar CIS.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prowler aws --compliance cis2.0aws y compara los hallazgos con lo que muestra Security Hub. Corrige al menos tres hallazgos de severidad alta y vuelve a ejecutar.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regla de security group que permita SSH solo desde tu IP y HTTPS desde cualquier origen.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una política de bucket que exija cifrado en las peticiones PutObject.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una regla de Config que marque como no conforme cualquier volumen EBS sin cifrar.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 un hallazgo de GuardDuty de tipo UnauthorizedAccess:IAMUser/InstanceCredentialExfiltration.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arquitectura de cuentas con una cuenta de logging centralizado.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Habilita el acceso a instancias vía SSM en lugar de SSH y explica la ventaja de seguridad.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Toma una cuenta de laboratorio "recién creada" y llévala a una postura base: sin buckets públicos,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CloudTrail multi-región activo, GuardDuty y Security Hub habilitados, y cifrado por defecto en S3 y EBS.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una ejecución de prowler aws --compliance cis2.0aws muestra 0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hallazgos críticos/altos en las secciones de S3, logging y cifrado, y Security Hub reporta esos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controles como PASSED.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Bucket "public" pese a política privada — ACL heredada o BPA desactivado; activa Block Public Access a nivel de cuenta.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SG "no funciona" al denegar un puerto — Los SG solo permiten; para deny explícito usa NACL a nivel de subred.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GuardDuty sin hallazgos aunque hay actividad — Un hallazgo depende de región, plan, fuente y lógica de detección. Verifica cobertura sin asumir que toda actividad genera alerta.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trail no contiene el evento esperado — Revisa región, categoría, selector y fecha. Event history aporta ciertos management events recientes, pero no reemplaza un trail organizacional y su…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AccessDenied al usar una clave KMS — Falta permiso en la política de la clave; añade el principal a kms:Decrypt.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¿Security Group o NACL?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ambos. El SG es stateful y va en la instancia (control fino); el NACL es stateless, va en la subred y sirve para bloqueos amplios (deny) que el SG no puede expresar.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¿GuardDuty reemplaza a un SIEM?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GuardDuty detecta amenazas conocidas a partir de los logs de AWS; un SIEM correlaciona múltiples fuentes. Lo habitual es enviar los hallazgos de GuardDuty al SIEM.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¿Debo usar claves gestionadas por AWS o por el cliente (CMK)?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control de auditoría, rotación y separación de deberes, usa claves gestionadas por el cliente (CMK). Las gestionadas por AWS son cómodas pero dan menos control sobre la política.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 verificables y alcance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AWS Well-Architected — Security Pillar. &lt;https://docs.aws.amazon.com/wellarchitected/latest/security-pillar/welcome.html&gt; — principios oficiales de diseño.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Amazon S3 — Blocking public access. &lt;https://docs.aws.amazon.com/AmazonS3/latest/userguide/access-control-block-public-access.html&gt; — semántica oficial de los cuatro controles y ámbitos.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AWS IAM policy evaluation. &lt;https://docs.aws.amazon.com/IAM/latest/UserGuide/referencepoliciesevaluation-logic.html&gt; — base para acceso efectivo de identidad y recurso.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Amazon GuardDuty. &lt;https://docs.aws.amazon.com/guardduty/&gt; — fuentes, planes y operación oficial; no garantiza detectar toda actividad adversaria.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CIS AWS Foundations Benchmark. &lt;https://www.cisecurity.org/benchmark/amazonwebservices&gt; — baseline independiente de configuración, no evaluación total de arquitectura.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Prowler. &lt;https://github.com/prowler-cloud/prowler&gt; — automatiza checks; validar alcance, versión y permisos del rol auditor.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8e1c3ba7efa9c18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1202" y="1097280"/>
            <a:ext cx="4661595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