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227 — Seguridad de contenedores: Docker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se aísla realmente un contenedor (namespaces, cgroups, capabilities) y aplicar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seguridad en las tres fases del ciclo de vida: construcción de imágenes, almacenamiento/registro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ejecución. Al terminar, el alumno podrá escanear imágenes con Trivy, endurecer un Dockerfile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el runtime según el CIS Docker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aislamiento de contenedores (namespaces, cgroups, capabilities) y sus límites.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imágenes mínimas y sin secretos con multi-stage builds.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imágenes en busca de CVEs y secretos con 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contenedores con privilegio mínimo (usuario no root, capabilities recortadas, read-only).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un host Docker con Docker Bench for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Namespaces y cgroups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Capabilities y user namespaces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Imágenes y capas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Dockerfile seguro y multi-stage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Escaneo de imágenes (Trivy)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Runtime seguro (seccomp, AppArmor)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Registro y firma de imágenes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contenedor es un conjunto de procesos aislados mediante mecanismos del kernel y empaquetados con un filesystem. No posee un kernel independiente como una VM convencional. Por eso el riesgo depende…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recorre dos vidas: cadena de suministro y runtime. Una imagen sin CVE conocida puede ejecutarse con --privileged y mounts peligrosos; una configuración restrictiva no corrige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Namespaces separan vistas de PID, red, montajes, IPC, hostname y usuarios; cgroups limitan y contabilizan recursos. Capabilities dividen privilegios de root, pero algunas como SYSADMIN abarcan…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--privileged amplía dispositivos y capabilities y relaja controles; no debe describirse simplemente como «root del host», porque el resultado depende de mounts, kernel y runtime, pero rompe buena…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instrucción de build puede crear capas recuperables. Borrar un secreto en una capa posterior no elimina el contenido anterior. BuildKit secrets permiten montar material durante un paso sin…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escáner relaciona paquetes con bases de vulnerabilidades y puede producir falsos positivos o carecer de contexto de explotabilidad. Se conserva versión, base, digest y política de excepción.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ejecuta como usuario no root, filesystem de solo lectura, capabilities eliminadas y recursos limitados. Docker aplica un perfil seccomp predeterminado cuando la plataforma lo soporta; AppArmor 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Namespace: aísla la vista de un proceso (PID, red, montajes, usuarios). Clave: es el mecanismo central de aislamiento del contenedor.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cgroup: limita recursos (CPU, memoria, PIDs). Clave: previene abuso de recursos y algunas denegaciones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Capability: privilegio granular del kernel (p. ej. CAPNETADMIN). Clave: recórtalas con --cap-drop=ALL y añade solo las necesarias.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Contenedor privilegiado: modo que amplía dispositivos, capabilities y acceso respecto del perfil normal. Clave: aumenta sustancialmente rutas hacia el host y exige justificación excepcional.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Multi-stage build: compilar en una etapa y copiar artefactos seleccionados a otra. Clave: reduce toolchain final; no elimina secretos persistidos por comandos o archivos copiados incorrectamente.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Distroless / scratch: imágenes con conjunto mínimo de runtime. Clave: reducen componentes, pero complican diagnóstico y no eliminan vulnerabilidades de la aplicación.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Seccomp: filtra syscalls disponibles al contenedor. Clave: el perfil por defecto ya bloquea syscalls peligrosas.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Caso razonado — una aplicación que necesita escribir y escuchar en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imagen original corre como root, contiene compilador y escribe en /tmp y /var/cache/app. El equipo usa multi-stage, crea un UID no root y monta tmpfs solo en ambas rutas. En kernels modernos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encuentra una CVE en una biblioteca que la app no carga. La excepción no se cierra como «falso positivo» sin más: documenta digest, paquete, ruta, análisis de alcance, fecha de revisión y…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Dominas la clase cuando puedes explicar qué aísla cada mecanismo, reconstruir una imagen sin secretos en capas, fijarla por digest y ejecutar la carga con usuario, mounts, capabilities y perfiles…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Engine en un host Linux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para escaneo de imágenes/filesystem: docker run aquasec/trivy.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Bench for Security para auditar el host según CIS.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Hadolint para lint de Dockerfiles.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docker run -it --rm alpine sh y explora los namespaces con lsns desde el host para ver el aislamiento.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en una VM desechable la salida de capsh --print de un contenedor normal y otro --privileged, sin montar discos ni acceder a datos del host. Documenta qué controles se ampliaron y elimina…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Dockerfile inseguro (corriendo como root, con secretos en ENV) y pásalo por Hadolint; corrige los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Refactoriza a un multi-stage build con imagen final distroless o scratch, usuario no root (USER 1000) y sin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 ambas imágenes con trivy image y compara el número de CVEs y el tamaño.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el contenedor endurecido: docker run --read-only --cap-drop=ALL --security-opt=no-new-privileges --user 1000 miimagen.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el host con Docker Bench for Security y corrige al menos tres hallazgos (daemon con TLS, userns-remap, logging).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capabilities por defecto de un contenedor y explica cuáles quitarías.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una imagen basada en ubuntu a una distroless y mide la reducción de CVEs.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contenedor con sistema de archivos read-only y un volumen escribible acotado.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.dockerignore que evite filtrar .env y .git.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una imagen y verifica su firma antes de desplegar.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contenedor comprometido puede afectar al host y cómo mitigarlo.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imagen de aplicación real y prodúcela endurecida: multi-stage, base mínima, usuario no root,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secretos, y ejecución con capabilities recortadas y read-only.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trivy image no reporta CVEs CRÍTICAS ni secretos en la imagen final,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imagen corre como UID no root, y docker inspect confirma CapDrop: [ALL] y ReadonlyRootfs: true.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al escribir en read-only — El proceso necesita escribir; monta un volumen/tmpfs acotado para esa ruta.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visible en docker history — Se pasó por ENV/ARG o COPY; usa build secrets o inyección en runtime.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Contenedor corre como root sin querer — Falta USER en el Dockerfile; añádelo y ajusta permisos de archivos.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 reporta cientos de CVEs — Imagen base gorda/antigua; cambia a base mínima y actualiza.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--privileged "necesario" para que funcione — No se identificó la operación requerida. Traza el fallo y concede solo capability, dispositivo o mount estrictamente justificado.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contenedor es tan seguro como una máquina virtual?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Comparten el kernel del host; una fuga o un contenedor privilegiado pueden comprometer el host. Para aislamiento fuerte se usan sandboxes como gVisor o Kata Containers.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correr como no root si el contenedor ya está aislado?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si el atacante escapa del contenedor o explota una capability, ser root dentro facilita el escape hacia el host. El usuario no root reduce el impacto de un compromiso.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guardo los secretos si no en el Dockerfile?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 las capas de imagen, mediante un gestor y una identidad de carga. La entrega en runtime también debe evitar exposición en variables, comandos, logs, dumps y archivos con permisos amplios.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Engine security. &lt;https://docs.docker.com/engine/security/&gt; — documentación oficial de namespaces, daemon, capabilities y user namespaces.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seccomp profiles. &lt;https://docs.docker.com/engine/security/seccomp/&gt; — comportamiento oficial del perfil predeterminado y excepciones.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800-190. &lt;https://doi.org/10.6028/NIST.SP.800-190&gt; — riesgos y recomendaciones de ciclo de vida de contenedores.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Docker Benchmark. &lt;https://www.cisecurity.org/benchmark/docker&gt; — baseline versionada; comprobar aplicabilidad al runtime y distribución.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Docker Bench for Security. &lt;https://github.com/docker/docker-bench-security&gt; — automatiza una selección de checks CIS; documentar versión, host y pruebas no ejecutables.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Trivy. &lt;https://github.com/aquasecurity/trivy&gt; — proyecto primario de escaneo; interpretar base, alcance y configuración.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Liz Rice, Container Security. &lt;https://www.oreilly.com/library/view/container-security/9781492056690/&gt; — explicación complementaria de mecanismos Linux.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0abdb3bb99f3c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696" y="1097280"/>
            <a:ext cx="608260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