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225 — Seguridad en Google Cloud Platform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Asegurar un proyecto de Google Cloud aplicando su jerarquía de recursos (organización, carpetas,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proyectos), IAM basado en roles y service accounts, VPC y firewall, y los servicios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(Security Command Center, VPC Service Controls). Al terminar, el alumno sabrá endurecer un proyecto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GCP conforme al CIS GCP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la jerarquía de recursos y heredar políticas desde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IAM con roles predefinidos y service accounts sin claves estáticas.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VPC, reglas de firewall y Private Google 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Habilitar Security Command Center e interpretar sus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Organization Policies para prevenir configuraciones inseguras.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Jerarquía: organización, carpetas, proyectos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IAM y service accounts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Organization Policies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VPC y reglas de firewall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Security Command Center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Cloud KMS y CMEK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VPC Service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organiza recursos en organización, carpetas y proyectos. El proyecto es unidad de APIs, cuotas, billing y aislamiento administrativo, pero hereda políticas desde niveles superiores.…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jerarquía transmite IAM y restricciones, pero resuelve problemas diferentes. IAM indica quién puede ejecutar qué acción sobre un recurso. Organization Policy limita configuraciones permitidas. VPC…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cuentas de servicio representan workloads. Las claves JSON descargables convierten la identidad en un secreto reutilizable; se prefieren identidades adjuntas y federación de cargas cuando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roles básicos como Owner, Editor y Viewer son amplios. Roles predefinidos o personalizados reducen alcance, pero un rol personalizado exige mantenimiento cuando las APIs cambian. Policy…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reglas firewall VPC tienen dirección, prioridad, acción, objetivo y fuente/destino; las reglas implícitas son parte del resultado. Shared VPC separa administración de red y proyectos de servicio.…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VPC Service Controls evalúa accesos a servicios protegidos, identidades y contexto. Una regla de ingreso/egreso o nivel de acceso mal diseñado puede abrir el perímetro o bloquear operación legítima.…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Jerarquía de recursos: organización → carpetas → proyectos → recursos. Clave: las políticas IAM se heredan hacia 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Service account: identidad para cargas y automatización. Clave: evita claves descargables; usa Workload Identity.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predefinido: conjunto de permisos mantenido por Google para una función. Clave: se distingue de roles básicos y personalizados y se asigna en el ámbito mínimo.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Organization Policy: restricción declarativa a nivel de organización/carpeta. Clave: bloquea, por ejemplo, IPs públicas en VMs.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 de VPC: reglas allow/deny por prioridad y etiquetas. Clave: implícitamente deniega entrante y permite saliente.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Command Center (SCC): panel central de postura y amenazas. Clave: detecta misconfiguraciones y actividad sospechosa.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VPC Service Controls: control contextual para servicios compatibles dentro de perímetros. Clave: reduce ciertas rutas de exfiltración, pero requiere IAM, reglas de ingreso/egreso y pruebas.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service account sin clave y perímetro incompleto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carga en GKE necesita leer BigQuery. En vez de descargar una clave, usa Workload Identity Federation for GKE y un binding mínimo. El proyecto está dentro de un perímetro VPC Service Controls…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 Audit Logs registra el principal técnico y la operación; para atribuir al despliegue se relacionan Kubernetes ServiceAccount, workload y binding. El caso muestra cómo identidad, perímetro y…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predecir herencia en organización/carpetas/proyectos, separar IAM de Organization Policy, evitar claves de service account mediante identidad de carga y diseñar una…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 gcloud autenticada en un proyecto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ScoutSuite con proveedor gcp y Prowler (prowler gcp).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las APIs necesarias antes de empezar (gcloud services enable).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proyecto de laboratorio dentro de una carpeta y aplica un rol Viewer a un usuario a nivel de carpeta; verifica la herencia hacia el proyecto.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service account para una carga y asígnale solo el rol mínimo. No descargues una clave JSON; usa Workload Identity o impersonación.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una Organization Policy que impida VMs con IP externa (constraints/compute.vmExternalIpAccess). Intenta crear una VM pública y confirma el bloqueo.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VPC con una regla de firewall que permita solo SSH desde un rango concreto vía IAP; deja el resto denegado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Security Command Center (tier Standard) y revisa hallazgos de tipo Public Bucket o Open Firewall.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un bucket con CMEK usando una clave de Cloud KMS y revisa la política de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prowler gcp --compliance cis2.0gcp y corrige tres hallazgos de severidad alta; vuelve a ejecutar para verificar.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jerarquía de carpetas para separar producción, staging y sandbox.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rol personalizado que permita leer objetos de un bucket pero no listarlos.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Organization Policy que restrinja las regiones donde se pueden crear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Private Google Access para que una VM sin IP pública acceda a APIs de Google.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hallazgo de SCC de tipo PUBLICBUCKETACL.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perímetro de VPC Service Controls alrededor de Cloud Storage.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un proyecto de laboratorio: sin service account keys descargables, Organization Policy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prohíbe IPs externas, SCC habilitado, y al menos un bucket cifrado con CMEK.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crear una VM con IP externa es bloqueado por la policy, no existen claves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service account activas, y prowler gcp reporta como PASS los controles de IAM y de exposición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pública que fallaban al inicio.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denied pese a rol asignado — Rol asignado en el ámbito equivocado; recuerda la herencia jerárquica.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Service account key filtrada en un repo — Se descargó una clave JSON; revócala y migra a Workload Identity.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sigue creándose con IP pública — Organization Policy en modo audit o no propagada; verifica el constraint y el ámbito.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 "no bloquea" tráfico — La VPC permite saliente por defecto; añade reglas deny explícitas si hace falta.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SCC sin hallazgos — Tier Standard limitado; para detección avanzada activa Premium/Enterprise.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evitar las claves JSON de service account?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secretos de larga duración que suelen terminar en repositorios o discos. Workload Identity y la impersonación proveen credenciales temporales sin archivo que filtrar.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¿Organization Policy o IAM?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complementan: IAM decide quién puede hacer qué; Organization Policy define qué está permitido en absoluto (guardarraíles), independientemente de los permisos IAM.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protege VPC Service Controls que IAM 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IAM controla el acceso por identidad; VPC Service Controls crea un perímetro que impide que datos salgan a proyectos o redes fuera del perímetro aunque haya credenciales válidas, mitigando…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Security Foundations. &lt;https://cloud.google.com/architecture/security-foundations&gt; — guía oficial de organización, red, identidad y logging fundacional.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IAM. &lt;https://cloud.google.com/iam/docs&gt; — documentación oficial de principals, roles, políticas y cuentas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Organization Policy. &lt;https://cloud.google.com/resource-manager/docs/organization-policy/overview&gt; — restricciones y herencia; no concede permisos IAM.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VPC Service Controls. &lt;https://cloud.google.com/vpc-service-controls/docs/overview&gt; — alcance, perímetros y limitaciones oficiales.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Command Center. &lt;https://cloud.google.com/security-command-center/docs&gt; — postura y hallazgos según tier y servicios habilitados.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Google Cloud Platform Foundation Benchmark. &lt;https://www.cisecurity.org/benchmark/googlecloudcomputingplatform&gt; — baseline independiente; fijar versión y perfil.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5be400129bb5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14" y="1097280"/>
            <a:ext cx="693617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