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230 — Seguridad de Infrastructure as Code (Terraform)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seguridad al código que define la infraestructura. El alumno aprenderá a escanear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configuraciones Terraform en busca de misconfiguraciones (tfsec/Checkov), a proteger el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(state) que contiene datos sensibles, a evitar secretos en el código y a integrar estos controles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pipeline para detectar problemas antes de desplegar.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código Terraform con tfsec y Checkov e interpretar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el state remoto (cifrado, bloqueo, acceso restringido).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secretos en el código y en el state mediante gestores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validación de seguridad IaC en un pipeline CI (plan + escaneo + 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policy-as-code para bloquear despliegues inseguros.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IaC y drift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Escaneo estático (tfsec/Checkov)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Gestión del state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Datos sensibles en configuración, plan y state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Módulos y proveedores confiables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Policy-as-code (OPA/Sentinel)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IaC en el pipeline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compara configuración, state y objetos remotos para producir un plan. Seguridad debe revisar los tres: HCL expresa intención, el plan muestra cambios calculados y el state enlaza…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incluye dependencias y credencial de ejecución porque el pipeline es parte de la superficie. El archivo .terraform.lock.hcl fija selecciones y hashes de providers, pero actualmente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 puede contener contraseñas, claves y metadatos sensibles. Marcar una variable sensitive oculta su presentación en CLI, pero no impide necesariamente almacenarla. Terraform actual incorpora…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 secreto desde Vault mediante un data source puede escribirlo igualmente en state si un recurso lo conserva. «Usar un vault» no es suficiente: se revisa el flujo completo desde obtención hasta…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y Checkov aplican reglas sobre configuración; OPA o Sentinel pueden evaluar JSON del plan. Las políticas deben probarse con casos permitidos, denegados y valores desconocidos. Una regla «todo…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plan actualiza estado observado según modo y puede revelar cambios externos, pero la detección depende de credenciales, refresh y recursos gestionados. Un recurso fuera del state no aparece…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Infrastructure as Code (IaC): definir infraestructura en archivos versionados. Clave: auditable y reproducible, pero un error se replica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state: archivo con el mapeo entre código y recursos reales. Clave: puede contener secretos en texto plano; protégelo.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Drift: divergencia entre estado deseado, state y objeto remoto. Clave: plan puede revelar cambios de recursos gestionados según refresh, permisos y provider; no inventaría recursos desconocidos.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/ Checkov: escáneres estáticos de IaC. Clave: encuentran buckets públicos, SG abiertos, cifrado ausente.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Policy-as-code: reglas (OPA/Rego, Sentinel) que aprueban o bloquean planes. Clave: impide desplegar lo no conforme.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Backend remoto: almacenamiento coordinado del state. Clave: capacidades de cifrado, locking, acceso, auditoría y recuperación dependen del backend y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Módulo: paquete reutilizable de Terraform. Clave: verifica origen y versión para la cadena de suministro.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contraseña marcada `sensitive` que sigue en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módulo recibe dbpassword con sensitive = true. La salida CLI la oculta, pero el provider la conserva en el atributo del recurso y aparece en el state. El equipo confirma el comportamiento sobre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Checkov deja pasar el código después del cambio, pero la verificación no termina allí: se inspecciona el plan JSON, se limita el rol CI, se prueba una policy que bloquea exposición pública y se…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explicar HCL–plan–state–cloud, demostrar qué valor sensible persiste, fijar providers y módulos, escribir una policy con pruebas y límites, y detectar drift declarando…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instalado y un proveedor de laboratorio configurado.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tfsec, Checkov y terrascan para escaneo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OPA/Conftest para policy-as-code.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módulo Terraform inseguro: un bucket con acl = "public-read", un security group con 0.0.0.0/0 en el puerto 22 y un recurso sin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tfsec . y checkov -d .; anota los identificadores de cada hallazgo y su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el código: bloquea acceso público, restringe el SG a un rango, activa cifrado en reposo. Reejecuta los escáneres hasta 0 hallazgos altos.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backend remoto cifrado con bloqueo (por ejemplo S3 + DynamoDB) y verifica que el state ya no queda en local sin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cualquier secreto del código; inyéctalo desde variables de entorno o un gestor de secretos y comprueba que no aparece en el .tf.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OPA/Conftest que rechace planes con recursos sin cifrado o con acceso público, e intégrala tras terraform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el pipeline: fmt → validate → tfsec/checkov → plan → conftest → (aprobación) → apply. Falla el pipeline si el escaneo encuentra un hallazgo crítico.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hallazgo concreto de tfsec y documenta la regla que lo detectó.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un state local a un backend remoto cifrado con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Rego que exija etiquetas obligatorias en todos los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drift introduciendo un cambio manual y ejecutando terraform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 (pin) la versión de un módulo y de un proveedor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escaneo IaC como paso obligatorio en un workflow de 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repositorio Terraform con misconfiguraciones y déjalo "verde": sin hallazgos críticos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tfsec/Checkov, con state remoto cifrado y bloqueado, sin secretos en el código, y con una policy OPA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bloquea recursos inseguros en el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tfsec y checkov reportan 0 hallazgos críticos/altos, conftest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rechaza un plan que reintroduzca un bucket público, y no hay ningún secreto en texto plano en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.tf ni en el backend.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visible en terraform.tfstate — El recurso guardó el valor en el state; usa un gestor de secretos y cifra 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pasa pero el recurso sigue inseguro — Regla suprimida con #tfsec:ignore; revisa las supresiones injustificadas.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acquiring the state lock — Otro apply en curso o lock huérfano; espera o libera con force-unlock con cuidado.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 no detectado — Cambios fuera de Terraform; ejecuta plan periódicamente y usa detección de drift.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malicioso o desactualizado — Origen no verificado; fija versión y usa fuentes confiables.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state de Terraform es sensible?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puede contener valores en texto plano (contraseñas de bases de datos, claves) y el mapa completo de tu infraestructura. Debe cifrarse en reposo, tener acceso restringido y bloqueo para evitar…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¿tfsec o Checkov?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buenos; suelen usarse juntos porque sus reglas no coinciden al 100%. Checkov cubre más frameworks (Terraform, CloudFormation, Kubernetes) y tfsec es muy rápido para Terraform. Ejecuta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escaneo estático reemplaza al CSPM?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escaneo IaC detecta problemas antes de desplegar (shift-left); el CSPM (clase 231) evalúa lo ya desplegado en tiempo de ejecución, incluyendo cambios hechos fuera de Terraform. Se complementan.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— State. &lt;https://developer.hashicorp.com/terraform/language/state&gt; — propósito, almacenamiento y operación oficial.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— Manage sensitive data. &lt;https://developer.hashicorp.com/terraform/language/manage-sensitive-data&gt; — diferencias vigentes entre sensitive, ephemeral y write-only, con requisitos de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— Dependency lock file. &lt;https://developer.hashicorp.com/terraform/language/files/dependency-lock&gt; — alcance de selección y hashes de providers.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Policy Agent — Terraform. &lt;https://www.openpolicyagent.org/docs/terraform&gt; — evaluación de plan y limitaciones de valores desconocidos.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Checkov. &lt;https://www.checkov.io/&gt; y tfsec. &lt;https://github.com/aquasecurity/tfsec&gt; — herramientas primarias; documentar versión, reglas y supresiones.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IaC Security Cheat Sheet. &lt;https://cheatsheetseries.owasp.org/cheatsheets/InfrastructureasCodeSecurityCheatSheet.html&gt; — recomendaciones complementarias, no especificación de Terraform.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a7845027cee8e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