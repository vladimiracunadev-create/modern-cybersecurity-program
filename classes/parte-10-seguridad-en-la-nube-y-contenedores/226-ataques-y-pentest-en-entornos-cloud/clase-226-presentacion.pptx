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226 — Ataques y pentest en entornos cloud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la metodología de pentest en la nube: reconocimiento, enumeración de recursos e IAM,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explotación de misconfiguraciones (credenciales expuestas, buckets, metadatos, roles), escalada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privilegios, movimiento lateral y persistencia, todo mapeado a MITRE ATT&amp;CK for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recursos y permisos de una cuenta a partir de credenciales de acceso limitado.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el servicio de metadatos de instancia (IMDS) para robar credenciales de 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Escalar privilegios aprovechando permisos IAM peligrosos.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persistencia y movimiento lateral en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cada técnica a una táctica de MITRE ATT&amp;CK for Cloud.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Reconocimiento externo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Credenciales y sesiones expuestas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IAM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Abuso de metadatos (IMDS/SSRF)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Escalada de privilegios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Movimiento lateral y persistencia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Mapeo a MITRE ATT&amp;CK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pentest cloud autorizado evalúa relaciones de confianza y decisiones API, no solo puertos. El contrato debe identificar cuentas, suscripciones o proyectos; regiones; identidades de prueba…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impone puntos de control. Descubrir un nombre de bucket no autoriza leer objetos; obtener una credencial de laboratorio no autoriza enumerar otras cuentas; hallar una ruta teórica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clave o token puede estar expirado, revocado, limitado por sesión o sujeto a condiciones. Primero se identifica la cuenta y principal con una API inocua y autorizada. Luego se enumeran…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rutas de escalada combinan acciones. Crear una función solo importa si se puede elegir rol, código, invocación y salida. Modificar una policy requiere una versión efectiva y capacidad de usar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IMDS está disponible desde instancias según plataforma y configuración. En AWS, IMDSv2 usa un token obtenido por PUT y hop limit configurable, lo que reduce varias rutas de SSRF, pero no corrige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claves, usuarios, roles, funciones o suscripciones puede simular persistencia, pero cada artefacto genera riesgo y costo. Se usan nombres etiquetados, TTL, presupuesto y lista de limpieza. La…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IMDS (Instance Metadata Service): servicio local que entrega metadatos y, según configuración, credenciales de identidad de la carga. Clave: versión, token, hop limit y rol efectivo determinan…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SSRF hacia metadatos: forzar a la app a pedir el endpoint de metadatos. Clave: clásico vector para robar credenciales en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IAM: determinar capacidades mediante políticas, simulación y llamadas autorizadas de bajo impacto. Clave: los resultados se interpretan con contexto y límites superiores.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Persistencia: crear usuarios/claves/roles ocultos o backdoors en funciones. Clave: sobrevive a la rotación de la credencial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Pacu: framework de investigación AWS con módulos de enumeración y validación. Clave: automatiza llamadas con la identidad configurada y debe limitarse a laboratorios autorizados.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CloudGoat/CloudFoxable: entornos vulnerables intencionados para practicar. Clave: seguros y legales para entrenar.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for Cloud: matriz de tácticas/técnicas específicas de nube. Clave: estandariza el reporte.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SSRF con un rol casi sin permisos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CloudGoat, una aplicación permite solicitar una URL interna y el tester obtiene una sesión temporal desde IMDS. Antes de celebrar «compromiso de AWS», identifica rol, expiración y permisos.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informe separa falla de aplicación, acceso a metadatos y exceso o adecuación del rol. La mitigación exige corregir SSRF y requerir IMDSv2, pero también prueba que retirar el permiso innecesario…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defines reglas de compromiso cloud, conviertes una credencial en un grafo de capacidades, validas una ruta con impacto mínimo, mapeas técnica sin exagerar alcance y entregas…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Pacu, ScoutSuite, PMapper, enumerate-iam, y las CLIs oficiales.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CloudGoat (Rhino Security Labs) para desplegar escenarios vulnerables en TU cuenta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entorno aislado y presupuesto controlado (los recursos cuestan dinero).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el escenario iamprivescbyrollback de CloudGoat; recibirás credenciales de acceso limitado.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IAM: con enumerate-iam y aws iam get-user, mapea qué permisos tienes.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permiso peligroso (p. ej. iam:CreatePolicyVersion con --set-as-default) que permite reescribir una política.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Escala: crea una nueva versión de una política adjunta a tu usuario que conceda : y márcala por defecto; verifica que ahora eres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con el escenario ec2ssrf: explota una app con SSRF para leer http://169.254.169.254/latest/meta-data/iam/security-credentials/ y roba las credenciales del 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esas credenciales para enumerar y acceder a un bucket S3 (movimiento lateral).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cada paso a MITRE ATT&amp;CK for Cloud (Initial Access, Discovery, Privilege Escalation, Lateral Movement).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los roles y caminos asumibles que PMapper puede observar desde una identidad de laboratorio y registra permisos o cuentas fuera de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IMDSv2 mitiga el robo de credenciales por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sección de "escalada de privilegios" de un informe de pentest con evidencias.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tres técnicas de persistencia en AWS y su detección en CloudTrail.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otro escenario de CloudGoat y documenta el kill chain.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regla de detección para la creación anómala de claves de acceso IAM.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de principio a fin un escenario de CloudGoat que empiece con acceso limitado y termine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administrador, documentando el camino y luego aplicando las remediaciones que lo cierren.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incluye cada paso con el comando usado, la técnica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correspondiente y la evidencia; tras aplicar las remediaciones, reejecutar el ataque falla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escalada.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AccessDenied al enumerar — Permisos realmente mínimos; prueba rutas indirectas (assume-role, passrole).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devuelven 401 — IMDSv2 activo; necesitas un token PUT primero, o el ataque está mitigado.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Recursos de CloudGoat siguen facturando — Olvidaste cloudgoat destroy; destrúyelos siempre al terminar.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proveedor bloquea el escaneo — Actividad marcada como abuso; respeta la política de pentest del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evidencia para el informe — No se registró la salida; captura comandos y respuestas desde el inicio.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permiso del proveedor para hacer pentest en la nube?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Depende. Muchas pruebas a tus propios recursos están permitidas sin aviso previo, pero ciertas actividades (p. ej. stress/DoS) requieren autorización. Revisa siempre la política de pruebas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robo de credenciales de instancia es tan crítico?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el rol de la instancia suele tener permisos amplios; con esas credenciales el atacante actúa como el servicio legítimo, sin contraseña que romper. Por eso IMDSv2 y roles mínimos son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¿CloudGoat es seguro para practicar?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despliega recursos vulnerables en tu propia cuenta de forma intencionada y reproducible. Aun así, aíslalos y destrúyelos al terminar para evitar exposición y coste.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Customer Support Policy for Penetration Testing. &lt;https://aws.amazon.com/security/penetration-testing/&gt; — actividades permitidas y prohibidas; consultar antes de cada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Cloud Matrix. &lt;https://attack.mitre.org/matrices/enterprise/cloud/&gt; — vocabulario de comportamientos, no autorización ni prueba de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— Instance Metadata Service. &lt;https://docs.aws.amazon.com/AWSEC2/latest/UserGuide/configuring-instance-metadata-service.html&gt; — semántica oficial de IMDSv2, token y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CloudGoat. &lt;https://github.com/RhinoSecurityLabs/cloudgoat&gt; — laboratorio deliberadamente vulnerable; revisar costos y destruir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Pacu. &lt;https://github.com/RhinoSecurityLabs/pacu&gt; — herramienta abierta; validar módulos y llamadas antes de ejecutarlos.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Rhino Security Labs — AWS privilege escalation. &lt;https://rhinosecuritylabs.com/aws/aws-privilege-escalation-methods-mitigation/&gt; — investigación complementaria que requiere contraste con evaluación…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f791b98cbebae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79876"/>
            <a:ext cx="8229600" cy="338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