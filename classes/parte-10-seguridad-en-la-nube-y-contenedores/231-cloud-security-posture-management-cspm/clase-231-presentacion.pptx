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231 — Cloud Security Posture Management (CSPM)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evaluar y mantener de forma continua la postura de seguridad de una o varias nubes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CSPM de código abierto (Prowler, ScoutSuite). El alumno sabrá ejecutar auditorías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multi-cloud, priorizar hallazgos por severidad y marco (CIS, PCI, etc.), generar informes y establecer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ciclo de remediación medible.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CSPM y por qué complementa al escaneo IaC.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Prowler y ScoutSuite contra AWS/Azure/GCP.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hallazgos por severidad, marco de cumplimiento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informes reproducibles para auditoría y para 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ciclo de remediación con métricas de postura.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CSPM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CSPM vs escaneo IaC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Prowler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ScoutSuite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Marcos de cumplimiento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Priorización de hallazgos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Ciclo de remediación y métricas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CSPM compara configuración efectiva con reglas de seguridad y cumplimiento. El resultado es un hallazgo, no una vulnerabilidad explotable demostrada ni una prioridad empresarial automática.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ciclo vuelve al check porque la postura cambia. Una corrección manual puede ser revertida por Terraform; una corrección en código puede no alcanzar recursos creados fuera del pipeline. Por eso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y ScoutSuite usan APIs con una credencial. Un AccessDenied puede convertir un check en desconocido, no en conforme. Se documentan cuentas, regiones, servicios, permisos, versión, checks…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frameworks aportan requisitos con objetivos distintos. CIS define benchmarks de configuración; PCI DSS, ISO 27001 o una política interna requieren alcance y evidencia adicional. Un mapeo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 del producto es un dato. Un bucket públicamente accesible con datos sensibles puede ser urgente; el mismo patrón en un sitio estático previsto requiere revisar integridad, origen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Contar hallazgos abiertos castiga inventarios más completos. Se miden cobertura de cuentas y servicios, edad por severidad contextual, tiempo a triage, tiempo a corrección, recurrencia, excepciones…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CSPM: gestión continua de la postura de seguridad en la nube. Clave: detecta misconfiguraciones en recursos ya desplegados.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Prowler: herramienta open source con cientos de checks para AWS/Azure/GCP/K8s. Clave: mapea a CIS y otros marcos.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ScoutSuite: auditor multi-cloud que genera un informe HTML navegable. Clave: ideal para revisión visual y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de seguridad: conjunto de controles mínimos esperados. Clave: referencia contra la que se mide la postura.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Severidad: estimación técnica producida por una regla o producto. Clave: orienta, pero la prioridad incorpora exposición, datos, privilegio, explotabilidad y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Drift de postura: aparición de nuevas misconfiguraciones con el tiempo. Clave: exige auditoría continua, no puntual.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Remediación: cambio que corrige causa y estado efectivo. Clave: se aplica al recurso y a su fuente declarativa y se verifica mediante reescaneo y prueba.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dos security groups con el mismo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marca dos SG con SSH desde Internet. Uno está asociado a una instancia apagada sin IP pública; el otro a un bastion con IP pública y contraseña habilitada. La regla es idéntica, pero la ruta…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evidencia de cierre incluye diff IaC, plan, estado efectivo y reescaneo. Si el bastion conserva una excepción temporal, se documentan dueño, origen permitido, MFA/clave, logs y vencimiento.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ejecutar una auditoría con cobertura declarada, distinguir conforme de desconocido, contextualizar hallazgos iguales de forma distinta, corregir recurso e IaC y…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(pip install prowler) y ScoutSuite (pip install scoutsuite).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Credenciales de solo lectura (rol/SA de auditoría) en la cuenta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directorio para almacenar informes con fecha para comparar evolución.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rol/SA de solo lectura para auditoría en tu cuenta de laboratorio (privilegio mínimo, sin permisos de escritura).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prowler aws --compliance cis2.0aws -M html csv y abre el informe HTML; identifica los hallazgos críticos.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scout aws y navega el informe: compara cómo ScoutSuite agrupa por servicio frente a la vista por control de Prowler.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Prioriza: filtra por --severity critical high y construye una lista de los 10 hallazgos a remediar primero, justificando el orden por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Remedia al menos tres (por ejemplo: activar cifrado por defecto, cerrar un SG abierto, habilitar CloudTrail) usando lo aprendido en la clase 223.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Vuelve a ejecutar Prowler y compara el número de hallazgos antes/después; calcula el porcentaje de mejora.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Automatiza: programa la auditoría (cron/CI) y guarda los informes con fecha para medir el drift de postura a lo largo del tiempo.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Prowler filtrando por un servicio concreto (p. ej. solo S3) e interpreta la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informe en formato OCSF/JSON y explica para qué sirve integrarlo en un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cinco hallazgos a su control CIS correspondiente.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criterio de priorización que combine severidad y exposición 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los hallazgos de Prowler y ScoutSuite sobre la misma cuenta y explica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tres métricas de postura (p. ej. % de recursos conformes, MTTR de remediación).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una cuenta de laboratorio, prioriza y remedia hasta reducir a cero los hallazgos críticos,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mejora con dos ejecuciones de Prowler (antes/después).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segunda ejecución muestra 0 hallazgos críticos y un número de altos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inferior al inicial; el informe incluye la lista priorizada, la evidencia de cada remediación y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menos una métrica de postura calculada.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falla con AccessDenied en muchos checks — Rol de auditoría sin permisos de lectura; usa la política gestionada de auditoría/seguridad.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Miles de hallazgos abruman al equipo — Falta de priorización; filtra por severidad y exposición antes de repartir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hallazgos reaparecen — Se corrigió a mano y el IaC volvió a desplegar lo inseguro; corrige también en Terraform.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sin contexto de negocio — Todo tratado igual; añade criticidad del recurso a la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Auditoría solo una vez — La postura deriva; automatiza ejecuciones periódicas y compara.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¿CSPM sustituye al escaneo de IaC?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se complementan. El escaneo IaC (clase 230) previene antes de desplegar; el CSPM detecta lo que ya está desplegado, incluidos cambios manuales o de terceros que el IaC no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una herramienta comercial de CSPM?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empezar no. Prowler y ScoutSuite cubren muy bien AWS/Azure/GCP con cientos de checks. Las soluciones comerciales añaden correlación, priorización avanzada y remediación automatizada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la fatiga de alertas?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Prioriza: no todos los hallazgos importan igual. Cruza severidad con exposición a Internet y criticidad del recurso, remedia primero lo explotable y automatiza la supresión justificada de falsos…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Prowler. &lt;https://github.com/prowler-cloud/prowler&gt; — proyecto primario y checks; fijar versión, provider, regiones y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ScoutSuite. &lt;https://github.com/nccgroup/ScoutSuite&gt; — proyecto primario de recolección e informe; un reporte HTML no sustituye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Benchmarks. &lt;https://www.cisecurity.org/cis-benchmarks&gt; — baselines versionadas y perfiladas.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Security Hub. &lt;https://docs.aws.amazon.com/securityhub/&gt; — postura y agregación gestionadas según estándares y regiones habilitados.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Defender for Cloud CSPM. &lt;https://learn.microsoft.com/azure/defender-for-cloud/concept-cloud-security-posture-management&gt; — capacidades y planes oficiales actuales.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0e1817d34795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83864"/>
            <a:ext cx="8229600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