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232 — Seguridad serverless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cargas serverless (funciones como servicio) entendiendo cómo cambia el modelo de amenazas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no hay servidor que endurecer: la superficie se traslada al código de la función, a sus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permisos IAM, a sus disparadores (triggers) y a sus dependencias. El alumno aplicará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mínimo por función, gestión segura de secretos y controles frente a inyección y abuso.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modelo de amenazas serverless y el OWASP Serverless Top 10.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privilegio mínimo por función (un rol IAM por función).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disparadores (API Gateway, colas, buckets) frente a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secretos y variables de entorno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Mitigar inyección, dependencias vulnerables y denial-of-wallet.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amenazas serverless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Permisos por función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Event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Secretos en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Dependencias y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Abuso de concurrencia y costo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Observabilidad de funciones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Serverless elimina la administración directa de servidores para el cliente, no la responsabilidad sobre código, dependencias, eventos, identidad, configuración y datos. La unidad de amenaza no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sitúa validación antes del código y controles operativos alrededor. Un evento emitido por un servicio cloud todavía puede contener datos controlados por un usuario. Autenticar el origen…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un rol amplio entre funciones mezcla blast radius. Cada función o grupo coherente obtiene acciones y recursos mínimos, con condiciones cuando sean estables. También se protege quién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eventos se validan por esquema, tamaño, tipos, identificadores y relación con el recurso esperado. En flujos asíncronos se consideran reintentos, idempotencia, orden, dead-letter queues y poison…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atacante o error puede generar invocaciones, fan-out o bucles entre servicios. «Denial-of-wallet» es una etiqueta útil, pero el efecto puede incluir throttling y caída. Se usan límites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Variables de entorno pueden cifrarse en reposo, pero suelen ser legibles para identidades con permisos de configuración o para el proceso. Se usa un gestor y cache controlado con rotación.…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como servicio (FaaS): código que corre bajo demanda sin gestionar servidores. Clave: no parcheas SO, pero sí el código y sus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Trigger/evento: fuente que invoca la función (HTTP, cola, objeto en bucket). Clave: el payload del evento es entrada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de ejecución: identidad IAM que asume la función. Clave: debe ser mínimo y exclusivo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injection: uso de campos de un evento para alterar una operación posterior. Clave: autenticar origen, validar esquema y usar APIs seguras resuelven riesgos diferentes.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Abuso de costo/concurrencia: invocaciones, fan-out o bucles que consumen cuota y presupuesto. Clave: combina límites, idempotencia, alertas y protección en la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Cold start: primera invocación tras inactividad. Clave: relevante para timeouts y para no cachear secretos inseguros.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Variables de entorno: config inyectada en la función. Clave: no son secretas por sí solas; usa un gestor de secretos y cifrado.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objeto que dispara un bucle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función transforma cada archivo subido y escribe el resultado en el mismo bucket/prefijo que activa el trigger. El archivo de salida vuelve a invocarla y produce un bucle. No es necesariamente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corrección separa prefijos o buckets, filtra eventos, agrega idempotencia y limita concurrencia. La prueba crea un objeto benigno, confirma una sola transformación, revisa métrica de invocaciones…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modelar una cadena de evento completa, asignar rol mínimo por función, diseñar idempotencia y límites, entregar secretos sin exponerlos y demostrar con logs/métricas…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laboratorio con AWS Lambda (o Azure Functions / Cloud Functions).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Serverless Framework o SAM para desplegar; cfn-nag/Checkov para revisar plantillas.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escáner de dependencias (p. ej. npm audit, pip-audit, Trivy) y un gestor de secretos (clase 233).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una función simple (p. ej. procesa un objeto subido a un bucket) con Serverless Framework en tu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su rol de ejecución: si tiene permisos amplios, recórtalo a solo las acciones necesarias (leer ese bucket, escribir en esa cola).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 injection: añade a la función una consulta construida con datos del evento sin sanear y demuestra la inyección (en laboratorio); luego parametriza/valida la entrada y confirma la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Mueve un "secreto" de una variable de entorno a un gestor de secretos (Secrets Manager/Key Vault) y recupéralo en runtime con permisos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las dependencias del paquete con pip-audit/npm audit/Trivy y actualiza las vulnerables.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límites de concurrencia y presupuesto/alarma de coste para mitigar denial-of-wallet.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trazas (X-Ray/Application Insights) y logs estructurados; provoca un error y compruébalo en el log.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rol de ejecución amplio a privilegio mínimo para un caso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y sanea el payload de un evento HTTP antes de usarlo en una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tres secretos de variables de entorno a un gestor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límite de concurrencia y una alarma de coste a una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el bundle de la función y corrige una dependencia vulnerable.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para invocaciones anómalas de una función.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una función serverless de laboratorio: rol de ejecución mínimo y exclusivo, entrada validada,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secretos fuera de las variables de entorno, dependencias sin CVEs críticas y límite de concurrencia.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rol de la función solo permite las acciones estrictamente necesarias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(verificable con la política), el ataque de event injection ya no funciona, no hay secretos en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variables de entorno y pip-audit/npm audit no reporta vulnerabilidades críticas.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Función con AdministratorAccess — Rol reutilizado y excesivo; crea un rol mínimo por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legible en la consola — Guardado en variable de entorno en claro; muévelo a un gestor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Factura disparada de repente — Denial-of-wallet o bucle de eventos; limita concurrencia y añade alarmas de coste.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vía payload del evento — Entrada no saneada; valida esquema y parametriza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CVE en una dependencia del bundle — Paquete vulnerable empaquetado; escanea y actualiza en cada build.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¿Serverless es más seguro porque no hay servidor?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proveedor asume el parcheo del SO y del runtime, lo que elimina una clase de problemas. Pero la superficie se traslada al código, a los permisos IAM, a los eventos y a las dependencias, que siguen…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¿Las variables de entorno sirven para secretos?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como almacén seguro: son visibles para quien pueda leer la configuración de la función y pueden filtrarse en logs. Usa un gestor de secretos y concede a la función permiso mínimo para leerlos 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denial-of-wallet y por qué preocupa en serverless?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abuso que no busca tumbar el servicio sino disparar el número de invocaciones y, con ello, el coste. Se mitiga con límites de concurrencia, throttling en el API Gateway y alarmas/presupuestos…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Lambda — Security. &lt;https://docs.aws.amazon.com/lambda/latest/dg/lambda-security.html&gt; — modelo y controles oficiales AWS; confirmar integración específica de cada trigger.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Functions security. &lt;https://learn.microsoft.com/azure/azure-functions/security-concepts&gt; — recomendaciones oficiales de identidad, red y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Run functions security. &lt;https://cloud.google.com/functions/docs/securing&gt; — autenticación y protección oficial del servicio vigente.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Serverless Top 10. &lt;https://owasp.org/www-project-serverless-top-10/&gt; — taxonomía comunitaria para modelado; no ranking universal de frecuencia.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Serverless Security Cheat Sheet. &lt;https://cheatsheetseries.owasp.org/cheatsheets/ServerlessFaaSSecurityCheatSheet.html&gt; — prácticas complementarias para eventos, permisos y observabilidad.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e32193cd5d89e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7732"/>
            <a:ext cx="8229600" cy="2642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