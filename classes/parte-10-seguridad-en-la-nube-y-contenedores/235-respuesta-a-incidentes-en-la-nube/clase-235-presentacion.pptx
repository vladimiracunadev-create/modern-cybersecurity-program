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235 — Respuesta a incidentes en la nube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respuesta a incidentes (NIST SP 800-61) al contexto de la nube, donde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elasticidad, las APIs y la efimeridad cambian la práctica: contención por IAM y aislamiento de red,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de evidencia mediante snapshots, y erradicación/recuperación aprovechando IaC. El alumno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ejecutará un playbook completo sobre una credencial comprometida y una instancia comprometida.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las fases de NIST (preparación, detección/análisis, contención, erradicación, recuperación, lecciones) a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Contener una credencial comprometida y una instancia comprometida sin destruir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evidencia con snapshots, aislamiento y volcado de metadatos/logs.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Erradicar y recuperar usando IaC para reconstruir de forma limpia.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un playbook reutilizable y las lecciones aprendidas.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NIST SP 800-61 Rev. 3 aplicado a la nube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Preparación: roles, permisos, runbooks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Contención de identidad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Aislamiento de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Adquisición de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Erradicación y recuperación con IaC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Post-incidente y lecciones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respuesta cloud investiga un sistema que cambia mediante API y donde identidad puede tener más continuidad que una instancia. Preparación crea roles de emergencia, destinos de evidencia separados…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no apaga una instancia de inmediato. Primero identifica qué evidencia es volátil y qué daño continúa. Si hay cifrado o exfiltración activos, contener puede preceder a una adquisición…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Deshabilitar una access key no revoca necesariamente sesiones ya emitidas, roles asumidos, tokens de federación, aplicaciones OAuth u otras credenciales creadas. Se reconstruye la cadena de identidad…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una VM mediante SG de cuarentena reduce red, pero puede no detener acciones por instance role hacia APIs, tráfico por rutas no consideradas o servicios administrados. La cuarentena se prueba…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Snapshots son copias administradas del volumen, no imágenes físicas ni memoria. Se conservan identificador, cuenta, región, hora, tags, comando/API, request ID, permisos y hash de exportaciones…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logs pueden tener latencia, categorías deshabilitadas o vivir en otra cuenta. Se exportan respuestas originales con paginación y consultas. NISTIR 8006 ayuda a describir desafíos de acceso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 incluye claves, sesiones, roles, trust policies, reglas, funciones, imágenes, pipeline y vector inicial. Recuperar con IaC reduce improvisación solo si el código, módulos, state…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Playbook/runbook: procedimiento paso a paso para un tipo de incidente. Clave: reduce el tiempo de respuesta y errores bajo presión.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Contención: limitar el alcance del incidente. Clave: en la nube suele empezar por IAM (revocar sesiones, deshabilitar claves).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(cuarentena): apartar un recurso sin destruirlo. Clave: cambia security group a "sin tráfico" en vez de apagar, para conservar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Snapshot de investigación: copia puntual administrada por el proveedor. Clave: preserva el estado accesible del volumen, con consistencia y mutabilidad dependientes del servicio y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 de credenciales: invalidar y reemplazar secretos comprometidos. Clave: corta el acceso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accesos, persistencia y condiciones explotadas dentro del alcance conocido. Clave: abarca identidad, recursos, automatización y dependencias.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 con IaC: reconstruir desde código revisado y state controlado. Clave: mejora trazabilidad, pero necesita validación de código, módulos, imágenes, secretos y estado efectivo.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clave AWS rotada, sesión aún activa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CloudTrail alerta por enumeración de secretos con una access key filtrada. El equipo desactiva la clave, pero descubre eventos posteriores de una sesión de rol que esa identidad asumió antes.…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instancia usada para persistencia se pone en SG de cuarentena, se crea snapshot y se conserva su configuración. La recuperación despliega desde Terraform corregido con un rol nuevo y data events…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coordinas contención de identidad y recurso, preservas evidencia con límites del proveedor, amplías erradicación a IaC y automatización, y cierras mediante pruebas de…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de laboratorio con logging ya configurado (clase 234) y CLIs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de forense cloud como AWS IR playbooks, snapshots de EBS/discos y Cloud Custodian para automatizar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Terraform (clase 230) para reconstrucción.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Preparación: define un rol de "responder" con permisos mínimos para aislar y adquirir; crea el runbook y una cuenta/bucket de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Detección/análisis: parte de una alerta de la clase 234 (p. ej. creación anómala de clave de acceso). Reconstruye el "quién/qué/cuándo" con los logs del plano de 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 de identidad: deshabilita la clave comprometida, revoca las sesiones activas (invalidar tokens) y aplica una policy de deny explícito al principal afectado. No lo borres aún (evidencia).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 del recurso: para una instancia comprometida, cambia su security group a uno sin reglas (cuarentena) en lugar de apagarla, para preservar la memoria y las conexiones.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crea un snapshot del volumen, exporta los logs relevantes y guarda metadatos (etiquetas, IAM, red) en el bucket de evidencia inmutable.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identifica y elimina persistencia (usuarios/roles nuevos, claves, reglas, funciones backdoor). Verifica con los logs que no queda actividad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Recuperación: reconstruye desde Terraform revisado, valida estado efectivo y rota o revoca credenciales cuya exposición esté respaldada por el alcance y las dependencias.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runbook de "credencial IAM comprometida" con pasos y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procedimiento de cuarentena de una instancia sin destruir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con Cloud Custodian el aislamiento de un recurso etiquetado como comprometido.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procedimiento de adquisición de snapshots y cadena de custodia.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un recurso desde IaC y verifica el estado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lección aprendida en una regla de detección nueva.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playbook completo end-to-end para una credencial comprometida que lanzó una instancia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maliciosa: detección, contención, aislamiento, adquisición, erradicación y recuperación con IaC.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al final, la clave comprometida está deshabilitada y sus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revocadas, existe un snapshot forense y evidencia preservada en almacén inmutable, no queda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del atacante (verificado en logs), y el recurso afectado está reconstruido desde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con secretos rotados. Todo queda documentado en un informe con línea de tiempo.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apagó la instancia y se perdió la memoria — Contención destructiva prematura; aísla por red antes de apagar.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volvió tras rotar una clave — Quedó persistencia (otro usuario/rol/función); erradica antes de recuperar.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sin trazabilidad suficiente — Faltan exportación original, identificadores, permisos o bitácora. Preserva respuestas, snapshots y cadena de custodia según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Rotación incompleta de credenciales — Solo se trató la credencial inicial. Reconstruye sesiones, roles y secretos accesibles y documenta el alcance usado para rotar o revocar.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Reconstrucción trae de vuelta el problema — Se reconstruyó desde IaC vulnerable; corrige el código antes de aplicar.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aislar por red en vez de apagar una instancia comprometida?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Apagarla destruye la memoria volátil y las conexiones activas, evidencia valiosa. Aislarla (security group sin tráfico) la neutraliza conservando el estado para el análisis forense.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se contiene primero en la nube, la identidad o el recurso?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Normalmente la identidad: deshabilitar la credencial comprometida y revocar sesiones corta el acceso del atacante de inmediato, incluso a recursos que aún no sabes que tocó. Luego se aísla el recurso…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reconstruir con IaC en lugar de "limpiar" el recurso?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una limpieza manual puede dejar condiciones desconocidas. Reconstruir desde código e imágenes revisados reduce incertidumbre y mejora reproducibilidad, pero no garantiza limpieza si IaC…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Rev. 3. &lt;https://doi.org/10.6028/NIST.SP.800-61r3&gt; — marco vigente de respuesta integrado con CSF 2.0; reemplaza Rev. 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NISTIR 8006. &lt;https://doi.org/10.6028/NIST.IR.8006&gt; — desafíos forenses propios de servicios cloud y dependencia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Security Incident Response Guide. &lt;https://docs.aws.amazon.com/security-ir/latest/userguide/welcome.html&gt; — procedimientos y capacidades oficiales AWS; adaptar a arquitectura y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Incident Response. &lt;https://learn.microsoft.com/security/operations/incident-response-overview&gt; — orientación oficial Microsoft para preparación y operación.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Cloud Matrix. &lt;https://attack.mitre.org/matrices/enterprise/cloud/&gt; — vocabulario para alcance y hunting, no procedimiento de contención.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 Custodian. &lt;https://cloudcustodian.io/&gt; — automatización policy-as-code; toda remediación debe probarse y autorizarse.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b3ceef3f8b56a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15284"/>
            <a:ext cx="8229600" cy="667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