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221 — Fundamentos de seguridad en la nube y responsabilidad compartida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cambia cuando la infraestructura se mueve a la nube y dónde queda exactamente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frontera de responsabilidad entre el proveedor y el cliente. Al terminar, el alumno sabrá clasificar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cualquier servicio (IaaS, PaaS, SaaS) según quién asegura qué, e identificar los errores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configuración del cliente que pueden exponer datos, identidades y servicios.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modelo de responsabilidad compartida y cómo se desplaza según el tipo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"seguridad DE la nube" (proveedor) de "seguridad EN la nube" (cliente).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categorías de misconfiguration más frecuentes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cinco pilares del pensamiento Well-Architected al diseño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controles de seguridad tradicionales a sus equivalentes cloud.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responsabilidad compartida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IaaS vs PaaS vs SaaS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"DE la nube" vs "EN la nube"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Configuración insegura y estado efectivo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Identidad, red y datos como controles compuestos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Regiones, zonas y soberanía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Modelo de amenazas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nube combina recursos virtualizados, servicios administrados y automatización por API. NIST SP 800-145 define características y modelos de servicio, pero esa taxonomía no decide quién configura…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no presenta una línea fija: obliga a clasificar tareas. En IaaS el proveedor opera instalaciones y virtualización, mientras el cliente suele administrar sistema invitado, aplicaciones…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distinción popular ayuda a empezar, pero puede ocultar dependencias. El proveedor protege la infraestructura del servicio y publica capacidades; el cliente debe activarlas y operar sus controles.…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plano de control crea, cambia o elimina recursos; el plano de datos procesa contenido; el plano de identidad emite y evalúa sesiones. Una acción administrativa puede venir desde Internet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Región describe una ubicación geográfica ofrecida por el proveedor; zonas dentro de ella aportan dominios de fallo separados según el servicio. Desplegar en dos zonas mejora tolerancia a ciertos…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Responsabilidad compartida: modelo donde el proveedor asegura la infraestructura subyacente y el cliente asegura lo que despliega encima. Característica clave: la línea divisoria depende del servicio…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IaaS (Infrastructure as a Service): el proveedor da cómputo, red y almacenamiento virtualizados (p. ej. EC2). Clave: el cliente asegura SO, parches, red y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PaaS (Platform as a Service): el proveedor gestiona también el runtime y el SO (p. ej. App Engine, RDS). Clave: el cliente asegura datos, configuración y accesos.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SaaS (Software as a Service): el proveedor entrega una aplicación administrada. Clave: el cliente conserva responsabilidades sobre identidades, dispositivos, datos, configuración e integración según…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Plano de control (control plane): APIs y mecanismos que administran recursos. Clave: el impacto de una sesión comprometida depende de permisos, límites organizacionales y controles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Configuración insegura: estado efectivo que expone o debilita un recurso respecto de su requisito. Clave: puede provenir de valores por defecto, cambios manuales, IaC, herencia o excepción.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Blast radius: alcance del daño si un recurso se compromete. Clave: se limita con segmentación de cuentas, VPCs y privilegio mínimo.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la misma base de datos en IaaS y PaaS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organización puede instalar PostgreSQL en una VM o contratar una base administrada. En la VM controla parche, sistema, proceso, backup, red, credenciales y datos. En PaaS el proveedor asume…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matriz de evidencia cambia: en IaaS se conserva inventario y estado de parche del host; en PaaS se usa versión administrada, configuración, logs del servicio y pruebas de restauración. En ambos…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tomar un servicio concreto, asignar al menos diez tareas entre proveedor, cliente y compartidas, indicar una evidencia verificable para cada tarea y explicar cómo…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gratuita en al menos un proveedor (AWS Free Tier, Azure free account o GCP free tier). No subas datos reales; usa una cuenta de laboratorio dedicada.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CLIs oficiales instaladas: aws, az, gcloud.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MFA en la cuenta raíz/administrador antes de cualquier práctica.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 es un tema conceptual: el laboratorio es un análisis de arquitectura y una matriz de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tres servicios reales, uno por modelo: por ejemplo EC2 (IaaS), AWS Lambda (PaaS/FaaS) y Amazon S3 (almacenamiento gestionado).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uno, construye una tabla con las capas: hardware físico, red, hipervisor, SO, runtime, aplicación, datos, IAM/config. Marca en cada capa quién es responsable: Proveedor, Cliente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en la documentación oficial cómo describe el proveedor la frontera de cada servicio y contrasta con tu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incidente cloud documentado y separa hechos públicos, control afectado y tareas del proveedor, cliente o compartidas. No atribuyas causa si el informe público no la demuestra.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párrafo de "controles mínimos del cliente" para cada uno de los tres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ejercicio de la capa IAM: describe por qué en la nube el perímetro es la identidad y no la 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de responsabilidad compartida para IaaS, PaaS y SaaS lado a 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servicios reales de tu proveedor favorito según el modelo que representan.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cinco categorías de misconfiguration y asocia a cada una un control preventivo.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"el proveedor es seguro" no implica "mi cuenta es segura".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múltiples cuentas para separar producción de desarrollo y justifica el blast radius reducido.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interna de una página sobre uso de la cuenta raíz.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matriz de responsabilidad compartida en formato tabla para una arquitectura de tres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capas (balanceador gestionado + contenedores + base de datos gestionada) en el proveedor que elijas.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componente lista al menos seis capas, cada capa tiene asignado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responsable (Proveedor/Cliente/Compartida) coherente con la documentación oficial, y se incluye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menos un control concreto del cliente por componente.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proveedor ya me protege, no necesito hacer nada" — Confunde operación del servicio con configuración y gobierno del cliente. Construye la matriz por tarea y contrato.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Bucket o blob accesible públicamente sin querer — ACL/política heredada o pública por defecto en versiones antiguas; activa block public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diario de la cuenta raíz — Rompe el privilegio mínimo; crea usuarios/roles y guarda la raíz solo para tareas críticas con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en región equivocada — Se ignoró soberanía/latencia; define región por diseño y bloquea otras con SCP/policies.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sé qué recursos tengo" — Falta de inventario; habilita Config/Asset Inventory desde el día uno.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responsabilidad compartida es un contrato legal o solo técnico?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Ambas cosas. Está reflejada en el acuerdo del proveedor y define técnicamente qué controles quedan de tu lado; en una brecha por misconfiguration la responsabilidad legal suele ser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SaaS ya no tengo nada que asegurar?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 lo tienes: identidades, permisos, configuración de la app y los datos que subes. La mayoría de incidentes SaaS son por cuentas mal protegidas o permisos excesivos.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dice que "la identidad es el nuevo perímetro"?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no hay un firewall físico entre tú y el mundo: cualquiera con credenciales válidas puede llamar a la API. Controlar quién puede hacer qué (IAM) es el control central.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Shared Responsibility Model. &lt;https://aws.amazon.com/compliance/shared-responsibility-model/&gt; — explicación oficial AWS; la división se concreta por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Shared responsibility in the cloud. &lt;https://learn.microsoft.com/en-us/azure/security/fundamentals/shared-responsibility&gt; — matriz oficial actualizada para IaaS, PaaS y SaaS.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— Shared responsibility and shared fate. &lt;https://cloud.google.com/architecture/framework/security/shared-responsibility-shared-fate&gt; — perspectiva oficial Google; no modifica las…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800-145. &lt;https://doi.org/10.6028/NIST.SP.800-145&gt; — definición neutral de características, modelos de servicio y despliegue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Well-Architected — Security Pillar. &lt;https://docs.aws.amazon.com/wellarchitected/latest/security-pillar/welcome.html&gt; — principios de diseño; debe aplicarse a arquitectura y requisitos concretos.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9abe94fa2aae3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71216"/>
            <a:ext cx="8229600" cy="1755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