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224 — Seguridad en Azure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una suscripción de Azure aplicando su modelo de identidad (Microsoft Entra ID), control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(RBAC), gobierno (Azure Policy y Management Groups), red (NSG, Firewall) y los servicios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gestionados (Defender for Cloud, Sentinel). Al terminar, el alumno sabrá endurecer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suscripción según el Microsoft Cloud Security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Modelar identidades y accesos con Entra ID y Azure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gobierno con Azure Policy y jerarquía de Management Groups.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Segmentar red con NSG, subredes y Azure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Secure Score y las recomendaciones de Defender for Cloud.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secretos y claves con Azure Key Vault.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Entra ID (antes Azure AD)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Azure RBAC y 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Management Groups y Azure Policy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Network Security Groups y 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Defender for Cloud y Secure Score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Key Vault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Microsoft Sentinel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separa el tenant de identidad de la jerarquía de administración de recursos. Microsoft Entra ID autentica identidades; Azure RBAC autoriza acciones sobre management groups, suscripciones…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dos árboles que convergen: identidad y recursos. Una asignación RBAC contiene principal, definición de rol y ámbito; la herencia baja por la jerarquía. Azure Policy evalúa…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NSG aplica reglas stateful a NIC o subred y resuelve prioridades numéricas; una regla con número menor tiene mayor prioridad. Azure Firewall ofrece control centralizado y otras capacidades; Private…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Vault conserva claves, secretos y certificados con modelos de autorización y logging. Una managed identity permite que una carga obtenga token sin secreto de aplicación almacenado. Esto reduce…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 for Cloud combina recomendaciones de postura con planes de protección de cargas. Secure Score prioriza mejoras según el modelo del producto, no cuantifica por sí solo el riesgo empresarial.…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Entra ID: servicio de identidad y directorio. Clave: autenticación, Conditional Access y gobierno de identidades complementan la autorización Azure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RBAC: asignación de roles (Owner, Contributor, Reader…) por ámbito. Clave: el ámbito puede ser suscripción, grupo de recursos o recurso.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Management Group: contenedor jerárquico de suscripciones. Clave: permite aplicar policy heredada a toda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Policy: reglas que auditan o fuerzan configuraciones. Clave: efecto Deny bloquea despliegues no conformes.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NSG: filtro stateful sobre subred o NIC. Clave: el número de prioridad menor se evalúa antes; se consideran reglas efectivas en ambos ámbitos.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 for Cloud: capacidades de postura y protección según planes habilitados. Clave: Secure Score representa recomendaciones del servicio, no una medida completa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Key Vault: almacén gestionado de secretos y claves. Clave: acceso vía RBAC/policy y auditado.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Contributor no puede leer un secreto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persona tiene Contributor en un grupo de recursos y puede configurar el Key Vault, pero la lectura del valor depende del modelo de acceso al plano de datos. El equipo distingue control plane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Luego Azure Policy exige deshabilitar acceso público y usar Private Endpoint. La prueba verifica DNS desde la carga, denegación desde una red externa y registros del acceso. El caso conecta…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dibujar tenant y jerarquía de recursos, explicar una asignación RBAC efectiva por ámbito, diferenciar Policy de autorización, validar NSG/Private Endpoint y diseñar…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az autenticada en una suscripción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 con el proveedor azure para auditoría.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Prowler también soporta Azure (prowler azure).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grupo de recursos de laboratorio y asigna a un usuario el rol Reader solo en ese ámbito; verifica que no puede crear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MFA y una política de Conditional Access que exija MFA para roles administrativos.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Management Group y aplica una Azure Policy que deniegue la creación de cuentas de almacenamiento con acceso público. Intenta crear una y confirma el Deny.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VNet con dos subredes y un NSG que permita solo HTTPS entrante; asocia el NSG a la subred.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Defender for Cloud en la suscripción, revisa el Secure Score y aplica tres recomendaciones prioritarias.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Key Vault, guarda un secreto y concede acceso a una identidad administrada (managed identity) en vez de credenciales estáticas.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scout azure o prowler azure --compliance cis2.0azure y corrige los hallazgos altos de red y almacenamiento.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Asigna un rol personalizado que permita solo iniciar/detener VMs, sin borrarlas.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Azure Policy que exija etiquetas obligatorias en todos los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NSG con reglas por prioridad y explica cuál gana ante un conflicto.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una managed identity para que una VM lea un secreto de Key Vault sin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Conecta Defender for Cloud a Microsoft Sentinel y crea una regla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una recomendación de Secure Score y estima su impacto en la puntuación.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una suscripción de laboratorio: MFA obligatorio para admins, una Azure Policy de Deny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almacenamiento público aplicada por Management Group, Defender for Cloud activo y un Key Vault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acceso solo por managed identity.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intentar crear una cuenta de almacenamiento pública es bloqueado por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policy, el Secure Score sube respecto al estado inicial, y prowler azure reporta como PASS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controles de MFA y almacenamiento.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asignado pero sin permisos esperados — Ámbito equivocado; verifica si se asignó a recurso, grupo o suscripción.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 no bloquea despliegues — Efecto en Audit en vez de Deny; cambia el efecto y reasigna.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NSG "no aplica" a una VM — Regla de menor prioridad la anula, o el NSG está en la subred equivocada.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en el código de la app — No se usó Key Vault + managed identity; migra y rota el secreto.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Secure Score estancado — Recomendaciones marcadas como exentas; revisa exenciones y aplica los controles.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roles de Entra ID y roles de Azure RBAC?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roles de Entra ID gobiernan el directorio (usuarios, grupos, apps); los de Azure RBAC gobiernan recursos (VMs, storage). Un Global Admin de Entra no es automáticamente Owner de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¿Defender for Cloud tiene coste?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nivel CSPM básico es gratuito; los planes de protección de cargas (servidores, contenedores, bases de datos) se facturan por recurso. Actívalos según el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¿Managed identity o service principal con secreto?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Managed identity cuando el servicio y la arquitectura la soporten: evita una credencial de aplicación administrada por el equipo. Aun así, protege la carga, limita su RBAC y monitorea la emisión y…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Cloud Security Benchmark. &lt;https://learn.microsoft.com/security/benchmark/azure/&gt; — baseline oficial de controles y responsabilidades.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RBAC. &lt;https://learn.microsoft.com/azure/role-based-access-control/&gt; — documentación oficial de roles, asignaciones y ámbitos.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Policy. &lt;https://learn.microsoft.com/azure/governance/policy/overview&gt; — efectos, herencia y evaluación oficial; no reemplaza RBAC.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Defender for Cloud. &lt;https://learn.microsoft.com/azure/defender-for-cloud/&gt; — planes y capacidades actuales; confirmar qué está habilitado.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Azure Key Vault best practices. &lt;https://learn.microsoft.com/azure/key-vault/general/best-practices&gt; — recomendaciones oficiales de identidad, red, rotación y recuperación.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Azure Foundations Benchmark. &lt;https://www.cisecurity.org/benchmark/azure&gt; — baseline complementaria con versión y perfil explícitos.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a0ce98522ba3b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78" y="1097280"/>
            <a:ext cx="6096644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