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222 — IAM en la nube: identidades, roles y permisos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la gestión de identidad y acceso (IAM) como el verdadero perímetro de la nube: cómo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modelan usuarios, grupos, roles y políticas; cómo se evalúa una petición; y cómo aplicar privilegio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mínimo evitando las rutas de escalada de privilegios que buscan los atacantes.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Modelar identidades humanas y de máquina con roles asumibles en lugar de claves estáticas.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políticas IAM basadas en el principio de privilegio mínimo.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lógica de evaluación (deny explícito &gt; allow &gt; deny implícito).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permisos peligrosos que permiten escalada (iam:PassRole, iam:CreatePolicyVersion, etc.).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una cuenta buscando credenciales inactivas y permisos excesivos.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Principals: usuarios, grupos, roles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Políticas de identidad vs de recurso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Roles asumibles y STS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Lógica de evaluación de permisos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Privilegio mínimo y límites de permisos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Escalada de privilegios IAM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Federación y SSO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decisión IAM no es «el usuario tiene un rol». Es la evaluación de una solicitud concreta: principal y sesión, acción, recurso, contexto, políticas aplicables y límites superiores. Esta clase usa…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enseña que la credencial autentica y la política autoriza. En AWS una solicitud parte de denegación implícita; necesita un Allow aplicable y un Deny explícito prevalece. Sin embargo,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personas deberían federarse desde un proveedor corporativo y obtener sesiones temporales con MFA o controles adaptativos. Las cargas usan identidades de servicio o roles vinculados a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permiso mínimo no se diseña una sola vez. Se parte de acciones necesarias, se acotan recursos, se agregan condiciones de región, red, etiquetas o servicio y se prueban casos permitidos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iam:PassRole no equivale por sí solo a administrador. Se vuelve peligroso cuando el principal puede pasarlo a un servicio que ejecutará acciones bajo un rol más potente y puede controlar esa carga.…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Usuario IAM: identidad de larga duración con credenciales propias. Clave: preferir roles; los usuarios con claves estáticas son un riesgo si se filtran.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Rol IAM: identidad asumible que otorga credenciales temporales vía STS. Clave: sin secreto permanente, ideal para servicios y federación.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Política: documento JSON con Effect, Action, Resource y Condition. Clave: define permisos de forma declarativa.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Policy de recurso: adjunta al recurso (bucket, cola) en vez de a la identidad. Clave: permite acceso cross-account controlado.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Permission boundary: conjunto que limita permisos máximos otorgables por políticas de identidad. Clave: no concede acceso y debe combinarse con otros límites y políticas.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sts:AssumeRole: acción que cambia de identidad. Clave: base de la federación y de muchas rutas de escalada.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Escalada de privilegios: cadena que permite obtener capacidades superiores a las previstas. Clave: requiere demostrar acciones, recursos, rol destino, trust policy y control efectivo de la carga.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desplegar una Lambda con `PassRole`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identidad puede crear funciones y pasar un rol con lectura de un bucket sensible. Si también puede definir el código, invocar la función y recuperar su salida, existe una ruta hacia esos datos.…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corrección no es eliminar todo PassRole: se restringe el ARN del rol, iam:PassedToService, acciones de creación y destino de salida; se separan roles de despliegue y ejecución. Las pruebas…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clase cuando puedes explicar una decisión con principal, sesión, acción, recurso, contexto y cada política aplicable; produces pruebas allow/deny; y demuestras o refutas una ruta de…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 del proveedor (aws, az, gcloud) con una cuenta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Prowler y ScoutSuite para auditar IAM (se profundiza en la clase 231).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Pacu (framework de explotación AWS) y PMapper para grafos de escalada IAM. Úsalos solo en tu propia cuenta de laboratorio.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usuario lab-user sin permisos y un rol lab-admin-role con AdministratorAccess.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Adjunta a lab-user una política que solo permita iam:PassRole y ec2:RunInstances.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PMapper, genera el grafo de la cuenta: pmapper graph create y luego pmapper query "who can do iam: with ". Observa cómo el usuario aparente-mínimo puede escalar a admin lanzando una instancia con…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Reproduce la ruta manualmente: lanza una instancia EC2 pasando lab-admin-role y obtén sus credenciales temporales desde el servicio de metadatos.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Mitiga: aplica un permission boundary a lab-user y añade una Condition que restrinja qué roles puede pasar (iam:PassedToService). Repite el ataque y verifica que ahora falla.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 la cuenta con prowler aws -c iam y revisa hallazgos de claves inactivas y políticas con comodín 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Elimina las credenciales de larga duración y sustitúyelas por roles asumibles.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política que permita listar un bucket concreto pero denegar borrar objetos.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una integración basada en clave estática en un rol asumido por un servicio.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el resultado de una petición con un Deny explícito y un Allow simultáneos.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una Condition que exija MFA para acciones destructivas.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PMapper para identificar caminos hacia un rol privilegiado dentro de las cuentas y relaciones que la credencial auditora pudo observar; declara límites de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esquema de permission boundaries para un equipo que autoadministra sus recursos.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de una política demasiado amplia ("Action": "", "Resource": "") y refactorízala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privilegio mínimo para un caso de uso concreto (una app que lee de una tabla y escribe en una cola).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política final solo incluye las acciones estrictamente necesarias sobre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ARNs concretos, incluye al menos una Condition, y simulate-principal-policy confirma que 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acciones legítimas se permiten y una acción no relacionada se deniega.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AccessDenied inesperado — SCP u organización deniega arriba; revisa políticas heredadas y deny explícitos.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con "Action": "" en producción — Privilegio excesivo; refactoriza a acciones concretas y usa Access Analyzer.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Claves de acceso en el código — Credenciales estáticas filtrables; migra a roles y rota/revoca de inmediato.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iam:PassRole sin condición — Ruta de escalada; restringe con Condition sobre servicio y rol destino.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Usuarios inactivos con claves activas — Falta de revisión; deshabilita credenciales sin uso &gt; 90 días.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¿Rol o usuario para una aplicación?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Prefiere identidad de carga o rol temporal cuando la plataforma lo soporte. Reduce credenciales estáticas, pero todavía debes limitar permisos, proteger la carga y comprender expiración y revocación…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pasa si una política de identidad permite algo y una de recurso lo deniega?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Deny explícito aplicable prevalece sobre un Allow; sin Allow aplicable existe denegación implícita. La política relevante cambia por tipo de principal, recurso, sesión y acceso cross-account.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aplico privilegio mínimo sin frenar al equipo?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Empieza permisivo pero mide: usa Access Analyzer/policy usage para ver qué se usa realmente y recorta lo no utilizado. Itera en vez de adivinar.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IAM User Guide. &lt;https://docs.aws.amazon.com/IAM/latest/UserGuide/&gt; — fuente oficial para identidades, roles, políticas y STS.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— IAM policy evaluation logic. &lt;https://docs.aws.amazon.com/IAM/latest/UserGuide/referencepoliciesevaluation-logic.html&gt; — reglas oficiales; revisar las variantes por principal y acceso…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Entra ID. &lt;https://learn.microsoft.com/en-us/entra/identity/&gt; — documentación oficial para identidad y federación Microsoft.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Google Cloud IAM overview. &lt;https://cloud.google.com/iam/docs/overview&gt; — referencia oficial para principals, roles, políticas y herencia en Google Cloud.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PMapper. &lt;https://github.com/nccgroup/PMapper&gt; — herramienta abierta para modelar relaciones AWS; los caminos deben validarse contra políticas efectivas.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Rhino Security Labs — IAM privilege escalation. &lt;https://rhinosecuritylabs.com/aws/aws-privilege-escalation-methods-mitigation/&gt; — investigación técnica complementaria, no especificación de…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0242be4682f3c9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22676"/>
            <a:ext cx="8229600" cy="12527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