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147 — Ofuscación, packing y unpacking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Vencer las defensas que el malware usa contra el análisis. El alumno aprenderá a reconocer ofuscación, packing y anti-análisis; a identificar el packer; y a desempacar la muestra (automática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ofuscación, packing y protección virtualizada.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el packer con firmas y por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Desempacar con herramientas automáticas (p. ej. UPX) cuando aplique.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unpacking manual: localizar el OEP, dumpear y reparar la IAT.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y neutralizar técnicas anti-debug/anti-VM básicas.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Ofuscación vs packing vs virtualización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Identificación de packers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Unpacking automático (UPX y otros)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OEP (Original Entry Point)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Dump de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Reconstrucción de IAT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Anti-debug / anti-VM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inmensa mayoría del malware real llega empaquetado (packed): su código real está comprimido 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cifrado, y el fichero solo contiene un pequeño desempaquetador (stub) que, al ejecutarse,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el código en memoria y salta a él (Clase 135). El packing sirve dos propósitos 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atacante: evadir la detección por firmas (el antivirus no ve el código malicioso, solo el stub)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dificultar el análisis estático. La consecuencia para el analista es que hasta que no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desempaqueta, el análisis estático ve poco o nada —strings cifradas, IAT mínima, una sola sección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 alta—. Desempaquetar (unpacking) es, por tanto, un paso previo obligatorio para 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Packer: comprime/cifra el binario y añade un stub que lo restaura en memoria. Característica clave: código real oculto en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OEP: primera instrucción del programa original tras el stub. Característica clave: punto de 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Dumping: volcar la imagen desempacada desde memoria. Característica clave: recupera el código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IAT rebuild: reconstruir imports tras el dump. Característica clave: binario analizable.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Anti-debug: técnicas para detectar depuradores (IsDebuggerPresent, timing). Característica clave: frena el análisis dinámico.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Virtualización (VMProtect/Themida): convierte código en bytecode propio. Característica clave: unpacking muy difícil.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Packing — Comprimir/cifrar el binario; un stub lo reconstruye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Stub — Desempaquetador que revela el código en 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Ofuscación — Hacer el código ilegible manteniéndolo como código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Virtualización — Traducir a bytecode propio con intérprete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Unpacking — Recuperar el código real del malware empaquetado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DIE / PEiD — Herramientas que identifican el packer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 It Easy / PEiD para identificar packer.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UPX (upx -d) para packers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x64dbg con plugins Scylla (dump + IAT) y ScyllaHide (anti-anti-debug).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PE-bear para revisar el resultado; Ghidra para continuar el análisis.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A — packer conocido (UPX):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con DIE que la muestra está empaquetada con UPX.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Desempaca: upx -d muestra.exe -o muestraunpacked.exe.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en PE-bear que la IAT y las secciones vuelven a ser normales y reanaliza en Ghidra.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B — unpacking manual genérico: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snapshot. Carga la muestra en x64dbg con ScyllaHide activo (perfil anti-anti-debug).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Pon un breakpoint en APIs típicas del final del stub (VirtualAlloc, VirtualProtect) para atrapar la escritura del código desempacado.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binario empaquetado muestra pocos strings e imports.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unpacking automático vs manual: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OEP en un ejemplo y justifica tu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4 técnicas anti-debug y cómo las neutraliza ScyllaHide.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la IAT de un dump y verifica que Ghidra resuelve nombres.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por qué VMProtect/Themida requieren otras técnicas.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Desempaca una muestra empaquetada y entrega el dump reparado con su IAT reconstruida, más un informe con el OEP, el método y evidencia de que el código ya es legible (strings/imports visibles).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dump abre en Ghidra mostrando imports resueltos y strings que no eran visibles en el binario original, y el informe indica el OEP con su dirección.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proceso se cierra al depurar — Anti-debug activo; usa ScyllaHide y evita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Dump no ejecuta / IAT rota — Falta reparar imports; usa Scylla IAT Autosearch + Fix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encuentro el OEP — Usa breakpoints en VirtualProtect/tension entre secciones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upx -d falla — UPX modificado a mano; desempaca manualmente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Dump sin strings — Detuviste antes del OEP; avanza hasta que se descifre todo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¿Todo malware está empaquetado? No todo, pero es muy común para evadir AV y análisis. La alta entropía y la IAT mínima son las primeras señales.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evitar ejecutar para desempacar? Para packers simples sí (estático/emulación). Para packers reales suele hacer falta ejecutar el stub bajo control; por eso el aislamiento es crítico.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con Themida/VMProtect? Son protecciones de virtualización; el unpacking clásico no basta. Se recurre a emulación, dumping parcial y análisis de comportamiento.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Analysis, cap. 18 (packers y unpacking).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x64dbg. &lt;https://x64dbg.com&gt;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Scylla. &lt;https://github.com/NtQuery/Scylla&gt;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ScyllaHide. &lt;https://github.com/x64dbg/ScyllaHide&gt;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UPX. &lt;https://upx.github.io&gt;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03369310f4a04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372" y="1097280"/>
            <a:ext cx="2175255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