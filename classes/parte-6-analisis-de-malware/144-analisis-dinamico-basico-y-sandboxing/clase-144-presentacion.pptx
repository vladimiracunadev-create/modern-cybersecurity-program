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144 — Análisis dinámico básico y sandboxing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 el malware en ejecución dentro del laboratorio aislado para registrar qué hace: procesos que crea, archivos y claves de registro que toca, y tráfico de red que genera. El alumno aprenderá 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Instrumentar la VM con monitores de proceso, archivo, registro y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Detonar una muestra de forma controlada y capturar su actividad.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persistencia, procesos hijos, mutex y artefactos de archivo/registro.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y leer el tráfico C2 usando servicios simulados.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el informe de un sandbox automatizado (Cuckoo/CAPE/online).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Baseline y snapshot previo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Process Monitor / Process Hacker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Regshot y comparación de estado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Captura de red (Wireshark + INetSim)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Mutex y marcadores de infección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Sandboxes automatizados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Anti-análisis dinámico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dinámico básico ejecuta la muestra en el laboratorio aislado (clase 142) y observa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 comportamiento: qué ficheros crea, qué claves de registro toca, qué procesos lanza, con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servidores intenta comunicarse. Su ventaja sobre el estático es directa: muestra lo que el malware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hace de verdad, atravesando el packing y la ofuscación que ocultan el código —un binario empaquetado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revela sus strings al análisis estático, pero al ejecutarse actúa, y esa acción se puede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observar—. Su límite: solo se ve lo que ocurre en esa ejecución (el malware puede tener ramas que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activan sin cierta fecha, cierto argumento o cierta respuesta del C2), y hay riesgo real, de ahí 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dinámico: estudio del malware ejecutándolo. Característica clave: comportamiento observable.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Mutex: objeto de sincronización que el malware crea para no reinfectar. Característica clave: IOC estable.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Sandbox: entorno automatizado que ejecuta y reporta la muestra. Característica clave: triaje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Persistencia: mecanismo para sobrevivir al reinicio (Run key, servicio, tarea). Característica clave: continuidad.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de comportamiento: artefacto observado (archivo, clave, dominio). Característica clave: detección posterior.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dinámico — Ejecutar la muestra y observar su comportamiento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— Estado del sistema limpio para comparar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Comparación de estado — Diferencial antes/después que aísla la actividad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Process Monitor (ProcMon) — Registra operaciones de ficheros, registro, procesos, 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Process Hacker — Muestra el árbol de procesos, memoria y handles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Regshot — Diff del registro antes y después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Process Monitor (ProcMon) y Process Hacker / Process Explorer.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Regshot (snapshot de registro y sistema de archivos antes/después).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+ INetSim/FakeNet-NG (de la clase 142).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Autoruns (Sysinternals) para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Sandbox: CAPEv2 o Cuckoo local; online: Any.Run, Hybrid Analysis (con precauciones de confidencialidad).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el snapshot base-clean. Verifica que el aislamiento de red sigue activo y que INetSim responde.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instrumentación: abre ProcMon (con filtro por el nombre del proceso), Process Hacker, Wireshark capturando en la interfaz de labnet, y toma un Regshot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la muestra con privilegios normales. Observa en Process Hacker los procesos hijos y las inyecciones (hilos remotos).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Deja correr ~60–120 s. Toma el segundo Regshot y compara: archivos creados, claves Run, servicios o tareas programadas nuevas.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ProcMon, filtra por Operation is RegSetValue y por CreateFile para localizar persistencia y drops. Anota rutas y claves.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Wireshark: dominios consultados (respondidos por INetSim), URIs HTTP, user-agents, patrones de beacon. Extrae IOCs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mutex creado (Process Hacker → Handles → Mutant). Anótalo como IOC.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inyección de código de simple creación de proceso a partir de lo visto en Process Hacker.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persistencia hallada y cómo eliminarla.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5 IOCs de red del pcap y clasifícalos (DNS, HTTP, IP).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mutex es un buen indicador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tu análisis manual con el informe del sandbox: ¿qué se le escapó a cada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filtro de ProcMon reutilizable para triaje.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comportamiento de una muestra con: árbol de procesos, persistencia (clave/servicio/tarea), archivos creados, mutex e IOCs de red, todo respaldado por capturas.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IOC listado aparece en una evidencia (ProcMon/Regshot/Wireshark) referenciada, y el informe indica cómo se detectaría y eliminaría la persistencia.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muestra "no hace nada" — Detecta VM o espera C2; usa servicios simulados y desactiva artefactos de VM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ProcMon con ruido inmanejable — Aplica filtros por proceso y operación antes de detonar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tráfico en Wireshark — Interfaz equivocada o INetSim caído; captura en labnet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no encontrada — Revisa Autoruns además de las claves Run; hay decenas de ASEPs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Reinfección al repetir — No restauraste snapshot; vuelve a base-clean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¿Análisis dinámico reemplaza al estático? No, se complementan. El dinámico ve comportamiento real pero puede no cubrir ramas condicionadas por fecha o C2.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confiar en un sandbox online? Es rápido pero público: no subas muestras sensibles. Además el malware puede detectar sandboxes conocidos y no ejecutar la carga.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necesita Internet real? Simula el C2 con INetSim/redirección, o replica el servidor. Nunca des salida real a la muestra desde el lab.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Analysis, cap. 3–4.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Sysinternals (ProcMon, Autoruns, Process Explorer). &lt;https://learn.microsoft.com/sysinternals/&gt;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CAPEv2. &lt;https://github.com/kevoreilly/CAPEv2&gt;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Any.Run. &lt;https://any.run&gt;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5c7db6ed2d994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6292"/>
            <a:ext cx="8229600" cy="28254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