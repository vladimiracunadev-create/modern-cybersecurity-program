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143 — Análisis estático básico</a:t>
            </a:r>
          </a:p>
          <a:p>
            <a:r>
              <a:rPr sz="1600">
                <a:solidFill>
                  <a:srgbClr val="2E8B57"/>
                </a:solidFill>
              </a:rPr>
              <a:t>parte 6 analisis de malware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Extraer el máximo de información de una muestra sin ejecutarla: hashes, strings, imports, entropía, recursos y firmas. El análisis estático básico es el primer filtro del triaje: en minutos permite…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Calcular y usar hashes (MD5, SHA-256, imphash) para identificar y buscar la muestra.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Extraer e interpretar strings ASCII/Unicode como pistas de comportamiento.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Leer la tabla de imports para inferir capacidades por las APIs que usa.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Estimar entropía para sospechar packing o cifrado.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Buscar IOCs e inteligencia previa antes de tocar la muestra dinámicamente.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Hashes y fuzzy hashing (ssdeep)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imphash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Strings ASCII/Unicode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Tabla de imports (APIs)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Entropía y detección de packers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Recursos incrustados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Firmas y VirusTotal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análisis estático básico extrae información de una muestra sin ejecutarla, y es siempre 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primer paso: es seguro (no hay riesgo de infección), rápido, y a menudo revela lo suficiente para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clasificar la muestra o decidir cómo seguir. Su lógica es exprimir el fichero —sus metadatos, sus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cadenas, su estructura— antes de la parte peligrosa y costosa de detonarlo o desensamblarlo. Cada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técnica de esta clase da una pista, y juntas dibujan un primer retrato de la muestra.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primer gesto es calcular el hash de la muestra. Un hash criptográfico (SHA-256, MD5) es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huella dactilar exacta (Clase 051): sirve para identificar la muestra sin ambigüedad,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Hash criptográfico: huella única (SHA-256) de la muestra. Característica clave: identidad exacta.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imphash: hash de la tabla de imports. Característica clave: agrupa variantes con el mismo compilador/estructura.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ssdeep (fuzzy hash): mide similitud entre archivos. Característica clave: detecta parecidos, no idénticos.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String: secuencia de caracteres legible en el binario. Característica clave: pistas de comportamiento.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Entropía: medida de aleatoriedad (0–8 bits/byte). Característica clave: &gt;7 sugiere packing/cifrado.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Import: función de una DLL que el binario usa. Característica clave: infiere capacidades.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estático — Examinar la muestra sin ejecutarla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Hash criptográfico — Huella exacta (SHA-256); un byte cambia todo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Fuzzy hashing (ssdeep) — Hash de similitud; agrupa variantes parecidas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imphash — Hash de la tabla de imports; agrupa por APIs usadas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Strings — Cadenas legibles (ASCII y Unicode); revelan intenciones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Unicode / UTF-16 — Codificación de cadenas en Windows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PEStudio y CFF Explorer / PE-bear para cabeceras, imports, recursos.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strings (Sysinternals) o floss (extrae strings ofuscados).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pestr, pehash, ssdeep, capa (Mandiant) para capacidades.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DIE (Detect It Easy) y PEiD para detección de packer/compilador.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Consulta en VirusTotal y MalwareBazaar por hash.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Trabaja sobre una muestra de referencia en tu VM aislada (por ejemplo la que uses en toda la parte):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 hashes: sha256sum muestra.bin, ssdeep muestra.bin. Guarda ambos en tu ficha.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 strings: floss muestra.bin &gt; strings.txt. Busca URLs, rutas (C:\Users\...), claves de registro, comandos y mensajes.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PEStudio, abre la muestra y revisa: imports marcados como sospechosos (CreateRemoteThread, WinExec, InternetOpen, CryptEncrypt), timestamp de compilación, y imphash.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 entropía por sección con DIE. Anota si .text o una sección extra supera ~7.0 (indicio de packing).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capa muestra.bin para obtener capacidades mapeadas a ATT&amp;CK (p. ej. "encrypt data", "create process").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Busca el SHA-256 en VirusTotal y MalwareBazaar: anota familia sugerida, número de detecciones y relaciones.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qué capacidad sugiere cada una de 6 APIs importadas.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el imphash de dos muestras y decide si podrían ser de la misma familia.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 un strings.txt y extrae 5 IOCs candidatos.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Justifica por qué una entropía de 7.9 en .rsrc es sospechosa.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capa y traduce 3 reglas disparadas a lenguaje llano.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 por qué el timestamp de compilación puede estar falseado.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Produce una ficha de triaje estático de una muestra con: hashes (incl. imphash y ssdeep), 8 strings relevantes clasificados, 6 imports con su implicación, veredicto de packing con entropía, y familia…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cada afirmación de capacidad está respaldada por un import o string concreto citado en la ficha, y el veredicto de packing incluye el valor de entropía observado.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"No hay strings útiles" — Muestra empaquetada; los strings aparecen tras desempacar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Confiar en el timestamp de PE — Es falsificable; no lo uses como prueba fuerte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Pocos imports visibles — Imports resueltos dinámicamente; revisa GetProcAddress/LoadLibrary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Entropía alta = siempre malware — Muchos instaladores legítimos también se comprimen; correlaciona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Subir la muestra a VT sin permiso — Puede filtrar información sensible; consulta por hash primero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¿El análisis estático basta? Para triaje sí, pero packing y resolución dinámica de APIs limitan lo que ves. Se complementa con análisis dinámico y desensamblado.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usar imphash? Porque agrupa muestras compiladas de forma similar aunque cambien strings o payload, útil para pivotar en inteligencia.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¿Debo subir la muestra a VirtualTotal? Consulta primero por hash. Subir el binario lo hace público para otros y puede alertar al atacante.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Sikorski &amp; Honig, Practical Malware Analysis, cap. 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Mandiant capa. &lt;https://github.com/mandiant/capa&gt;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FLOSS. &lt;https://github.com/mandiant/flare-floss&gt;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 It Easy. &lt;https://github.com/horsicq/Detect-It-Easy&gt;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ssdeep. &lt;https://ssdeep-project.github.io/ssdeep/&gt;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a5a94fba851cd4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646" y="1097280"/>
            <a:ext cx="7612708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