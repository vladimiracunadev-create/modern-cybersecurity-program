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157 — Threat intelligence a partir de malware</a:t>
            </a:r>
          </a:p>
          <a:p>
            <a:r>
              <a:rPr sz="1600">
                <a:solidFill>
                  <a:srgbClr val="2E8B57"/>
                </a:solidFill>
              </a:rPr>
              <a:t>parte 6 analisis de malware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Transformar el análisis de una muestra en inteligencia accionable: IOCs estructurados, TTPs mapeados, pivoteo hacia infraestructura y campañas relacionadas, y atribución razonada. El alumno aprenderá…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Distinguir niveles de IOC según la Pyramid of Pain y su valor.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Estructurar inteligencia con Diamond Model, ATT&amp;CK y STIX/TAXII.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Pivotar desde una muestra hacia infraestructura y muestras relacionadas.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Evaluar atribución con hipótesis y confianza, evitando conclusiones frágiles.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Publicar inteligencia consumible (MISP, feeds, reglas).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Datos, información, inteligencia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Pyramid of Pain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Diamond Model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Pivoteo de infraestructura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Atribución y confianza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STIX/TAXII y MISP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IOCs vs TTPs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inteligencia de amenazas (threat intelligence, CTI) convierte el análisis de malware individual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conocimiento accionable sobre los adversarios: quiénes son, cómo operan, qué infraestructura usan,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 quién atacan. Es el paso de "esta muestra hace X" a "el grupo Y usa esta técnica contra el sector Z, 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así se detecta y se anticipa". La CTI es lo que da propósito estratégico al análisis: no se analiza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malware por curiosidad, sino para defender mejor, y para eso hay que transformar los datos técnicos en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inteligencia que informe decisiones.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jerarquía fundamental es dato → información → inteligencia. Un dato es un hecho aislado (una IP,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IOC: artefacto observable (hash, IP, dominio). Característica clave: fácil de cambiar para el atacante (base de la pirámide).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TTP: comportamiento del adversario. Característica clave: caro de cambiar (cima de la pirámide).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Pyramid of Pain (Bianco): jerarquía de indicadores por "dolor" al atacante. Característica clave: prioriza detección.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Diamond Model: modelo de eventos de intrusión. Característica clave: relaciona 4 vértices.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STIX: lenguaje estructurado para CTI. Característica clave: interoperabilidad.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Threat intelligence (CTI) — Conocimiento accionable sobre los adversarios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Dato → información → inteligencia — Jerarquía de valor de la CTI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Pyramid of Pain — Clasifica IOCs por cuánto cuesta cambiarlos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IOC — Indicador de compromiso (hash, IP, dominio)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TTP — Tácticas, técnicas y procedimientos; lo más caro de cambiar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Hash / IP — IOCs triviales de cambiar (base de la pirámide)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VirusTotal (pivoteo), MalwareBazaar, URLhaus, ThreatFox (abuse.ch).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MISP para almacenar y compartir; STIX2 (Python) para estructurar.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Navigator para mapear TTPs.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Passive DNS / WHOIS para pivoteo de infraestructura.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Parte de una muestra ya analizada. Reúne sus IOCs: hashes, dominios/IPs C2, mutex, rutas, certificados TLS.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Clasifícalos con la Pyramid of Pain y anota cuáles son volátiles (hash/IP) y cuáles duraderos (TTPs, herramientas).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Pivotea en VirusTotal/ThreatFox: desde un dominio C2 encuentra otras muestras que lo contactan; desde un imphash halla binarios similares. Documenta las relaciones.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passive DNS/WHOIS para expandir la infraestructura (dominios hermanos, ASN, patrones de registro).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Construye un Diamond Model del evento: adversario (hipótesis), infraestructura, capacidad (la muestra), víctima.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 las TTPs al ATT&amp;CK Navigator y exporta la capa.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Estructura un objeto STIX (indicator + malware + relationship) o crea un evento en MISP con TLP y tags.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Ordena 8 IOCs en la Pyramid of Pain y justifica.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Pivotea de un dominio a muestras relacionadas y documenta el grafo.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Rellena un Diamond Model de un caso real.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Exporta una capa de ATT&amp;CK Navigator para una familia.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un evento MISP con IOCs, TTPs y TLP.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una hipótesis de atribución con confianza calibrada.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 partir de una muestra, entrega un paquete de inteligencia: IOCs clasificados por la pirámide, capa ATT&amp;CK, grafo de pivoteo con al menos 2 relaciones nuevas y una evaluación de atribución con nivel…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paquete incluye al menos dos artefactos relacionados descubiertos por pivoteo (no presentes en la muestra inicial) y una atribución con confianza explícita y evidencia, no…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Solo compartir hashes/IPs — Son volátiles; añade TTPs, más duraderos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Atribución categórica — Usa hipótesis y niveles de confianza; evita saltar a conclusiones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Pivoteo sin verificar — Correlaciona varias fuentes antes de afirmar relación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IOCs sin contexto — Añade fechas, TLP y origen para que sean útiles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Exponer datos de víctimas — Anonimiza y respeta TLP al compartir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priorizar TTPs sobre IOCs? Porque el atacante cambia hashes e IPs con facilidad, pero modificar sus técnicas es costoso; detectar TTPs es más resiliente.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¿La atribución es fiable? Es difícil y manipulable (false flags). Se maneja como hipótesis con niveles de confianza, no como certeza.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es TLP? El Traffic Light Protocol clasifica cómo puede compartirse la información (RED/AMBER/GREEN/CLEAR) para proteger fuentes y víctimas.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Bianco, D. — Pyramid of Pain. &lt;https://detect-respond.blogspot.com/2013/03/the-pyramid-of-pain.html&gt;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Roberts &amp; Brown — Intelligence-Driven Incident Response.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MISP. &lt;https://www.misp-project.org&gt;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STIX/TAXII (OASIS). &lt;https://oasis-open.github.io/cti-documentation/&gt;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Navigator. &lt;https://mitre-attack.github.io/attack-navigator/&gt;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aa3ee9ae90bd4c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6085" y="1097280"/>
            <a:ext cx="1871830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