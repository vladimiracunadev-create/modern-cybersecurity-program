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160 — Reporte de análisis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ciclo: convertir todo el análisis en un informe profesional que distintos públicos puedan usar para decidir y actuar. El alumno aprenderá a estructurar un reporte con resumen ejecutivo…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con secciones para público ejecutivo y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resumen ejecutivo claro, sin jerga innecesaria.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hallazgos, IOCs y TTPs de forma trazable y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impacto, severidad y recomendaciones accionables.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artefactos consumibles (reglas YARA, IOCs, ATT&amp;CK layer).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Hallazgos técnicos trazables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IOCs y TTPs estructurados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Impacto, severidad y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Recomendaciones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Entregables y formatos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Como el pentest (clase 085), el análisis de malware culmina en un informe: todo el trabajo técnico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—desempaquetar, revertir, extraer la config— solo genera valor cuando se convierte en un documento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otros pueden usar para defender, responder y decidir. Un análisis brillante que se queda en la cabeza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 analista no protege a nadie. El reporte transforma el conocimiento individual en capacidad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organizativa, y saber estructurarlo es tan parte del oficio como el análisis mismo.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clave que organiza todo el reporte es que tiene audiencias distintas con necesidades distintas,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una necesita una parte diferente. La dirección necesita saber el impacto de negocio y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síntesis para dirección. Característica clave: conclusión y riesgo sin tecnicismos.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trazable: afirmación respaldada por evidencia reproducible. Característica clave: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estructurado: indicador con tipo, valor y contexto. Característica clave: listo para ingestión.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medida de impacto y urgencia. Característica clave: prioriza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Entregable: artefacto reutilizable (YARA, CSV de IOCs, capa ATT&amp;CK). Característica clave: acción inmediata.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Reporte de análisis — Documento que comunica los resultados del análisis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Audiencia — Lector con necesidades específicas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— Necesita impacto de negocio y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Respuesta a incidentes — Necesita IOCs accionables para contener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de detección — Necesita TTPs para construir detecciones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— Qué es, qué hace, impacto y recomendación, sin jerga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(Markdown/Word) y ATT&amp;CK Navigator para la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MISP/STIX o CSV para IOCs; repositorio de reglas YARA.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 de las herramientas usadas (ProcMon, Volatility, Wireshark, Ghidra) como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 de estilo: claro, conciso, sin especular más allá de la evidencia.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informe completo de una muestra analizada en la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Portada y metadatos: nombre de la muestra, hashes (SHA-256, imphash), analista, fecha,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(½ página): qué es, qué hace, impacto y recomendación principal, en lenguaje llano.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Detalles de la muestra: tipo, familia, tamaño, packing, entorno de análisis (VM aislada).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strings clave, imports/capacidades, entropía, hallazgos del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árbol de procesos, persistencia, archivos/registro, mutex.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y C2: protocolo, dominios/IPs, patrón de beacon, config extraída.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8 líneas para dirección no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3 hallazgos en afirmaciones trazables con su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IOCs con tipo, valor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una severidad (crítica/alta/media) con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4 recomendaciones accionables priorizadas.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una capa de ATT&amp;CK Navigator y una regla YARA.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completo de una muestra con las 11 secciones, IOCs estructurados, capa ATT&amp;CK, regla YARA y resumen ejecutivo, listo para su consumo por un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lector no técnico entiende el riesgo y la recomendación solo con el resumen ejecutivo, y un analista puede reproducir los hallazgos y desplegar los IOCs y la regla YARA…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lleno de jerga — Reescríbelo para dirección: riesgo y 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evidencia — Añade capturas/comandos que los respalden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en prosa — Estructúralos en tabla/CSV para ingestión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vagas — Hazlas específicas, priorizadas y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Incluir el binario en el doc — Nunca; adjunta hashes e IOCs, no la muestra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informe para todos? No. Estructúralo por capas: resumen para dirección, detalle para analistas, entregables para 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 especulación es aceptable? La justa y marcada como tal. Separa hechos (con evidencia) de hipótesis (con nivel de confianza).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entregables son imprescindibles? IOCs consumibles, TTPs mapeados a ATT&amp;CK y al menos una detección (YARA/regla EDR) reutilizable.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Malware analysis reporting (posters y whitepapers). &lt;https://www.sans.org&gt;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— TLP. &lt;https://www.first.org/tlp/&gt;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aa5666a48664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55748"/>
            <a:ext cx="8229600" cy="2386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