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158 — Emulación y unpacking automatizado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Escalar el análisis con emulación de CPU y automatización del unpacking y la extracción de configuración. El alumno aprenderá a usar frameworks de emulación (Unicorn, Qiling) y de análisis…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cuándo la emulación supera a la depuración manual.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Emular funciones aisladas (descifrado, API hashing) con Unicorn/Qiling.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Automatizar el unpacking y el dump con emuladores o hooks.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extractor de configuración para una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la automatización en un pipeline de triaje.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Emulación vs ejecución vs depuración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Unicorn Engine (emulación de CPU)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Qiling (emulación con SO)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Speakeasy / dumpulator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Resolución de API hashing por emulación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Extractores de configuración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Pipelines de triaje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malware a mano —desempaquetar en un depurador, resolver APIs por hash una a una, extraer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 manualmente— no escala cuando hay que triar cientos de muestras al día. La emulación resuelve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esto: ejecutar el código del malware en un entorno simulado y controlado que no es ni una ejecución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 (peligrosa, requiere el SO y hardware exactos) ni una depuración manual (lenta), sino algo intermedio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—se corre el código instrucción a instrucción en un CPU virtual, con control total y sin riesgo—.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 es la clave de la automatización del análisis: unpacking, resolución de API hashing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extracción de configuración que a mano llevarían horas se hacen programáticamente en segundos.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Emulación: ejecutar instrucciones en un motor software, no en la CPU real. Característica clave: control total y aislamiento.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Unicorn Engine: emulador de CPU multiarquitectura. Característica clave: emula código, no el 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Qiling: framework de emulación con soporte de SO/syscalls. Característica clave: ejecuta binarios enteros de forma controlada.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 extractor: script que extrae la configuración de una familia. Característica clave: repetible y a escala.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 hashing: resolver APIs por hash. Característica clave: resoluble por emulación del algoritmo.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 — Ejecutar código en un CPU virtual, con control y sin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 vs ejecución vs depuración — Simulada vs real vs manual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Unicorn Engine — Emula solo la CPU; ideal para fragmentos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Qiling — Emula CPU y SO; ejecuta binarios completos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Speakeasy / dumpulator — Emuladores especializados en malware de Windows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Emular un fragmento — Ejecutar una rutina aislada (descifrado, DGA)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Unicorn Engine (+ Capstone/Keystone) y Qiling Framework.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Speakeasy (Mandiant) y dumpulator para emulación de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FLOSS/capa para localizar rutinas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Python en la VM aislada para orquestar.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capa/FLOSS localiza en una muestra la rutina de descifrado de config o de API hashing (dirección de inicio y fin).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 solo esa función con Unicorn: mapea memoria, carga los bytes del binario, fija registros/argumentos y ejecuta hasta la dirección final. Lee el buffer de salida (config descifrada).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API hashing, emula el algoritmo de hash y precomputa los hashes de APIs comunes; construye un mapa hash→nombre y anota el desensamblado.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Qiling o Speakeasy para emular la muestra completa y capturar las llamadas a APIs (VirtualAlloc, WriteProcessMemory) que revelan el payload desempacado; vuelca la región.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Empaqueta lo anterior en un extractor de config: recibe una muestra de la familia y devuelve dominios/claves/intervalos en 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el extractor contra varias muestras de la familia y mide su tasa de éxito.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cuándo prefieres emular una función en vez de depurar la muestra.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 una rutina XOR con Unicorn y recupera su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Resuelve API hashing precomputando hashes de APIs comunes.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Qiling/Speakeasy para capturar las APIs de un unpacker.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extractor de config que devuelva 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 el extractor en un mini-pipeline de triaje por lotes.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extractor de configuración para una familia que, por emulación, recupere la config (dominios/clave/intervalo) de al menos 3 muestras distintas de esa familia, con salida en 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script corre sin depuración manual y produce la config correcta para 3+ muestras de la familia, verificable contra el análisis manual de una de ellas.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emulación falla en una API — Falta stub/hook de esa API; impleméntalo o usa Qiling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Registros/pila mal inicializados — Emulas una función sin su contexto; fija args y ESP/RSP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 sale corrupta — Rango de direcciones incorrecto; ajusta inicio/fin y base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Hashes no coinciden — Algoritmo de hash mal identificado; verifícalo en el código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Extractor solo sirve para 1 muestra — Codificaste offsets fijos; parametriza por patrones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¿Emulación reemplaza al desensamblado? No; lo complementa. Primero localizas la rutina con análisis estático y luego la emulas para obtener el resultado sin ejecutar todo el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100% segura la emulación? Más segura que ejecutar, pero frameworks con soporte de SO pueden hacer syscalls reales; mantén el aislamiento.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¿Vale la pena automatizar un extractor? Sí cuando una familia es prevalente: procesar cientos de muestras a mano no escala; un extractor entrega IOCs en segundos.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Unicorn Engine. &lt;https://www.unicorn-engine.org&gt;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Qiling Framework. &lt;https://qiling.io&gt;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Speakeasy (Mandiant). &lt;https://github.com/mandiant/speakeasy&gt;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dumpulator. &lt;https://github.com/mrexodia/dumpulator&gt;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fd5740001af82c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76" y="1097280"/>
            <a:ext cx="7243047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