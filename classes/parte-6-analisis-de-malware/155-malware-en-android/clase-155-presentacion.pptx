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155 — Malware en Android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aplicaciones Android maliciosas: entender el formato APK, descompilar el bytecode Dalvik a algo legible, revisar el manifiesto y los permisos, y reconstruir el comportamiento (robo de…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Descomponer un APK: manifiesto, permisos, DEX, recursos y librerías nativas.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Descompilar el bytecode a Smali/Java para leer la lógica.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permisos peligrosos y componentes exportados abusables.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técnicas: overlays, accesibilidad, intercepción de SMS, C2.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dinámicamente en un emulador aislado con captura de tráfico.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Estructura APK y Android Manifest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Permisos y componentes exportados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Bytecode Dalvik y Smali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Descompilación a Java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Abuso de Accessibility y overlays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C2 y exfiltración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Análisis dinámico en emulador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smartphones concentran la vida digital —banca, mensajería, credenciales, ubicación—, y Android,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 su cuota de mercado y su modelo más abierto (permite instalar apps fuera de la tienda oficial), 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objetivo dominante del malware móvil. El malware de Android se distribuye como APK (el formato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apps), a menudo disfrazado de una app legítima, y su análisis tiene un instrumental propio porque no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 código nativo compilado sino, principalmente, bytecode que se puede decompilar de vuelta a 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Java casi legible —lo que hace el análisis de Android, en cierto sentido, más accesible que el de 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binario x86 stripped—.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APK: paquete ZIP de una app Android. Característica clave: manifiesto + DEX + recursos.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AndroidManifest.xml: declara permisos y componentes. Característica clave: mapa de capacidades.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DEX / Dalvik bytecode: código ejecutable de la app. Característica clave: descompilable a Smali/Java.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Accessibility abuse: uso del servicio de accesibilidad para leer/controlar la UI. Característica clave: control total de la pantalla.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Overlay: ventana falsa sobre una app legítima. Característica clave: robo de credenciales bancarias.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Malware de Android — Malware móvil distribuido como APK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APK — Archivo ZIP que empaqueta una app Android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AndroidManifest.xml — Declara permisos y componentes de la app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Permiso peligroso — SMS, contactos, ubicación, Accessibility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Componente exportado — Accesible desde otras apps; superficie de ataque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Bytecode Dalvik — Código compilado que corre en ART/Dalvik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apktool (desempaqueta y decodifica el manifiesto/Smali).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jadx / jadx-gui (descompila DEX a Java).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MobSF (análisis estático y dinámico automatizado).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Android Emulator/Genymotion aislado, Frida (instrumentación), mitmproxy (tráfico TLS).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Estático: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Desempaqueta: apktool d muestra.apk. Revisa AndroidManifest.xml: permisos (READSMS, SYSTEMALERTWINDOW, BINDACCESSIBILITYSERVICE) y componentes exported.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Descompila a Java con jadx-gui muestra.apk. Localiza el Application/servicios y sigue el flujo desde onCreate/receivers de SMS.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strings de C2 (URLs, endpoints), claves de cifrado y llamadas a SmsManager, AccessibilityService, WebView (overlays).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 MobSF para un informe automatizado y contrástalo con tu lectura manual.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Dinámico: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Instala el APK en el emulador aislado (adb install muestra.apk) con snapshot previo.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6 permisos peligrosos y el abuso asociado a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un troyano bancario usa overlays + accesibilidad.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Descompila una app y localiza el receptor de SMS.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 el informe de MobSF y prioriza hallazgos.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tráfico C2 con mitmproxy y documenta un comando.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Frida para revelar una cadena cifrada en runtime.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APK malicioso y entrega un informe con: permisos peligrosos, componentes exportados, técnica principal (overlay/SMS/spyware), C2 e IOCs, respaldado por descompilado y captura de tráfico.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identificas la capacidad principal con la evidencia del código descompilado y capturas al menos un endpoint C2 en mitmproxy, sin haber usado un dispositivo real.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Instalar en el móvil personal — Riesgo real; usa solo emulador aislado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jadx falla al descompilar — Ofuscación/anti-descompilación; usa Smali de apktool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Sin tráfico TLS legible — Falta el CA del proxy o hay pinning; instala CA y bypass con Frida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Permisos "normales" pero malicioso — Revisa accesibilidad y APIs, no solo el manifiesto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Multi-DEX incompleto — La app tiene varios DEX; asegúrate de analizarlos todos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¿Basta el análisis estático? Da mucho (permisos, C2, lógica), pero la ofuscación y la carga dinámica exigen análisis dinámico con emulador y Frida.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el certificate pinning y cómo lo supero? La app valida el certificado del servidor; para inspeccionar TLS en el lab se hace bypass con Frida en el emulador.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la accesibilidad es tan peligrosa? Permite leer y controlar toda la interfaz: capturar credenciales, autorizar acciones y ocultar la actividad al usuario.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Mobile Security Testing Guide. &lt;https://owasp.org/www-project-mobile-app-security/&gt;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jadx. &lt;https://github.com/skylot/jadx&gt;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apktool. &lt;https://apktool.org&gt;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MobSF. &lt;https://github.com/MobSF/Mobile-Security-Framework-MobSF&gt;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Mobile. &lt;https://attack.mitre.org/matrices/mobile/&gt;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037fb30306e57f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546" y="1097280"/>
            <a:ext cx="6592907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