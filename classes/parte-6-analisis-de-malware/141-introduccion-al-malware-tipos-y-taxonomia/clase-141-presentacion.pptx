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141 — Introducción al malware: tipos y taxonomía</a:t>
            </a:r>
          </a:p>
          <a:p>
            <a:r>
              <a:rPr sz="1600">
                <a:solidFill>
                  <a:srgbClr val="2E8B57"/>
                </a:solidFill>
              </a:rPr>
              <a:t>parte 6 analisis de malware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el vocabulario y el mapa mental del analista: qué es el malware, cómo se clasifica por comportamiento y por objetivo, qué distingue una familia de una variante, y cómo encaja cada tipo en…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los grandes tipos de malware por propagación, persistencia y objetivo.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Clasificar una amenaza usando taxonomías por comportamiento y por familia.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Relacionar cada tipo con fases de MITRE ATT&amp;CK y del ciclo de intrusión.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la diferencia entre familia, variante, campaña y actor.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nombres de detección de la industria (p. ej. Trojan:Win32/Emotet).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Definición de malware y de "código malicioso"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Virus, gusanos y troyanos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Backdoors, RATs y bots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Ransomware, wipers e infostealers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Rootkits, bootkits y downloaders/droppers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Familia vs variante vs campaña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Convenciones de nombres (CARO, vendors)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malware —software malicioso— es cualquier programa diseñado para dañar, acceder sin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autorización o interferir con un sistema. La taxonomía importa porque el tipo de malware dicta cómo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analiza y cómo se responde: un ransomware exige recuperar datos y romper la cadena de cifrado, un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infostealer exige rotar credenciales, un rootkit exige forense de kernel. Pero conviene entender que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las categorías clásicas describen función, no forma, y que el malware real casi siempre combina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varias: un troyano que instala un backdoor que descarga un ransomware. La clasificación es una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herramienta para razonar, no cajones estancos.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Virus: código que se inserta en otros archivos o programas y depende de que el usuario ejecute el huésped. Característica clave: infección de un portador.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Gusano (worm): se propaga solo por red explotando vulnerabilidades o credenciales, sin portador. Característica clave: auto-propagación.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Troyano: se disfraza de software legítimo para que el usuario lo ejecute. Característica clave: engaño de entrega.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RAT / backdoor: provee control remoto persistente al atacante. Característica clave: acceso interactivo.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Dropper / downloader: entrega o descarga la carga real en etapas. Característica clave: entrega multi-fase.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Ransomware: cifra o bloquea datos y exige rescate. Característica clave: extorsión.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Rootkit: oculta procesos, archivos o conexiones al sistema y al analista. Característica clave: sigilo.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Malware — Software diseñado para dañar o acceder sin autorización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Virus — Se inserta en otro programa y se propaga al ejecutarlo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Gusano (worm) — Se propaga solo, sin intervención humana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Troyano — Se disfraza de software legítimo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Backdoor — Deja una puerta abierta para volver a entrar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RAT — Troyano de acceso remoto interactivo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se ejecutan muestras en esta clase; es conceptual, pero se prepara el terreno: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Cuenta gratuita en VirusTotal y acceso de lectura a MalwareBazaar (abuse.ch) para consultar metadatos y familias (sin descargar binarios todavía).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matriz MITRE ATT&amp;CK abierta en el navegador (attack.mitre.org).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cuaderno (Markdown/Obsidian) para tu glosario personal de familias.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de clasificación sin ejecutar nada (solo lectura de inteligencia pública):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Abre MalwareBazaar y filtra por tag:Emotet. Anota: tipo declarado, formato de archivo y familia.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Toma tres nombres de detección distintos del mismo hash en VirusTotal (p. ej. Microsoft, Kaspersky, ESET). Escribe qué parte del nombre indica plataforma, tipo y familia.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MITRE ATT&amp;CK, localiza la página de Emotet (Software S0367) y lista 5 técnicas asociadas con su ID (p. ej. T1566 Phishing).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Repite el ejercicio con una familia de ransomware (p. ej. LockBit) y otra de infostealer (p. ej. RedLine).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una tabla comparativa: familia · tipo · vector de entrada · objetivo · 3 TTPs.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 párrafo distinguiendo, para una de ellas, familia, variante y campaña.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8 descripciones cortas de amenazas en su tipo correcto.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un mismo malware puede ser "troyano" y "downloader" a la vez.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Traduce tres nombres de detección de vendors a lenguaje llano.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Dibuja el ciclo de intrusión y coloca cada tipo de malware en su fase típica.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y resume una campaña real reciente, indicando actor sospechado y familia.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criterios para decidir si dos muestras pertenecen a la misma familia.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Elige una familia de malware activa y produce una ficha de una página con: tipo, vector, objetivo, 5 TTPs de ATT&amp;CK con ID, y 3 IOCs públicos.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ficha permite a un compañero, sin conocer la familia, explicar qué hace y en qué fase del ataque interviene, y cada TTP tiene su ID Txxxx correcto.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Confundir gusano con virus — Revisa si necesita portador; el gusano se propaga solo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Tratar un nombre de AV como "la familia" — Los vendors no coinciden; usa el consenso y ATT&amp;CK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Llamar "virus" a todo — Reserva el término para código que infecta portadores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Mezclar variante y campaña — Variante = versión del código; campaña = operación en el tiempo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Descargar la muestra "para verla" — En esta clase NO se descarga; solo metadatos públicos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taxonomía es exclusiva? No. El malware moderno es modular: un dropper entrega un RAT que despliega ransomware. Se clasifica por su rol dominante y sus capacidades.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cada antivirus le pone un nombre distinto? No hay un estándar universal adoptado; existió CARO pero los vendors mantienen sus propias convenciones. Por eso el analista usa hashes e IDs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¿Necesito ejecutar la muestra para clasificarla? No para un triaje inicial. Metadatos, strings e inteligencia pública suelen bastar para una primera clasificación.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Sikorski &amp; Honig, Practical Malware Analysis, cap. 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— Software. &lt;https://attack.mitre.org/software/&gt;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MalwareBazaar (abuse.ch). &lt;https://bazaar.abuse.ch&gt;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Microsoft — Malware naming. &lt;https://learn.microsoft.com/microsoft-365/security/intelligence/malware-naming&gt;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2369015ee9dc56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55164"/>
            <a:ext cx="8229600" cy="25877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