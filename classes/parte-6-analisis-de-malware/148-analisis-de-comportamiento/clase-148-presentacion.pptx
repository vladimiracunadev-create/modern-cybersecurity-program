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148 — Análisis de comportamiento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Reconstruir el comportamiento completo de una muestra y mapearlo a MITRE ATT&amp;CK: persistencia, escalada, evasión de defensas, inyección de código, movimiento y exfiltración. Se integran análisis…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las acciones observadas a tácticas y técnicas de ATT&amp;CK con su 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mecanismos de persistencia y priorizar los más sigilosos.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técnicas de inyección de código (DLL/APC/hollowing).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Correlacionar memoria, procesos y red para un relato coherente.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Producir una matriz de comportamiento reutilizable en detección.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Ciclo de vida del malware en el host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Persistencia (Run keys, servicios, tareas, WMI)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Inyección de código (varias técnicas)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Evasión de defensas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Forense de memoria con Volatility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Mapeo a MITRE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Matriz de comportamiento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de comportamiento integra las observaciones dinámicas (clase 144) y estáticas en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comprensión del malware como un sistema con un ciclo de vida: cómo llega, cómo se afianza, qué hace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lograr su objetivo, y cómo evade la detección. En lugar de una lista de acciones aisladas ("crea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este fichero, toca esta clave"), se construye una matriz de comportamiento que mapea cada acción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táctica y técnica de MITRE ATT&amp;CK, lo que convierte el análisis en algo comparable con otras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muestras y accionable para la defensa. El ciclo de vida típico —ejecución inicial, establecimiento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persistencia, elevación de privilegios, evasión, acción sobre el objetivo, comunicación con C2— da 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Persistencia: mecanismo para sobrevivir reinicios. Característica clave: múltiples ASEPs posibles.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injection: ejecutar código en otro proceso. Característica clave: evasión y camuflaje.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hollowing: vaciar un proceso legítimo y sustituir su imagen. Característica clave: suplantación.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DLL injection / APC injection: cargar código vía DLL o colas APC. Característica clave: ejecución remota en un proceso.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TTP: táctica, técnica y procedimiento. Característica clave: abstracción estable frente a IOCs volátiles.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comportamiento — Entender el malware como sistema con ciclo de vida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Ciclo de vida — Ejecución, persistencia, evasión, objetivo, C2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de comportamiento — Acciones mapeadas a tácticas y técnicas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— Mecanismo para sobrevivir al reinicio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Run keys / servicios / tareas / WMI — Vectores de persistencia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Inyección de código — Ejecutar dentro de un proceso legítimo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ProcMon, Process Hacker, Autoruns (persistencia y actividad).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 para análisis de memoria (pslist, malfind, dlllist, handles).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Ghidra/x64dbg para confirmar la técnica en el código.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MITRE ATT&amp;CK abierta como referencia.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Restaura base-clean e instrumenta la VM (ProcMon, Process Hacker, Wireshark, INetSim).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 la muestra y captura un volcado de memoria (snapshot de RAM del hypervisor o winpmem).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Volatility 3: windows.pslist y windows.pstree para el árbol de procesos; localiza procesos hijos anómalos.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windows.malfind para hallar regiones de memoria RWX inyectadas y procesos "huecos" (hollowing). Anota PIDs.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windows.dlllist y windows.handles, identifica DLLs inyectadas y el mutex de infección.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Localiza la persistencia: Autoruns en vivo + RegSetValue en ProcMon. Clasifícala (Run key, servicio, tarea, WMI).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cada acción, asigna la técnica ATT&amp;CK correspondiente (p. ej. T1055 Process Injection, T1547.001 Registry Run Keys, T1053.005 Scheduled Task).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 DLL injection, hollowing y APC injection con un ejemplo de cada uno.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6 acciones observadas a técnicas ATT&amp;CK con su 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malfind detecta código inyectado.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una regla de detección (Sysmon/EDR) para la persistencia hallada.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 proceso de pslist con su conexión de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los TTPs son más duraderos que los IOCs.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matriz de comportamiento de una muestra con al menos 8 técnicas ATT&amp;CK (con ID y evidencia), la inyección confirmada por malfind y la persistencia identificada, más una detección…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técnica tiene evidencia (ProcMon/Volatility/Wireshark) y un ID Txxxx correcto, y al menos una detección propuesta es implementable con Sysmon o un EDR.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malfind sin resultados — Inyección ya cerrada o en otro proceso; captura memoria antes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Persistencia "no existe" — Solo miraste Run keys; revisa servicios, tareas y WMI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técnica con IOC — El IP es IOC; "C2 over HTTPS" es la técnica ATT&amp;CK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Árbol de procesos confuso — Usa pstree; correlaciona PPID con el proceso padre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IDs de ATT&amp;CK inventados — Verifica cada técnica en attack.mitre.org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mapear a ATT&amp;CK? Porque estandariza el reporte, permite comparar amenazas y priorizar detecciones sobre técnicas que el atacante no puede cambiar fácilmente.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¿Memoria o disco? Ambos. El malware fileless o inyectado apenas toca disco; la memoria revela lo que el análisis estático no 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¿Cuántos ASEPs de persistencia existen? Decenas. Autoruns cataloga muchos; por eso no basta con revisar las Run keys.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🛠️ RootCause Windows Inspector (Apache-2.0) — sensor forense de comportamiento para Windows · lab: labs/rootcause-windows.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Monnappa K. A., Learning Malware Analysis, cap. 7–8.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ATT&amp;CK. &lt;https://attack.mitre.org&gt;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3. &lt;https://github.com/volatilityfoundation/volatility3&gt;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Sysmon (Sysinternals). &lt;https://learn.microsoft.com/sysinternals/downloads/sysmon&gt;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69cab20223c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260" y="1097280"/>
            <a:ext cx="401147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