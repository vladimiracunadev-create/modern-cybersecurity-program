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150 — Ransomware: anatomía y análisis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Diseccionar la familia de mayor impacto económico actual: el ransomware. El alumno analizará su cadena completa (acceso, escalada, movimiento, exfiltración y cifrado), estudiará el esquema…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cadena de ataque de un incidente de ransomware moderno.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esquema de cifrado (simétrico/asimétrico, generación de claves).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posibilidad de recuperación sin pagar (errores de implementación, backups).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 doble extorsión y la exfiltración previa al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IOCs, nota de rescate y TTPs para detección y respuesta.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Cadena de ataque (RaaS)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Esquema criptográfico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y cifrado de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Borrado de shadow copies / backups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Doble extorsión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Nota de rescate y branding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Prevención y respuesta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ransomware —malware que cifra los datos de la víctima y exige un rescate por la clave— es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amenaza de mayor impacto económico de los últimos años, y su análisis reúne casi todo lo de la parte: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criptografía, C2, persistencia, evasión. Entender su anatomía importa porque determina la respuesta: 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esquema criptográfico es sólido, no hay recuperación sin la clave (y pagar es problemático); 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 un fallo de implementación, a veces existe un descifrador. Y porque el ransomware moderno 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evolucionado de un cifrado oportunista a una industria con división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ransomware actual funciona como RaaS (Ransomware-as-a-Service): los desarrolladores crean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RaaS (Ransomware-as-a-Service): modelo con operadores y afiliados. Característica clave: división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híbrido: clave simétrica por archivo protegida con clave pública. Característica clave: rápido + irrecuperable sin la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Shadow copies: copias VSS de Windows. Característica clave: el ransomware las borra (vssadmin delete shadows).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Doble extorsión: exfiltrar datos antes de cifrar. Característica clave: chantaje con 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 de rescate: instrucciones de pago. Característica clave: firma de familia.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Ransomware — Cifra los datos y exige un rescate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RaaS — Ransomware como servicio: desarrolladores y afiliados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CaaS — Mercado de capacidades criminales especializadas; aquí, Cybercrime-as-a-Service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Initial access broker — Intermediario que transfiere acceso obtenido a otro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DDoS-for-hire — Capacidad de denegación ofrecida a clientes; no prueba quién la contrató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Afiliado — Quien despliega el ransomware a cambio de un porcentaje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ProcMon/Process Hacker, Wireshark, Volatility para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Ghidra/x64dbg para el módulo de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PEStudio/capa para detectar APIs de cripto (CryptGenKey, CryptEncrypt, BCrypt).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Referencias: No More Ransom, informes de The DFIR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base-clean. Crea archivos señuelo (.docx, .txt, .jpg) en carpetas de usuario para observar el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estáticamente: con capa/PEStudio identifica APIs de cripto y enumeración de archivos (FindFirstFile, CryptEncrypt).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con ProcMon filtrando por CreateFile/WriteFile: observa el patrón de recorrido de directorios y la escritura de archivos cifrados (nueva extensión, marcador de cabecera).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borrado de recuperación: vssadmin delete shadows, wbadmin, bcdedit. Anótalo como TTP (T1490).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Wireshark, comprueba si hay contacto C2 o exfiltración previa al cifrado (doble extorsión).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Ghidra, localiza el módulo de cifrado: ¿AES por archivo?, ¿cómo se genera y protege la clave?, ¿RSA embebido? Documenta el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recuperación: ¿clave reutilizada?, ¿IV predecible?, ¿nota con ID de víctima? Contrasta con No More Ransom.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cifrado híbrido y por qué hace inviable descifrar sin la clave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y documenta los comandos de borrado de shadow copies.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nota de rescate e infiere la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3 controles preventivos priorizados (backups, EDR, segmentación).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señales de exfiltración previa al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temprana basada en el patrón de escritura masiva.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ransomware con: cadena de ataque mapeada a ATT&amp;CK, esquema de cifrado descrito, evidencia de borrado de backups, veredicto de recuperabilidad justificado e IOCs (incl. nota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justifica con evidencia si el descifrado sin clave es posible, y la cadena incluye al menos las fases de ejecución, evasión (T1490) e impacto (T1486).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el host de análisis — Carpeta compartida activa; aíslala y restaura 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 descifrable" sin pruebas — Verifica el esquema real; el híbrido correcto no lo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exfiltración — Revisa tráfico previo al cifrado; hay doble extorsión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ver el borrado de VSS — Filtra procesos hijos vssadmin/wmic en ProcMon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familia por la extensión — La extensión puede variar; correlaciona con la nota y TTPs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descifrar sin pagar? A veces: si hay errores criptográficos, claves filtradas o descifradores públicos (No More Ransom). Con cifrado híbrido bien hecho y backups destruidos, normalmente…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borran las shadow copies? Para impedir la recuperación local de Windows y forzar el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cifrado es lo primero que ocurre? No. Suele ser la fase final; antes hay acceso, escalada, movimiento lateral y exfiltración. Detectar temprano evita el cifrado.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DFIR Report. &lt;https://thedfirreport.com&gt;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More Ransom. &lt;https://www.nomoreransom.org&gt;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Data Encrypted for Impact (T1486). &lt;https://attack.mitre.org/techniques/T1486/&gt;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Europol — Internet Organised Crime Threat Assessment. &lt;https://www.europol.europa.eu/publications-events/main-reports/internet-organised-crime-threat-assessment&gt;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754b6da0045b74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6312"/>
            <a:ext cx="8229600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b780a5760b5b6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65576"/>
            <a:ext cx="822960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