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145 — El formato PE de Windows</a:t>
            </a:r>
          </a:p>
          <a:p>
            <a:r>
              <a:rPr sz="1600">
                <a:solidFill>
                  <a:srgbClr val="2E8B57"/>
                </a:solidFill>
              </a:rPr>
              <a:t>parte 6 analisis de malware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Entender el Portable Executable (PE), el formato de los ejecutables y DLLs de Windows, con el detalle que necesita un analista: cómo se organizan las cabeceras y secciones, cómo el cargador mapea el…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Recorrer la estructura PE: DOS header, NT headers, secciones y directorios de datos.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Explicar la diferencia entre offset en disco (raw) y dirección virtual (RVA/VA).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Analizar la IAT/import directory para inferir capacidades.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Detectar anomalías: secciones con nombres raros, entropía alta, entry point fuera de .text.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Relacionar overlay, recursos y TLS callbacks con técnicas de malware.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DOS header y stub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NT headers (File + Optional)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Section headers y secciones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RVA vs raw offset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Import Directory / IAT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Export Directory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Recursos, overlay y TLS callbacks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🧠 Explicación en profundidad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PE (Portable Executable) es el formato de los .exe, .dll, .sys y demás ejecutables de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Windows —el equivalente al ELF de Linux (Clase 130)—. Entender su estructura 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fundamental para el análisis de malware por una razón práctica: el PE guarda muchísima información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sobre el binario en sus cabeceras, y saber leerla revela capacidades, pistas de packing, marcas de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tiempo, y anomalías que delatan manipulación. Además, técnicas avanzadas de malware (inyección,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process hollowing, unpacking) manipulan directamente la estructura PE, así que entenderla 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prerrequisito para reconocerlas.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PE: formato de ejecutables/DLL de Windows. Característica clave: mapeo por secciones.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Entry point (AddressOfEntryPoint): primera instrucción ejecutada. Característica clave: en packers, apunta al stub.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RVA: offset relativo a la base de imagen en memoria. Característica clave: ≠ offset en disco.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IAT (Import Address Table): tabla que el cargador rellena con direcciones de APIs. Característica clave: infiere funcionalidad.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Overlay: datos anexos tras la última sección. Característica clave: payload/config incrustado.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TLS callback: función ejecutada antes del entry point. Característica clave: anti-debug/ejecución temprana.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📔 Glosario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Término — Definición concisa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PE — Portable Executable; formato de ejecutables de Windows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DOS header / MZ — Cabecera inicial con los bytes mágicos MZ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Stub DOS — Mensaje "cannot be run in DOS mode"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NT headers — File Header + Optional Header; núcleo del PE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File Header — Arquitectura, nº de secciones, marca de tiempo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Optional Header — Entry point, base, subsistema, data directories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PE-bear, CFF Explorer, PEStudio para inspección visual.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pefile (Python) para análisis programático.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Detect It Easy para entropía y detección de compilador/packer.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Ghidra/x64dbg para ver el mapeo en memoria (siguientes clases).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Practica primero con un binario legítimo y luego con una muestra en la VM: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Abre notepad.exe en PE-bear. Localiza la firma MZ, el elfanew y salta a los NT headers.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 Optional Header anota: AddressOfEntryPoint, ImageBase, Subsystem (GUI/CLI) y SizeOfImage.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Recorre la tabla de secciones: nombres, tamaños raw vs virtual, y características (ejecutable/escribible). Observa que .text es RX y .data RW.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 pefile, imprime imports: for e in pe.DIRECTORYENTRYIMPORT: print(e.dll). Relaciona DLLs con capacidades (ws232.dll → red).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Traduce una RVA a offset de disco con pe.getoffsetfromrva(rva) y verifica con PE-bear.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Ahora abre una muestra empaquetada: observa nombres de sección atípicos (UPX0, .packed), entropía alta y una IAT mínima. Anota estas señales de packing.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 cómo el cargador usa las section headers para mapear el archivo.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Dado un RVA, calcula el raw offset a mano usando la tabla de secciones.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Compara la IAT de un binario normal con la de uno empaquetado.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Identifica 3 nombres de sección típicos de packers conocidos.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Escribe un script pefile que marque secciones con entropía &gt; 7.0.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Investiga cómo se abusa de los TLS callbacks para anti-debug.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 pefile, genera un reporte PE automatizado de una muestra: entry point, secciones con entropía, imports por DLL, presencia de overlay y TLS callbacks, y un veredicto de "probable packing"…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 el script corre sobre cualquier PE de entrada y su veredicto de packing coincide con lo que muestra Detect It Easy en al menos dos muestras de prueba.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Confundir RVA con offset de disco — Usa la tabla de secciones para traducir; no son iguales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Entry point fuera de .text — Señal de packing; el stub vive en otra sección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IAT casi vacía — Imports resueltos en runtime; espera resolverlos tras desempacar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Ignorar el overlay — Muchos droppers guardan la carga ahí; revísalo siempre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Fiarse del nombre de sección — Es arbitrario; correlaciónalo con permisos y entropía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¿Por qué importa tanto el PE para malware? Porque packing, inyección y persistencia manipulan directamente la estructura PE; entenderla es requisito para desempacar y desensamblar.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¿Qué es la ImageBase y por qué cambia? Es la dirección preferida de carga. Con ASLR el binario se reubica y las direcciones reales difieren de las estáticas; por eso trabajamos con RVAs.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¿Los .NET usan PE? Sí, pero con un directorio CLR y bytecode gestionado; su análisis usa herramientas como dnSpy, distintas de las de PE nativo.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Yosifovich et al., Windows Internals, cap. sobre imagen de procesos.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Microsoft — PE Format. &lt;https://learn.microsoft.com/windows/win32/debug/pe-format&gt;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pefile. &lt;https://github.com/erocarrera/pefile&gt;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Sikorski &amp; Honig, Practical Malware Analysis, cap. 1 y apéndice PE.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B3D2E"/>
                </a:solidFill>
              </a:rPr>
              <a:t>Diagrama de la clase</a:t>
            </a:r>
          </a:p>
        </p:txBody>
      </p:sp>
      <p:pic>
        <p:nvPicPr>
          <p:cNvPr id="3" name="Picture 2" descr="6306a1eed3b50c9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7612"/>
            <a:ext cx="8229600" cy="456285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