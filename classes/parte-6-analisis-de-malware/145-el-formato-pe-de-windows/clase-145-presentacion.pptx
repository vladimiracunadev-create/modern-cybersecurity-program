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145 — El formato PE de Windows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Portable Executable (PE), el formato de los ejecutables y DLLs de Windows, con el detalle que necesita un analista: cómo se organizan las cabeceras y secciones, cómo el cargador mapea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Recorrer la estructura PE: DOS header, NT headers, secciones y directorios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offset en disco (raw) y dirección virtual (RVA/VA).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la IAT/import directory para inferir capacidades.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anomalías: secciones con nombres raros, entropía alta, entry point fuera de .text.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overlay, recursos y TLS callbacks con técnicas de malware.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DOS header y stub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NT headers (File + Optional)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Section headers y secciones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RVA vs raw offset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Import Directory / IAT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Export Directory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Recursos, overlay y TLS callbacks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PE (Portable Executable) es el formato de los .exe, .dll, .sys y demás ejecutables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Windows —el equivalente al ELF de Linux (Clase 130)—. Entender su estructura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fundamental para el análisis de malware por una razón práctica: el PE guarda muchísima información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el binario en sus cabeceras, y saber leerla revela capacidades, pistas de packing, marcas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tiempo, y anomalías que delatan manipulación. Además, técnicas avanzadas de malware (inyección,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hollowing, unpacking) manipulan directamente la estructura PE, así que entenderla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 para reconocerlas.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PE: formato de ejecutables/DLL de Windows. Característica clave: mapeo por secciones.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Entry point (AddressOfEntryPoint): primera instrucción ejecutada. Característica clave: en packers, apunta al stub.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RVA: offset relativo a la base de imagen en memoria. Característica clave: ≠ offset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IAT (Import Address Table): tabla que el cargador rellena con direcciones de APIs. Característica clave: infiere funcionalidad.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Overlay: datos anexos tras la última sección. Característica clave: payload/config incrustado.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 callback: función ejecutada antes del entry point. Característica clave: anti-debug/ejecución temprana.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 — Portable Executable; formato de ejecutables de Windows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header / MZ — Cabecera inicial con los bytes mágicos MZ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Stub DOS — Mensaje "cannot be run in DOS mode"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 headers — File Header + Optional Header; núcleo del 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Header — Arquitectura, nº de secciones, marca de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Optional Header — Entry point, base, subsistema, data directories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PE-bear, CFF Explorer, PEStudio para inspección visual.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pefile (Python) para análisis programático.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It Easy para entropía y detección de compilador/packer.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Ghidra/x64dbg para ver el mapeo en memoria (siguientes clases).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primero con un binario legítimo y luego con una muestra en la VM: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Abre notepad.exe en PE-bear. Localiza la firma MZ, el elfanew y salta a los NT headers.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Optional Header anota: AddressOfEntryPoint, ImageBase, Subsystem (GUI/CLI) y SizeOfImage.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la tabla de secciones: nombres, tamaños raw vs virtual, y características (ejecutable/escribible). Observa que .text es RX y .data RW.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pefile, imprime imports: for e in pe.DIRECTORYENTRYIMPORT: print(e.dll). Relaciona DLLs con capacidades (ws232.dll →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una RVA a offset de disco con pe.getoffsetfromrva(rva) y verifica con PE-bear.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Ahora abre una muestra empaquetada: observa nombres de sección atípicos (UPX0, .packed), entropía alta y una IAT mínima. Anota estas señales de packing.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cargador usa las section headers para mapear el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RVA, calcula el raw offset a mano usando la tabla de secciones.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IAT de un binario normal con la de uno empaquetado.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3 nombres de sección típicos de packers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pefile que marque secciones con entropía &gt; 7.0.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se abusa de los TLS callbacks para anti-debug.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pefile, genera un reporte PE automatizado de una muestra: entry point, secciones con entropía, imports por DLL, presencia de overlay y TLS callbacks, y un veredicto de "probable packing"…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corre sobre cualquier PE de entrada y su veredicto de packing coincide con lo que muestra Detect It Easy en al menos dos muestras de prueba.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RVA con offset de disco — Usa la tabla de secciones para traducir; no son iguales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Entry point fuera de .text — Señal de packing; el stub vive en otra sección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IAT casi vacía — Imports resueltos en runtime; espera resolverlos tras desempacar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overlay — Muchos droppers guardan la carga ahí; revísalo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Fiarse del nombre de sección — Es arbitrario; correlaciónalo con permisos y entropía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tanto el PE para malware? Porque packing, inyección y persistencia manipulan directamente la estructura PE; entenderla es requisito para desempacar y desensamblar.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ImageBase y por qué cambia? Es la dirección preferida de carga. Con ASLR el binario se reubica y las direcciones reales difieren de las estáticas; por eso trabajamos con RVAs.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.NET usan PE? Sí, pero con un directorio CLR y bytecode gestionado; su análisis usa herramientas como dnSpy, distintas de las de PE nativo.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Yosifovich et al., Windows Internals, cap. sobre imagen de procesos.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PE Format. &lt;https://learn.microsoft.com/windows/win32/debug/pe-format&gt;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pefile. &lt;https://github.com/erocarrera/pefile&gt;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 y apéndice 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306a1eed3b50c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7612"/>
            <a:ext cx="8229600" cy="45628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