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142 — Laboratorio seguro de análisis de malware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un laboratorio de análisis aislado, reversible y controlado donde ejecutar muestras reales sin riesgo de fuga a la red ni al host. El alumno terminará con una VM Windows de análisis, una VM…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topología de laboratorio con red interna (host-only) sin salida a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snapshots y restauración para volver a un estado limpio en segundos.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una VM de víctima con herramientas de análisis y sin Guest Additions vulnerables.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Simular servicios de red (DNS, HTTP) con INetSim/FakeNet para engañar al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Manejar muestras de forma segura (cifrado, contraseña infected, transferencia controlada).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Aislamiento de red (host-only / internal)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Snapshots y estado limpio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VM de análisis Windows (FLARE VM)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VM de servicios (REMnux + INetSim)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Manejo seguro de muestras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Anti-detección de VM del malware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Higiene del host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examinar una sola muestra hay que montar un entorno donde el malware pueda ejecutarse sin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escapar ni causar daño real. Esto no es una recomendación, es el requisito absoluto de la disciplina: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analista trabaja a diario con código diseñado para infectar, robar y propagarse, y un descuido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en la primera víctima —o en el vector que infecta a su organización—. El laboratorio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malware es la versión extrema del laboratorio aislado de la Clase 004, y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diseño se rige por dos principios: aislamiento (el malware no puede llegar a nada real)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reversibilidad (volver a un estado limpio tras cada ejecución).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Snapshot: foto del estado completo de la VM. Característica clave: restauración instantánea a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host-only / internal: red virtual sin ruta a Internet ni al host. Característica clave: contención.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FLARE VM: distribución de herramientas de análisis sobre Windows (Mandiant). Característica clave: arsenal preinstalado.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REMnux: distro Linux para análisis de malware y forense. Característica clave: servicios y utilidades listas.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INetSim / FakeNet-NG: simulan Internet (DNS, HTTP/S, FTP…) para capturar tráfico del malware. Característica clave: engaño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sandbox: técnicas del malware para saber si está en VM. Característica clave: evasión del análisis.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aislado — Entorno donde el malware no puede escapar ni dañar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 de red — Host-only o interna, sin ruta a Internet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Reversibilidad — Volver a un estado limpio tras cada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de análisis — Máquina donde se ejecuta y estudia la muestra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FLARE VM — Distribución Windows con el instrumental de 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de servicios — Máquina que simula los servicios de 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Hypervisor: VirtualBox o VMware Workstation.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de análisis: Windows 10 + FLARE VM (https://github.com/mandiant/flare-vm).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de servicios: REMnux (https://remnux.org) con INetSim o FakeNet-NG.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captura: Wireshark, Process Monitor, Process Hacker.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Descompresor con soporte de contraseña (7-Zip) para muestras cifradas.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dos VMs: WIN-ANALYSIS (Windows) y LINUX-SERVICES (REMnux). Asígnalas a una red interna llamada labnet; ninguna tiene adaptador NAT/bridge.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LINUX-SERVICES fija IP estática (p. ej. 10.0.0.1) y en WIN-ANALYSIS pon gateway y DNS apuntando a 10.0.0.1.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FLARE VM en Windows siguiendo su script de instalación. Reinicia y verifica que aparecen las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REMnux arranca INetSim: sudo inetsim y confirma que responde HTTP/DNS. Alternativa en Windows: fakenet dentro de la propia VM de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Desde WIN-ANALYSIS, prueba nslookup ejemplo.com y curl http://ejemplo.com; deben resolver y responder gracias a INetSim, sin Internet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snapshot limpio de cada VM llamado base-clean.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aislamiento: intenta ping 8.8.8.8 desde Windows; debe fallar. Si responde, corrige la red antes de continuar.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NAT o bridge están prohibidos en la VM de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FakeNet-NG y compara su salida con INetSim.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artefactos que un malware puede usar para detectar VirtualBox.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 runbook de "restauración a limpio" en menos de 6 pasos.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snapshot antes y después de una ejecución simulada (usa un binario inocuo).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regla de firewall del hypervisor que garantice el aislamiento.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laboratorio funcional donde una petición HTTP desde la VM de análisis sea respondida por tu VM de servicios y ninguna petición llegue a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una captura de Wireshark muestra la resolución DNS y la respuesta HTTP servidas por 10.0.0.1, y ping a una IP pública falla por timeout.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malware "llama a casa" de verdad — Adaptador NAT/bridge activo; cámbialo a red interna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INetSim no responde — Servicio no iniciado o IP/DNS mal configurados en la víctima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muestra no se ejecuta — Detección de VM; añade ofuscación de artefactos o usa bare-metal controlado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 no restaura la red — El estado de red no se guardó; recrea el snapshot con la VM apagada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Carpeta compartida propaga la infección — Móntala de solo lectura o desactívala durante la ejecución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analizar en mi PC si tengo cuidado? No. Un descuido basta para cifrar tus datos o infectar la red. Usa siempre VM desechable.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¿VirtualBox o VMware? Ambos sirven. VMware suele resistir mejor ciertas detecciones; VirtualBox es gratuito. Lo esencial es el aislamiento y los snapshots.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si el malware detecta la VM y no corre? Es común. Puedes reforzar el enmascaramiento de artefactos, usar sandboxes comerciales o, para casos avanzados, un entorno bare-metal aislado físicamente.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Analysis, cap.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FLARE VM (Mandiant). &lt;https://github.com/mandiant/flare-vm&gt;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REMnux. &lt;https://remnux.org&gt;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INetSim. &lt;https://www.inetsim.org&gt;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FakeNet-NG. &lt;https://github.com/mandiant/flare-fakenet-ng&gt;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57e3c8cddef60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765" y="1097280"/>
            <a:ext cx="5864469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