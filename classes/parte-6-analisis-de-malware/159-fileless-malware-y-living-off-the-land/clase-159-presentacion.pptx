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159 — Fileless malware y living-off-the-land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amenazas que apenas tocan el disco: malware fileless que vive en memoria o en el registro, y ataques living-off-the-land (LOLBins) que abusan de binarios legítimos del sistema. El alumno…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malware fileless y sus mecanismos de persistencia sin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LOLBins comunes y cómo se abusan (LOLBAS).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código solo en memoria con forense (Volatility).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la cadena desde la telemetría (Sysmon/EDR/ScriptBlock).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Proponer detecciones centradas en comportamiento, no en archivos.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fileless y por qué evade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Persistencia sin archivo (registro, WMI)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LOLBins y LOLBAS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Inyección y ejecución en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Forense de memoria para fileless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Telemetría: Sysmon, ETW, EDR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 por comportamiento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malware fileless (sin fichero) es el que no escribe un ejecutable malicioso en el disco, o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hace de forma mínima y efímera, operando principalmente en memoria y abusando de herramientas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legítimas del sistema. Su razón de ser es la evasión: las defensas tradicionales (antivirus, listas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hashes) se basan en escanear ficheros en disco, así que un malware que no deja fichero no tiene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qué escanear —es invisible para toda una generación de defensas—. El fileless no es una familia concreta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sino un enfoque que muchas amenazas modernas adoptan, y entenderlo es esencial porque ha cambiado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centro de gravedad de la defensa del disco a la memoria y el comportamiento.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Fileless malware: ejecuta principalmente en memoria, con poca o nula huella en disco. Característica clave: evasión de AV de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LOLBin/LOLBAS: binario legítimo del SO abusado con fines maliciosos. Característica clave: confianza heredada.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WMI: suscripciones a eventos WMI para ejecutar código. Característica clave: sin archivo visible.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como almacenamiento: payloads guardados en claves del registro. Característica clave: oculto y persistente.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In-memory injection: cargar y ejecutar payload en RAM. Característica clave: nada que escanear en disco.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Fileless — Malware que no escribe un ejecutable en disco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Evasión por diseño — No hay fichero que escanear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sin fichero — Código en el registro o en suscripciones WMI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Ejecución en memoria — Inyección o carga reflectiva sin tocar disco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Living off the land (LotL) — Abusar de herramientas legítimas del sistema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LOLBin — Binario legítimo del sistema abusado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(malfind, windows.registry, windows.svcscan, windows.wmi).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(Event IDs 1, 3, 7, 8, 11, 19–21) y Event Viewer (PowerShell 4104).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 LOLBAS (lolbas-project.github.io).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Autoruns, winpmem para capturar 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Restaura base-clean, habilita Sysmon (config tipo SwiftOnSecurity) y ScriptBlock Logging.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 un caso fileless (o reproduce una cadena LOLBin controlada). Captura RAM con winpmem al final.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Volatility, windows.malfind para regiones RWX inyectadas: identifica el payload en memoria y vuélcalo para analizarlo.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persistencia sin archivo: windows.registry.printkey en claves Run/servicios con payloads codificados, y suscripciones WMI (EventFilter/CommandLineEventConsumer).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la telemetría: en Sysmon, procesos hijos de Office/explorer que lanzan powershell, mshta, rundll32, regsvr32 con argumentos sospechosos (LOLBins). Anota los Event IDs.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la cadena de ejecución uniendo memoria + Sysmon + ScriptBlock (Event 4104).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detecciones por comportamiento (p. ej. rundll32 sin DLL, regsvr32 con URL, WMI consumer nuevo) y mapea a ATT&amp;CK (T1218, T1546.003, T1055).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AV de archivos falla contra fileless.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6 LOLBins y su abuso típico (con Event Sysmon esperado).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payload en memoria con malfind y vuélcalo.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persistencia WMI y descríbela.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de detección para regsvr32 con URL remota.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una cadena LOLBin desde logs de Sysmon.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cadena fileless/LOLBin y entrega su reconstrucción con: payload en memoria volcado, persistencia sin archivo identificada, LOLBins abusados y detecciones por comportamiento mapeadas 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presentas evidencia de memoria (malfind/registro/WMI) y de telemetría (Sysmon/4104) que juntas explican la cadena completa, más al menos dos detecciones por comportamiento…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hay malware" en disco — Es fileless; analiza memoria y registro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telemetría útil — Sysmon/logging no configurados; habilítalos antes de detonar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LOLBin parece legítimo — Revisa argumentos y proceso padre, no solo el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no aparece — Busca WMI y registro, no solo tareas/servicios con archivo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 perdido al reiniciar — Fileless no persiste el binario; captura RAM en caliente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¿Fileless significa sin ningún rastro? No. Deja rastro en memoria, registro, WMI y telemetría; solo evita el archivo ejecutable clásico en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abuso de LOLBins? Por comportamiento: relaciones proceso-padre inusuales, argumentos anómalos y accesos de red desde binarios que normalmente no los hacen.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memoria es imprescindible aquí? Sí. Para fileless, el volcado de RAM suele ser la única fuente que contiene el payload real.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Ligh et al., The Art of Memory Forensics.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LOLBAS Project. &lt;https://lolbas-project.github.io&gt;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Signed Binary Proxy Execution (T1218). &lt;https://attack.mitre.org/techniques/T1218/&gt;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Sysmon. &lt;https://learn.microsoft.com/sysinternals/downloads/sysmon&gt;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aa2251b9dc743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98" y="1097280"/>
            <a:ext cx="6946203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