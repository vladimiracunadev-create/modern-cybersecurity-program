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149 — Comunicaciones de comando y control (C2) del malware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y diseccionar el canal de comando y control: cómo el malware localiza su servidor, qué protocolos usa, cómo estructura el beacon y qué cifrado/ofuscación aplica. El alumno aprenderá 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el mecanismo de resolución del C2 (dominio fijo, DGA, dead drop).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el patrón de beacon: intervalo, jitter, URIs y user-agent.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Decodificar el tráfico cuando el cifrado es simple (XOR/base64) o hay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frameworks de C2 por sus firmas de red y perfiles.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la configuración de C2 desde el binario o la memoria.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beacon y callback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Protocolos: HTTP/S, DNS, TCP crudo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DGA y dead drop resolvers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Cifrado y ofuscación del tráfico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Frameworks (Cobalt Strike, Sliver, Metasploit)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Extracción de configuración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de red (JA3, Suricata)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Casi todo el malware moderno necesita comunicarse con su operador: recibir órdenes, enviar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robados, descargar módulos adicionales. Ese canal es el command and control (C2), y entenderlo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central por dos razones: es donde el malware revela su infraestructura (dominios, IPs, claves) —los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IOCs más valiosos— y es donde la detección de red (Parte 1 y 8) tiene su mejor oportunidad, porque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tráfico C2, por muy ofuscado que esté, tiene que salir. Analizar el C2 de una muestra da tanto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comprensión de cómo se controla como los indicadores para detectarla y bloquearla en toda la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patrón fundamental del C2 es el beacon (baliza): el malware, en lugar de mantener una conexión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Beacon: conexión periódica del implante al C2. Característica clave: periodicidad + jitter.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DGA (Domain Generation Algorithm): genera dominios pseudoaleatorios. Característica clave: evita bloqueo por 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Dead drop resolver: obtiene el C2 desde un servicio legítimo (redes sociales, pastes). Característica clave: camuflaje.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Malleable C2: perfiles que imitan tráfico legítimo (Cobalt Strike). Característica clave: evasión de firmas.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JA3/JA3S: huella TLS del cliente/servidor. Característica clave: detección aun con HTTPS.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C2 (command and control) — Canal por el que el operador controla el malware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 — Contacto periódico del malware con su C2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Callback — El malware inicia la conexión saliente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Jitter — Variación aleatoria del intervalo del beacon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HTTP/S como C2 — Se mezcla con la navegación; el más común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tunneling — C2 codificado en consultas DNS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+ INetSim/FakeNet-NG para capturar y responder.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CyberChef para decodificar (base64, XOR, gunzip).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Suricata/Zeek y firmas de red para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Extractores de config: 1768.py (Cobalt Strike), capa, scripts de comunidad.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base-clean, arranca INetSim/FakeNet y captura con Wireshark en labnet.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la muestra y observa la primera resolución DNS: ¿un dominio fijo o varios pseudoaleatorios (DGA)?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Sigue el flujo HTTP: anota método, URI, headers, user-agent y periodicidad de las peticiones (beacon interval + jitter).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el cuerpo de las peticiones/respuestas. Pásalo por CyberChef probando base64, XOR de un byte y gunzip para revelar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sospechas Cobalt Strike, usa 1768.py sobre el beacon o la memoria para extraer el perfil (watermark, sleep, URIs, clave pública).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la configuración de C2 en el binario/memoria (Ghidra/Volatility): dominios, puertos, clave, intervalo.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JA3 del handshake TLS (si aplica) y redacta una firma de detección (Suricata) para el patrón observado.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beacon HTTP, DNS y TCP crudo por sus ventajas de evasión.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un DGA complica el bloqueo y cómo se puede predecir.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Decodifica un payload C2 simple con CyberChef y describe el comando.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 un perfil malleable y qué imita.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firma Suricata para un user-agent o URI característico.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la config de C2 de una muestra y preséntala en tabla.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C2 de una muestra con: mecanismo de resolución, protocolo y patrón de beacon, config extraída (dominios/puertos/clave/intervalo), muestra de tráfico decodificado y una firma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 firma propuesta dispara sobre el tráfico capturado en el lab y la config incluye al menos un dominio/IP y el intervalo de beacon verificados.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tráfico C2 — Sin servicios simulados o detección de sandbox; usa INetSim y enmascara VM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puedo descifrar el beacon — Cifrado fuerte; extrae la clave del binario/memoria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Beacon irregular — Jitter alto; promedia varios intervalos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Dominios cambian cada ejecución — DGA; identifica y reproduce el algoritmo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Firma con muchos falsos positivos — Basaste en algo genérico; usa URI+UA+patrón combinados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C2 cifrado con HTTPS? Con metadatos: JA3/JA3S, SNI, tamaño y periodicidad de flujos, y reputación del destino, sin necesidad de descifrar.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perfil malleable? Una plantilla (Cobalt Strike) que define cómo luce el tráfico para imitar servicios legítimos y evadir firmas.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interactuar con el C2 real? No sin autorización. Analiza con servidor simulado; contactar infraestructura del atacante puede alertarle o ser ilegal.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Analysis, cap. 14 (redes malware-céntricas).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Command and Control. &lt;https://attack.mitre.org/tactics/TA0011/&gt;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CyberChef. &lt;https://gchq.github.io/CyberChef/&gt;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Cobalt Strike config extractor (1768.py). &lt;https://blog.didierstevens.com&gt;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98df15a097e75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4752"/>
            <a:ext cx="8229600" cy="46085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