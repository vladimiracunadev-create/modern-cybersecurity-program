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151 — Rootkits y bootkits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Estudiar el malware que busca el sigilo máximo: rootkits (usuario y kernel) y bootkits que se cargan antes del sistema operativo. El alumno aprenderá las técnicas de ocultación (hooking, DKOM…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rootkits de usuario, de kernel y bootkits por su nivel de privilegio.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técnicas de ocultación: hooking (IAT/inline/SSDT), DKOM y filtros.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procesos, DLLs y conexiones ocultas con forense de memoria.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el arranque (MBR/UEFI) y cómo un bootkit lo subvierte.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Valorar el papel de Secure Boot, PatchGuard y DSE como defensas.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Anillos de privilegio y superficie kernel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Rootkits de usuario (API hooking)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Rootkits de kernel (SSDT, DKOM)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Bootkits (MBR/VBR/UEFI)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Forense de memoria para detección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Defensas: Secure Boot, PatchGuard, DSE, HVCI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Firma de drivers y BYOVD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rootkit es malware cuyo propósito primario es la ocultación: modifica el sistema operativo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que no pueda ver al malware —sus procesos, ficheros, claves de registro y conexiones 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vuelven invisibles a las herramientas normales—. El nombre viene de "root" (privilegio máximo) más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"kit". Su gravedad está en que compromete la confianza en el propio sistema: si el SO miente sobre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qué procesos existen, ninguna herramienta que dependa del SO es fiable. La profundidad a la que opera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rootkit —espacio de usuario, kernel, o antes del arranque— determina lo difícil que es de detectar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erradicar, y conecta directamente con la explotación de kernel de la Clase 139.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Rootkit: malware que oculta su presencia al sistema. Característica clave: sigilo estructural.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DKOM (Direct Kernel Object Manipulation): altera estructuras del kernel (p. ej. desenlaza un EPROCESS). Característica clave: oculta procesos sin hooks.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SSDT hooking: intercepta llamadas del sistema. Característica clave: control de syscalls.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Bootkit: infecta MBR/VBR/UEFI para cargarse antes del SO. Característica clave: persistencia pre-SO.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BYOVD (Bring Your Own Vulnerable Driver): cargar un driver firmado vulnerable para entrar al kernel. Característica clave: evade la firma obligatoria.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Rootkit — Malware cuyo fin es ocultarse manipulando el 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API hooking — Interceptar llamadas para filtrar los resultados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Rootkit de usuario — Opera en ring 3; más fácil de detectar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Rootkit de kernel — Opera en ring 0; manipula el núcleo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SSDT hooking — Interceptar las llamadas al sistema en su raíz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DKOM — Modificar directamente las estructuras del kernel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Volatility 3 (malfind, ssdt, driverscan, psxview, netscan).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GMER/RootkitRevealer (conceptual) y comparación cross-view.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PE-bear/Ghidra para drivers .sys.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Referencias de arranque: UEFI spec, documentación de Secure Boot.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Restaura base-clean. Captura un volcado de memoria de referencia (limpio) para comparar.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Detona una muestra con capacidad de ocultación (o usa un caso de estudio con memoria provista) y captura RAM.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Volatility, ejecuta windows.psxview: compara las distintas fuentes de procesos; un proceso presente en una lista y ausente en otra sugiere DKOM.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windows.ssdt para entradas que no apunten a ntoskrnl/win32k (posible SSDT hook).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windows.driverscan/modules para hallar drivers no firmados o sospechosos; extrae el .sys y analízalo en Ghidra.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windows.netscan, busca conexiones que las herramientas en vivo no mostraban (ocultación de red).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es un bootkit, examina el MBR/VBR o la partición EFI en busca de modificaciones; documenta el vector de arranque.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práctica entre un hook inline y DKOM.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 un psxview con discrepancias y concluye qué está oculto.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driver .sys y localiza su rutina de ocultación.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cómo Secure Boot frena los bootkits UEFI.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BYOVD y por qué sigue funcionando pese a la firma obligatoria.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detección de carga de drivers vulnerables conocidos.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informe de rootkit identificando la técnica de ocultación con evidencia de memoria (cross-view/SSDT/driverscan), el artefacto oculto (proceso/conexión/driver) y una recomendación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informe muestra al menos una discrepancia cross-view o un hook/driver anómalo con la salida de Volatility que lo respalda, y explica por qué el análisis en disco/vivo no…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Herramientas en vivo "no ven nada" — El rootkit las engaña; usa forense de memoria offline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VM se cuelga al cargar el driver — Comportamiento esperado en kernel; trabaja con snapshot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ssdt limpio pero algo se oculta — Puede ser DKOM o hooks inline; combina varias vistas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Driver sospechoso pero firmado — Posible BYOVD; verifica CVE del driver, no solo la firma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hallo el bootkit — Revisa MBR/VBR y partición EFI, no solo el sistema de archivos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memoria y no disco? Porque el rootkit manipula el SO en ejecución; la memoria conserva la evidencia real que las APIs comprometidas ocultan.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¿Siguen siendo relevantes los bootkits? Sí, especialmente UEFI. Secure Boot ayuda, pero han aparecido bootkits que lo evaden con vulnerabilidades del firmware.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entran hoy al kernel? Con frecuencia vía BYOVD: cargan un driver firmado pero vulnerable para obtener ejecución en kernel sin necesitar su propio driver firmado.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Ligh et al., The Art of Memory Forensics.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Yosifovich et al., Windows Internals (arranque y kernel).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Volatility 3. &lt;https://github.com/volatilityfoundation/volatility3&gt;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Rootkit (T1014). &lt;https://attack.mitre.org/techniques/T1014/&gt;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c79f8122280b51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90607"/>
            <a:ext cx="8229600" cy="43168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