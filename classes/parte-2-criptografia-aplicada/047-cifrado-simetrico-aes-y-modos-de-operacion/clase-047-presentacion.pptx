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047 — Cifrado simétrico: AES y modos de operación</a:t>
            </a:r>
          </a:p>
          <a:p>
            <a:r>
              <a:rPr sz="1600">
                <a:solidFill>
                  <a:srgbClr val="2E8B57"/>
                </a:solidFill>
              </a:rPr>
              <a:t>parte 2 criptografia aplicada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cifrado simétrico moderno con AES: entender qué es un cifrado por bloques, cómo funciona AES a alto nivel (SubBytes, ShiftRows, MixColumns, AddRoundKey), y —lo más importante en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estructura de un cifrado por bloques y el papel de la clave y del tamaño de bloque (128 bits en AES).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modos ECB, CBC, CTR y GCM y sus garantías.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Demostrar visualmente la fuga de información de ECB.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y descifrar con OpenSSL y con la librería cryptography de Python usando IV/nonce correctos.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Justificar por qué GCM (AEAD) es la elección por defecto hoy.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Cifrado por bloques vs de flujo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Interior de AES (rondas, S-box)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Modo ECB y su fallo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Modo CBC e IV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Modo CTR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Padding (PKCS#7)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GCM / AEAD (adelanto)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Conviene separar dos cosas que se confunden constantemente. AES es una primitiva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bloque: una permutación que, dada una clave, transforma exactamente 128 bits en otros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128 bits. Eso es todo lo que hace. Internamente aplica 10, 12 o 14 rondas (según la clave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sea de 128, 192 o 256 bits) de cuatro operaciones —SubBytes con su S-box no lineal,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ShiftRows, MixColumns y AddRoundKey— diseñadas para producir confusión (romper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relación entre clave y cifrado) y difusión (que cambiar un bit de entrada afecte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el bloque). AES lleva más de dos décadas de criptoanálisis público sin una rotura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 (Advanced Encryption Standard): cifrado por bloques de 128 bits con claves de 128/192/256 bits (FIPS 197). Rápido en hardware (AES-NI).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Modo de operación: forma de aplicar un cifrado por bloques a mensajes de tamaño arbitrario. Característica: sin un buen modo, AES es inseguro.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(vector de inicialización): valor aleatorio que aleatoriza el cifrado en CBC/CTR. Nunca debe repetirse con la misma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ECB (Electronic Codebook): cifra cada bloque independientemente. Bloques iguales → cifrados iguales. Nunca usar.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CBC (Cipher Block Chaining): encadena bloques con XOR del cifrado anterior; requiere IV aleatorio e impredecible.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CTR (Counter): cifra un contador y hace XOR con el texto; convierte AES en cifrado de flujo, paralelizable.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Padding PKCS#7: relleno para completar el último bloque; su verificación insegura habilita padding oracle.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Cifrado por bloques — Primitiva que transforma bloques de tamaño fijo (AES: 128 bits)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 — Advanced Encryption Standard; claves de 128, 192 o 256 bits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Ronda — Repetición de las operaciones internas de AES (10, 12 o 14)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S-box — Tabla de sustitución no lineal; aporta confusión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Confusión / difusión — Ocultar la relación con la clave / propagar cada bit de entrada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AES-NI — Instrucciones de CPU que implementan AES en hardware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siempre en tu propia máquina de laboratorio; el objetivo es entender, no atacar sistemas ajenos.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archivo con ECB y CBC en OpenSSL y compara: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visual de ECB. Convierte una imagen a formato crudo, cífrala con ECB y vuelve a interpretarla como imagen: el patrón original (el famoso pingüino Tux) sigue visible. Repite con CBC y observa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AES-CBC en Python con IV aleatorio: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AES-CTR. Repite con modes.CTR(nonce) y verifica que no necesita padding.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Reflexión sobre integridad. Modifica un byte del texto cifrado CBC y descífralo: obtienes basura pero no hay error. Concluye que CBC no protege integridad → necesitas GCM.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ECB revela si dos bloques de texto plano son iguales.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ocurre si reutilizas el mismo IV en CBC para dos mensajes distintos?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cifrado/descifrado AES-CTR y comprueba que E(k)⊕E(k)=texto.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Mide con openssl speed aes-128-cbc el rendimiento con y sin AES-NI.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imagen BMP a ECB y documenta la fuga con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CTR permite acceso aleatorio a bloques y CBC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script que cifre la misma imagen BMP con ECB y con CBC y genere las dos salidas visualizables. Criterio de aceptación: la versión ECB muestra claramente la silueta original y la CBC es…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bad decrypt en OpenSSL — Clave/IV/modo incorrectos o padding no coincide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ECB revela contenido — Comportamiento esperado; nunca uses ECB en producción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IV fijo o cero en CBC — Rompe la aleatoriedad; genera IV con CSPRNG por mensaje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Cifrar sin autenticar (CBC solo) — Sin integridad; usa AES-GCM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Reutilizar nonce en CTR — Fuga catastrófica (dos textos con el mismo keystream)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¿AES-256 es "el doble de seguro" que AES-128?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ambos son inquebrantables por fuerza bruta. 256 aporta margen post-cuántico, pero el modo importa mucho más que el tamaño de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modo debo usar?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AES-GCM o ChaCha20-Poly1305 (AEAD). Evita ECB siempre; CBC/CTR solo con un MAC añadido y hecho correctamente.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IV debe ser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sí impredecible (CBC) o único (CTR/GCM). Se transmite junto al texto cifrado.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FIPS 197 (AES) — &lt;https://csrc.nist.gov/publications/detail/fips/197/final&gt;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800-38A (modos) — &lt;https://csrc.nist.gov/publications/detail/sp/800-38a/final&gt;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Aumasson, Serious Cryptography, cap. 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Documentación cryptography (Python) — &lt;https://cryptography.io/&gt;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a36fad1dd74a6e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8229600" cy="4901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