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048 — Cifrado de flujo: ChaCha20 y por qué evitar RC4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cifrado de flujo, cómo genera un keystream que se combina por XOR con el texto plano, y por qué ChaCha20 (junto a Poly1305) es hoy el cifrado de flujo recomendado, mientras que RC4…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modelo XOR keystream de los cifrados de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ChaCha20 (estado de 512 bits, quarter-round, contador y nonce).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debilidades de RC4 y por qué se retiró de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con ChaCha20 en Python y verificar la simetría del XOR.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Demostrar el desastre de reutilizar un nonce mediante XOR de dos textos.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Cifrado de flujo vs de bloque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Keystream y XOR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ChaCha20 internamente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Nonce y contador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RC4 y sus sesgos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Reutilización de nonce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ChaCha20-Poly1305 (adelanto AEAD)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idea es minimalista y por eso frágil: generar a partir de la clave un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pseudoaleatorio —el keystream— y combinarlo con el texto claro mediante XOR.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descifrado es la misma operación, porque (M ⊕ K) ⊕ K = M. Toda la seguridad recae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entonces en una sola propiedad: que el keystream sea indistinguible de aleatorio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nunca se reutilice.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ideal teórico existe y es el one-time pad: si el keystream es verdaderamente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aleatorio, tan largo como el mensaje y se usa una sola vez, el cifrado 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de flujo: genera un keystream pseudoaleatorio y lo combina por XOR con el texto. Característica: cifrado byte a byte, sin padding.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Keystream: secuencia pseudoaleatoria derivada de (clave, nonce, contador). Debe ser único por mensaje.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ChaCha20: cifrado de flujo de Daniel Bernstein con 20 rondas ARX (add-rotate-xor). Rápido en software y resistente a timing.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Nonce: número usado una sola vez. En ChaCha20 (RFC 8439) mide 96 bits. Repetirlo con la misma clave es fatal.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RC4: cifrado de flujo antiguo con fuertes sesgos en los primeros bytes del keystream; explotado en ataques a TLS/WEP. Obsoleto.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XOR malleability: cambiar un bit del cifrado cambia el mismo bit del plano; por eso el cifrado de flujo necesita un MAC.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de flujo — Genera keystream y lo combina con XOR con el mensaje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Keystream — Flujo pseudoaleatorio derivado de clave y nonce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XOR — Operación reversible: (M ⊕ K) ⊕ K = 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One-time pad — Keystream verdaderamente aleatorio y de un solo uso; irrompible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 — Number used once; hace único el keystream de cada mensaje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Reutilización de nonce — Cancela el keystream y destruye la confidencialidad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local. La reutilización de nonce se practica solo sobre datos propios de laboratorio.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ChaCha20 básico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la simetría del XOR: descifra reusando la misma clave y nonce y recupera el 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nonce reutilizado (laboratorio propio). Cifra m1 y m2 con la misma clave y nonce. Calcula c1 XOR c2 = m1 XOR m2. Si conoces parte de m1, recuperas la parte correspondiente de m2. Documenta…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Sesgo de RC4 (demostración estadística). Genera muchos keystreams RC4 con claves aleatorias y grafica la frecuencia del segundo byte: verás que no es uniforme (sesgo de Fluhrer-McGrew), la base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Comparación de rendimiento. Mide ChaCha20 vs AES-CTR en tu CPU; en dispositivos sin AES-NI ChaCha20 suele ganar.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cifrado de flujo no necesita padding.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matemáticamente por qué c1 XOR c2 = m1 XOR m2 con nonce repetido.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el ataque a WEP y qué papel jugó RC4.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ChaCha20 es preferible en móviles frente a AES sin aceleración hardware?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un byte de un cifrado ChaCha20 y observa el efecto en el descifrado.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añade Poly1305 que ChaCha20 solo no ofrece.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el ataque de "nonce reutilizado": dados dos textos cifrados con la misma clave y nonce y conocido parcialmente uno de ellos (crib dragging), recupera el otro. Criterio de aceptación…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Textos correlacionados — Nonce reutilizado; genera nonce único por mensaje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Uso de RC4 en configuración TLS — Prohibido (RFC 7465); deshabilítalo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 de tamaño incorrecto — Ajusta a lo que exige la librería (12 o 16 bytes)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sin MAC — XOR malleable; usa ChaCha20-Poly1305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Contador desbordado — No reuses claves más allá del límite del contador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¿ChaCha20 es más seguro que AES?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son seguros. ChaCha20 destaca en software y resistencia a timing; AES gana con aceleración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el mismo nonce si cambio la clave?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Sí; lo prohibido es repetir el par (clave, nonce). Un nonce por clave es único de forma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 sigue viendo RC4 en sistemas viejos?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Legado. Debe deshabilitarse; TLS moderno lo prohíbe.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IETF RFC 8439 (ChaCha20-Poly1305) — &lt;https://www.rfc-editor.org/rfc/rfc8439&gt;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IETF RFC 7465 (prohibición de RC4) — &lt;https://www.rfc-editor.org/rfc/rfc7465&gt;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3–4.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Bernstein, "ChaCha, a variant of Salsa20" — &lt;https://cr.yp.to/chacha.html&gt;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db3052fcce541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704" y="1097280"/>
            <a:ext cx="6442592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