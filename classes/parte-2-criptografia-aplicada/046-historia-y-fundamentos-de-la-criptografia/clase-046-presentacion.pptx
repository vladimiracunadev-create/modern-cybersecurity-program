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046 — Historia y fundamentos de la criptografía</a:t>
            </a:r>
          </a:p>
          <a:p>
            <a:r>
              <a:rPr sz="1600">
                <a:solidFill>
                  <a:srgbClr val="2E8B57"/>
                </a:solidFill>
              </a:rPr>
              <a:t>parte 2 criptografia aplicada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qué problemas resuelve la criptografía, cómo evolucionó de los cifrados clásicos (sustitución, transposición, Vigenère, Enigma) a la criptografía moderna, y asimilar los principios que…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los cuatro objetivos de seguridad: confidencialidad, integridad, autenticación y no repudio.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Cifrar y descifrar con cifrados clásicos (César, Vigenère) y explicar por qué son inseguros hoy.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el principio de Kerckhoffs para evaluar la seguridad de un diseño.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qué es un modelo de amenaza y por qué la seguridad depende de él.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Justificar por qué el secreto debe residir en la clave y no en el algoritmo.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Objetivos de la criptografía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Cifrados clásicos (sustitución, transposición)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Vigenère y su ruptura (Kasiski)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Enigma y la criptografía de la II Guerra Mundial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Principio de Kerckhoffs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Modelo de amenaza y del adversario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Cripto simétrica vs asimétrica (panorama)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Casi toda la criptografía anterior al siglo XX se construye con dos operaciones.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sustitución reemplaza cada símbolo por otro (el cifrado del César desplaza tres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posiciones); la transposición mantiene los símbolos pero cambia su orden. Ninguna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las dos destruye la estructura estadística del idioma, y ahí está su ruina: en español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e y la a aparecen mucho más que la x, y una sustitución simple traslada esa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desigualdad al texto cifrado intacta. El análisis de frecuencias, descrito por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al-Kindi en el siglo IX, rompe cualquier sustitución monoalfabética con lápiz y papel.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Confidencialidad: garantía de que solo las partes autorizadas leen el mensaje. Se logra con cifrado. Característica clave: no impide por sí sola la manipulación.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Integridad: garantía de que el mensaje no fue alterado. Se logra con hashes y MAC. Característica: detecta cambios, no los previene.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Autenticación: garantía del origen del mensaje o la identidad de una parte. Se logra con MAC y firmas.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Principio de Kerckhoffs: un sistema debe ser seguro aunque todo sobre él, excepto la clave, sea público. Contrasta con "seguridad por oscuridad".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Modelo de amenaza: descripción explícita de qué capacidades tiene el atacante (¿ve el texto cifrado? ¿elige textos? ¿tiene tiempo cuántico?).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Espacio de claves: número total de claves posibles. Determina la resistencia a fuerza bruta (128 bits ≈ 3.4×10³⁸).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Texto plano / texto cifrado: entrada legible y salida cifrada de un algoritmo.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Texto claro / texto cifrado — Mensaje legible / resultado de cifrarlo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Sustitución — Reemplazar cada símbolo por otro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Transposición — Reordenar los símbolos sin cambiarlos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Cifrado de César — Sustitución por desplazamiento fijo del alfabeto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 de frecuencias — Romper una sustitución explotando la estadística del idioma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Vigenère — Cifrado polialfabético con clave repetida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Trabajaremos en un entorno de laboratorio aislado (máquina virtual o contenedor propio). Herramientas: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se requiere red externa. Todos los ejercicios son locales.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Cifrado César en Python. Implementa un desplazamiento y verifica que el espacio de claves (25) es trivial de romper: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Fuerza bruta. Recorre las 26 claves e imprime todas las salidas; observa que un humano identifica la correcta al instante.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 de frecuencias. Cuenta la frecuencia de cada letra en un texto cifrado por sustitución y compárala con la distribución del español (la E y la A dominan). Deduce el mapeo.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Vigenère y Kasiski. Cifra un texto largo con clave SEGURIDAD. Busca repeticiones de trigramas y mide las distancias; el máximo común divisor sugiere la longitud de la clave, rompiendo la ilusión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Discusión de Kerckhoffs. Toma un "algoritmo secreto" inventado y argumenta por qué su secreto no puede sostenerse: se filtra, se aplica ingeniería inversa, no se audita.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Descifra a mano WKLV LV D WHVW sabiendo que es César.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función que rompa Vigenère dada la longitud de clave.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 modelo de amenaza para una app de chat: define atacante, capacidades y activos.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con un ejemplo por qué la "seguridad por oscuridad" falló en un caso real (p. ej. cifrados propietarios rotos).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el espacio de claves de César, DES (56 bits) y AES-128; expresa cuántas veces mayor es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cifrado de transposición columnar y descíbelo con criptoanálisis.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 un rompedor automático de cifrado por sustitución monoalfabética usando análisis de frecuencias y bigramas. Criterio de aceptación: dado un texto cifrado en español de al menos 500…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"Mi cifrado es seguro porque nadie conoce el algoritmo" — Viola Kerckhoffs; asume que el algoritmo se filtrará y basa la seguridad en la clave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 de frecuencias no funciona — Texto demasiado corto; necesita muestra suficiente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Confundir codificación (Base64) con cifrado — Base64 no oculta nada; es reversible sin clave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"Doble ROT13 = más seguro" — ROT13 es su propia inversa; doble no cifra nada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Reusar clave de Vigenère en muchos mensajes — Facilita Kasiski y correlación entre textos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¿Sigue siendo útil estudiar cifrados clásicos?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Sí: enseñan intuición sobre patrones, frecuencias y por qué las primitivas modernas están diseñadas para eliminar esas estructuras.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significa que un cifrado sea "seguro"?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Que ningún atacante dentro del modelo de amenaza definido puede romperlo con recursos razonables. La seguridad siempre es relativa a un adversario concreto.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"no hagas tu propia cripto"?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los errores sutiles (nonces, padding, timing) rompen esquemas que parecen correctos; usa librerías auditadas.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Aumasson, Serious Cryptography, cap. 1 — &lt;https://nostarch.com/serious-cryptography-2nd-edition&gt;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Ferguson, Schneier, Kohno, Cryptography Engineering, cap. 1–2.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Singh, The Code Book (divulgación histórica).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NIST, "Cryptographic Standards and Guidelines" — &lt;https://csrc.nist.gov/&gt;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2b06938b4c7af8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4228"/>
            <a:ext cx="8229600" cy="38496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