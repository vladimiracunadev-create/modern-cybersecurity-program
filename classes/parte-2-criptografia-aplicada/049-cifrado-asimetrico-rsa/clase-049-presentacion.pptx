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049 — Cifrado asimétrico: RSA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la criptografía de clave pública a través de RSA: cómo se genera un par de claves a partir de dos primos grandes, en qué problema matemático se apoya su seguridad (factorización), y por…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funcionamiento de RSA: generación, cifrado, descifrado con aritmética modular.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por qué la seguridad depende de la dificultad de factorizar 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claves RSA con OpenSSL y examinar sus componentes.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RSA textbook (inseguro) de RSA-OAEP y RSA-PSS.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Argumentar por qué RSA cifra claves de sesión y no datos grandes.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Idea de clave pública/privada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Matemática de RSA (n, e, d, φ)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Problema de la factorización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RSA textbook y sus fallos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Padding OAEP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Firma con PSS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Cifrado híbrido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Toda la criptografía simétrica arrastra un problema logístico insalvable: para hablar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hay que compartir antes una clave, y compartirla exige un canal seguro que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justo lo que no se tiene. Peor aún, con n participantes hacen falta n(n−1)/2 claves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distintas. La criptografía de clave pública (Diffie y Hellman, 1976; RSA, 1977) rompe ese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nudo con una idea contraintuitiva: dos claves relacionadas matemáticamente,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publicable y otra secreta, de modo que lo que cifra una solo lo descifra la otra. Ya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que acordar nada en privado; basta con publicar la clave pública.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 pública/privada: par matemáticamente relacionado; lo que cifra una descifra la otra. Característica: elimina el problema del canal secreto previo.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RSA: criptosistema basado en n = p·q (primos grandes), exponente público e (típico 65537) y privado d. Cifrado: c = mᵉ mod 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φ de Euler: φ(n) = (p-1)(q-1); se usa para calcular d como inverso de 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RSA textbook: RSA sin padding; determinista y maleable → inseguro. Nunca usar directo.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OAEP (Optimal Asymmetric Encryption Padding): relleno aleatorizado que hace el cifrado no determinista y resistente. Estándar para cifrar con RSA.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PSS (Probabilistic Signature Scheme): esquema de padding para firmas RSA, con prueba de seguridad sólida.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híbrido: RSA cifra una clave simétrica aleatoria y AES cifra los datos; combina lo mejor de ambos.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 pública / privada — Par relacionado: una se publica, la otra se guarda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unidireccional con trampilla — Fácil de calcular, difícil de invertir salvo con un secreto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 (módulo) — Producto de dos primos grandes; parte de ambas claves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 (exponente público) — Coprimo con φ(n); habitualmente 65537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 (exponente privado) — Inverso de e módulo φ(n)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φ(n) — Función de Euler; (p−1)(q−1) para RSA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y prueba solo con claves propias. Nunca uses claves de terceros sin autorización.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par RSA de 3072 bits (equivalente a ~128 bits de seguridad simétrica):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 con OAEP un mensaje corto (una clave de sesión):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el determinismo del RSA textbook (didáctico): cifra dos veces el mismo mensaje sin padding con un módulo pequeño en Python y comprueba que da idéntico cifrado → filtra igualdad.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híbrido: genera una clave AES aleatoria, cifra un archivo grande con AES-GCM y cifra solo la clave AES con RSA-OAEP. Documenta por qué RSA no cifra el archivo entero (límite de tamaño y…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a mano un RSA de juguete con p=61, q=53, e=17; halla d y cifra m=65.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e=65537 es una elección común.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RSA textbook es maleable? Da un ejemplo con multiplicación.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tamaños de clave RSA vs ECC para 128 bits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cifrado híbrido RSA-OAEP + AES-GCM en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por qué claves RSA de 1024 bits ya no se consideran seguras.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esquema de "sobre digital": cifra un archivo de varios MB con AES-GCM y protege la clave AES con RSA-OAEP; entrega un descifrador que recupere el archivo original. Criterio de…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too large for key size — Intentas cifrar datos grandes con RSA; usa cifrado híbrido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determinista — Usaste RSA sin OAEP; aplica padding aleatorizado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 de 1024 bits — Insegura; usa 3072 bits o migra a ECC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Firmar cifrando con la privada "a mano" — Usa PSS, no operaciones RSA crudas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Exponente d filtrado o p,q reutilizados — Compromete todo; genera claves con CSPRNG y no reutilices primos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no cifrar todo con RSA?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lento y limitado al tamaño del módulo. Se usa para cifrar claves de sesión, no datos masivos.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¿RSA está roto?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para tamaños adecuados (≥3072 bits), pero es vulnerable a computación cuántica futura (Shor) y muchas implementaciones fallaron por mal padding.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¿OAEP o PKCS#1 v1.5?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OAEP para cifrado nuevo; PKCS#1 v1.5 es propenso a ataques (Bleichenbacher) y se mantiene solo por compatibilidad.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10.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Boneh &amp; Shoup, A Graduate Course in Applied Cryptography — &lt;https://toc.cryptobook.us/&gt;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PKCS #1 v2.2 (RFC 8017) — &lt;https://www.rfc-editor.org/rfc/rfc8017&gt;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800-56B (RSA key establishment).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5ccd4136450c8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193" y="1097280"/>
            <a:ext cx="4865614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