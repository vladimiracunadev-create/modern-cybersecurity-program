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062 — Criptografía post-cuántica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amenaza que la computación cuántica plantea a la criptografía actual y qué se está haciendo al respecto. El alumno entenderá por qué el algoritmo de Shor rompería RSA, DH y ECC, por qué…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impacto de Shor y Grover sobre las primitivas actuales.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qué cripto está en riesgo y cuál solo necesita claves más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Nombrar las familias PQC y los estándares NIST recientes.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estrategia de migración híbrida (clásico + PQC).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Argumentar por qué migrar hoy pese a no existir aún computadoras cuánticas prácticas.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Computación cuántica básica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Algoritmo de Shor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Algoritmo de Grover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Familias PQC (retículos, hash, códigos)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Estándares NIST (ML-KEM, ML-DSA, SLH-DSA)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Migración híbrida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Harvest now, decrypt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computador cuántico no es "un ordenador más rápido": explota superposición 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interferencia para resolver ciertos problemas con una estructura algorítmica distinta.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algoritmos conocidos, solo dos importan aquí, y confundir su alcance es el error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 común del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algoritmo de Shor (1994) factoriza enteros y calcula logaritmos discretos en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polinómico. Eso significa que RSA, Diffie-Hellman y toda la criptografía de curva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elíptica quedan completamente rotos ante un computador cuántico con suficientes qubits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de Shor: factoriza y resuelve logaritmos discretos en tiempo polinómico en una computadora cuántica; rompe RSA, DH y ECC.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de Grover: acelera la búsqueda cuadráticamente; reduce la seguridad simétrica a la mitad (AES-256 → ~128 bits). Se mitiga con claves más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Criptografía basada en retículos: familia PQC (LWE) que sustenta ML-KEM (Kyber) y ML-DSA (Dilithium). Eficiente y bien estudiada.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ML-KEM (Kyber): mecanismo de encapsulado de claves post-cuántico estandarizado (FIPS 203).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ML-DSA (Dilithium) / SLH-DSA (SPHINCS+): firmas post-cuánticas (FIPS 204/205); SPHINCS+ se basa solo en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Migración híbrida: combinar un esquema clásico (X25519) con uno PQC (ML-KEM) para no perder seguridad si uno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Harvest now, decrypt later: capturar tráfico cifrado hoy para descifrarlo cuando existan cuánticas; amenaza los datos de larga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Qubit — Unidad cuántica que puede estar en superposición de estados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Qubit lógico — Qubit corregido de errores; hacen falta muchos físicos por cada uno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de Shor — Factoriza y resuelve logaritmos discretos; rompe RSA, DH y ECC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de Grover — Acelera búsqueda; reduce la simétrica a la mitad de 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PQC — Criptografía post-cuántica: resistente a ambos algoritmos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Harvest now, decrypt later — Capturar hoy para descifrar cuando exista la máquina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Uso experimental de primitivas PQC.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los algoritmos PQC disponibles. Con OpenSSL 3.5+ (o el proveedor OQS), lista los KEM y firmas post-cuánticas soportadas.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Encapsulado de clave con ML-KEM (si está disponible): genera un par, encapsula un secreto compartido y decapsúlalo; verifica que ambas partes obtienen el mismo secreto, análogo a un ECDH pero…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con ML-DSA: firma un documento y verifícalo; compara el tamaño de la firma y de las claves con Ed25519 (las PQC son notablemente mayores).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Handshake híbrido (concepto y demo). Deriva la clave de sesión combinando el secreto de X25519 con el de ML-KEM mediante HKDF; explica por qué el canal es seguro salvo que ambos se rompan.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impacto operativo: tamaños de clave/firma mayores, coste en ancho de banda y CPU, y compatibilidad. Discute qué datos priorizar por su vida útil.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Shor rompe ECC pero Grover no rompe AES.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parámetros simétricos para conservar 128 bits post-Grover.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tamaños de clave/firma de ML-DSA frente a Ed25519.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handshake híbrido X25519 + ML-KEM.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datos de tu organización son sensibles a "harvest now, decrypt later".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el estado de los estándares FIPS 203/204/205.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(o simula con las librerías disponibles) un intercambio de claves híbrido que derive la clave de sesión de X25519 y de un KEM post-cuántico mediante HKDF, y cifre un mensaje con AES-GCM.…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"Aún no hay cuánticas, no me afecta" — Ignora harvest-now-decrypt-later; migra datos de larga vida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Sustituir clásico por PQC sin híbrido — PQC es joven; usa esquemas híbridos durante la transición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mayor tamaño de claves/firmas — Impacta ancho de banda y almacenamiento; planifícalo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Reforzar RSA aumentando bits contra Shor — No sirve; migra a PQC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implementaciones PQC no auditadas en producción — Prefiere librerías estandarizadas y revisadas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llegará una computadora cuántica que rompa RSA?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incierto; podrían faltar muchos años. Pero los datos con vida útil larga ya están en riesgo por harvest-now-decrypt-later.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dejar de usar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con AES-256 conservas ~128 bits frente a Grover. La urgencia está en la cripto asimétrica.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uso ya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handshakes híbridos (X25519 + ML-KEM) donde tu stack lo soporte y planifica la firma con ML-DSA/SLH-DSA.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PQC: FIPS 203 (ML-KEM), 204 (ML-DSA), 205 (SLH-DSA) — &lt;https://csrc.nist.gov/projects/post-quantum-cryptography&gt;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 Quantum Safe — &lt;https://openquantumsafe.org/&gt;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Shor, "Polynomial-Time Algorithms for Prime Factorization" (1994).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d826502510abb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64" y="1097280"/>
            <a:ext cx="634647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