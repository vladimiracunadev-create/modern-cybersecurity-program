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0"/>
            <a:ext cx="8046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B3D2E"/>
                </a:solidFill>
              </a:rPr>
              <a:t>Clase 055 — PKI, certificados X.509 y autoridades de certificación</a:t>
            </a:r>
          </a:p>
          <a:p>
            <a:r>
              <a:rPr sz="1600">
                <a:solidFill>
                  <a:srgbClr val="2E8B57"/>
                </a:solidFill>
              </a:rPr>
              <a:t>parte 2 criptografia aplicada</a:t>
            </a:r>
          </a:p>
          <a:p>
            <a:r>
              <a:rPr sz="1200">
                <a:solidFill>
                  <a:srgbClr val="22282E"/>
                </a:solidFill>
              </a:rPr>
              <a:t>Programa de Ciberseguridad Moderna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🎯 Objetivo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Comprender cómo se resuelve el problema de "¿de quién es esta clave pública?" mediante la infraestructura de clave pública (PKI): certificados X.509, autoridades de certificación (CA), cadenas de…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📚 Resultados de aprendizaje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Al finalizar, el alumno podrá: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Describir la estructura de un certificado X.509 y sus campos clave.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Explicar la cadena de confianza (raíz → intermedia → hoja) y su validación.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Crear una CA propia, emitir un CSR y firmar un certificado con OpenSSL.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Comparar mecanismos de revocación (CRL, OCSP, OCSP stapling).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Identificar riesgos de PKI (CA comprometida, misemisión) y mitigaciones (CT, pinning).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🗺️ Temas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1 — Problema de confianza en claves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2 — Certificado X.509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3 — CA y cadena de confianza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4 — CSR y emisión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5 — Revocación (CRL/OCSP)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6 — Certificate Transparency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7 — Let's Encrypt / ACME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🧠 Explicación en profundidad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Tener una clave pública no sirve de nada si no sabes de quién es. Si un atacante te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entrega su clave diciendo que es la de tu banco, cifrarás para él y verificarás sus firmas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tan felizmente como lo harías con las auténticas. Ese es el problema de la distribución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 confianza, y la PKI es la respuesta industrial: una jerarquía de autoridades que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avalan, con su propia firma, que una clave pública pertenece a una identidad concreta.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vehículo de ese aval es el certificado X.509: un documento estructurado que contiene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la clave pública, el sujeto al que pertenece (Subject, y los nombres alternativos SAN,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📖 Definiciones y características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PKI: conjunto de roles, políticas y procedimientos para gestionar certificados de clave pública. Característica: escala la confianza mediante CAs.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Certificado X.509: documento firmado por una CA que vincula una identidad (dominio) con una clave pública, con validez y extensiones (SAN, uso de clave).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Autoridad de certificación (CA): entidad de confianza que firma certificados. Su clave raíz está preinstalada en sistemas y navegadores.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Cadena de confianza: raíz → intermedia(s) → hoja; se valida cada firma hasta un ancla de confianza.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CSR (Certificate Signing Request): solicitud que contiene la clave pública y datos del solicitante; la CA la firma.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CRL / OCSP: listas de revocación y consulta en línea del estado de un certificado. OCSP stapling adjunta la respuesta al handshake.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Certificate Transparency (CT): registros públicos y auditables de certificados emitidos, para detectar emisiones fraudulentas.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📔 Glosario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Término — Definición concisa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PKI — Infraestructura que vincula claves públicas con identidades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Certificado X.509 — Documento con clave pública, identidad y firma de la CA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Subject / SAN — Identidad del titular; los SAN son los nombres que se validan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CA — Autoridad de certificación que firma certificados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CA raíz — Certificado autofirmado preinstalado; anclaje de confianza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CA intermedia — Firma los certificados finales; protege la clave raíz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🧰 Herramientas y preparación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Toda la PKI es de laboratorio: son certificados propios que no serán confiados por navegadores reales, y así debe ser.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🧪 Laboratorio guiado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Crea tu CA raíz: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Genera clave y CSR del servidor: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Firma el certificado del servidor con la CA (con SAN):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Inspecciona y valida la cadena: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Explora Certificate Transparency. Consulta un registro público (por ejemplo crt.sh en el navegador) para un dominio y observa cuántos certificados se han emitido; discute cómo esto detecta…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✍️ Ejercicios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Enumera y explica cinco campos de un certificado X.509 real (openssl x509 -text).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Emite un certificado con varias entradas SAN y verifícalo.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Compara CRL, OCSP y OCSP stapling en latencia y privacidad.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Explica qué ocurre si se compromete la clave de una CA raíz.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Investiga el incidente de DigiNotar y sus consecuencias.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Describe el flujo ACME de Let's Encrypt paso a paso.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📝 Reto verificable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Construye una PKI de dos niveles (raíz + intermedia) y emite un certificado de servidor firmado por la intermedia; configura un servidor TLS de laboratorio que presente la cadena completa. Criterio…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⚠️ Errores comunes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unable to get local issuer certificate — Falta la intermedia; incluye la cadena completa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Navegador rechaza el certificado — CN sin SAN; los navegadores exigen SAN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certificate has expired — Validez vencida; reemite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Confiar en la raíz de laboratorio en producción — Nunca; usa CAs públicas reales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No revocar tras compromiso de clave — Publica CRL/OCSP y reemite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❓ Preguntas frecuentes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¿Por qué hay CAs intermedias?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Para proteger la raíz (offline) y limitar el daño si se compromete una intermedia, que puede revocarse.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¿Cómo confía mi navegador en un sitio?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Valida la cadena de firmas hasta una raíz de su almacén de confianza, comprueba validez, SAN y revocación.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¿Qué es el certificate pinning?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Fijar una clave/certificado esperado en la app para no depender solo de la PKI; reduce el riesgo de CA comprometida.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🔗 Referencias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IETF RFC 5280 (X.509) — &lt;https://www.rfc-editor.org/rfc/rfc5280&gt;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Wong, Real-World Cryptography, cap. 9.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RFC 6962 (Certificate Transparency) — &lt;https://www.rfc-editor.org/rfc/rfc6962&gt;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Let's Encrypt / ACME (RFC 8555) — &lt;https://letsencrypt.org/how-it-works/&gt;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0B3D2E"/>
                </a:solidFill>
              </a:rPr>
              <a:t>Diagrama de la clase</a:t>
            </a:r>
          </a:p>
        </p:txBody>
      </p:sp>
      <p:pic>
        <p:nvPicPr>
          <p:cNvPr id="3" name="Picture 2" descr="7b8915fb448d1c2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7471" y="1097280"/>
            <a:ext cx="7009057" cy="53035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