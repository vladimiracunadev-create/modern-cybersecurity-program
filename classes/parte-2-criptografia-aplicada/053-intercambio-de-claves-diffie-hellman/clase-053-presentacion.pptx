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053 — Intercambio de claves: Diffie-Hellman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dos partes que nunca se han visto pueden acordar una clave secreta compartida sobre un canal público, mediante Diffie-Hellman (DH) y su variante de curva elíptica (ECDH). El alumno…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protocolo DH paso a paso con números y explicar por qué funciona.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DH estático de efímero (DHE/ECDHE) y su relación con forward secrecy.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por qué DH sin autenticación cae ante MITM.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Derivar una clave de sesión a partir del secreto compartido con HKDF.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parámetros seguros (grupos MODP fuertes o X25519).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Problema del logaritmo discreto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DH clásico (grupos multiplicativos)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ECDH / X25519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Efímero vs estático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Derivación de clave (HKDF)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MITM y necesidad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Parámetros seguros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Diffie-Hellman (1976) es probablemente la idea más elegante de la criptografía: 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partes que nunca se han visto pueden acordar una clave secreta intercambiando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mensajes públicos, de modo que quien escuche toda la conversación no puede deducirla.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mecanismo se apoya en la conmutatividad de la exponenciación modular: se acuerdan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públicamente un primo grande p y un generador g; Alice elige un secreto a y envía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= gᵃ mod p; Bob elige b y envía B = gᵇ mod p; cada uno eleva lo recibido a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propio secreto y ambos obtienen gᵃᵇ mod p. El espía ve p, g, A y B, y para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Diffie-Hellman: protocolo donde cada parte elige un secreto, publica gˣ mod p y ambos calculan gˣʸ. Característica: acuerdan clave sin transmitirla.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Problema del logaritmo discreto: dado g, p y gˣ mod p, hallar x es inviable con parámetros grandes.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DHE / ECDHE (efímero): se genera un par nuevo por sesión; aporta forward secrecy.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Forward secrecy: comprometer la clave de largo plazo no descifra sesiones pasadas, porque los efímeros ya se descartaron.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HKDF: función de derivación (extract-then-expand) que convierte el secreto compartido en claves de longitud y propósito adecuados.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MITM: sin autenticación, un atacante intercepta y sustituye las claves públicas, estableciendo dos canales que él controla.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Grupos MODP / Curve25519: parámetros recomendados; evitar primos pequeños o de origen dudoso (Logjam).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Diffie-Hellman — Acuerdo de clave secreta mediante mensajes públicos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Logaritmo discreto — Hallar a conocidos g y gᵃ mod p; base de la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 y g — Primo y generador públicos que definen el grupo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compartido — gᵃᵇ mod p, al que llegan ambas partes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estático — Secreto fijo reutilizado; sin forward secrecy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DHE / ECDHE — Diffie-Hellman efímero: par nuevo por sesión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El MITM se simula solo entre procesos propios.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de juguete a mano. Con p=23, g=5, Alice elige a=6 y Bob b=15. Calcula A=5⁶ mod 23, B=5¹⁵ mod 23 y verifica que Bᵃ mod 23 = Aᵇ mod 23. Ese es el secreto compartido.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ECDH con X25519 y HKDF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MITM. Coloca un "atacante" entre A y B que reemplaza cada clave pública por la suya. Comprueba que A y B acaban con claves distintas que el atacante conoce → demuestra la necesidad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Forward secrecy. Genera efímeros por sesión y razona por qué revelar la clave estática no compromete sesiones antiguas.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DH de juguete con p=97, g=5 y valores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gˣʸ = gʸˣ permite el acuerdo.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el MITM y muéstralo funcionando en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ataque Logjam y qué grupos evitar.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dos claves (cifrado y MAC) del mismo secreto con HKDF e info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DHE clásico con ECDHE en rendimiento y tamaño.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handshake ECDHE autenticado: cada parte firma su clave pública efímera con Ed25519 (clave de largo plazo) y verifica la del otro antes de derivar la clave de sesión. Criterio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sin autenticación — Vulnerable a MITM; añade firmas o certificados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secreto DH directamente como clave — Deriva con HKDF; el secreto bruto no es uniforme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Grupos DH pequeños o compartidos débiles — Logjam; usa ≥2048 bits o X25519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estático sin forward secrecy — Compromiso futuro descifra el pasado; usa efímeros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el par efímero — Anula forward secrecy; genera uno por sesión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¿DH cifra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solo acuerda una clave. Luego cifras con AES/ChaCha20 usando esa clave derivada.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forward secrecy y por qué importa?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capturar tráfico hoy y robar la clave del servidor mañana no permite descifrarlo, gracias a los efímeros. TLS 1.3 lo exige.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¿DH resiste cuántica?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cae ante Shor, igual que RSA/ECC. De ahí la cripto post-cuántica.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5869 (HKDF) — &lt;https://www.rfc-editor.org/rfc/rfc5869&gt;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Adrian et al., "Imperfect Forward Secrecy / Logjam" — &lt;https://weakdh.org/&gt;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f74dc68ad8df4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92" y="1097280"/>
            <a:ext cx="478861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