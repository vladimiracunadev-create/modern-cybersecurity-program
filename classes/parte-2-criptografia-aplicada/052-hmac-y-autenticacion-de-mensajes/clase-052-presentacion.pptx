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052 — HMAC y autenticación de mensajes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código de autenticación de mensajes (MAC), por qué la integridad sin autenticación no basta, y cómo HMAC combina una función hash con una clave secreta para garantizar que un…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integridad de autenticación e identificar qué aporta un MAC.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construcción HMAC y por qué neutraliza la extensión de longitud.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y verificar HMAC con OpenSSL y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correctamente el patrón Encrypt-then-MAC.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comparación en tiempo constante para evitar timing.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MAC: definición y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Construcción HMAC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HMAC vs hash con clave concatenada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Encrypt-then-MAC vs MAC-then-Encrypt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Comparación en tiempo constante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Claves y rotación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HMAC en la práctica (JWT, APIs)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digest garantiza que un dato no cambió si el digest llegó por un canal fiable. Pero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viaja junto al mensaje, un atacante que altere el mensaje recalcula el digest y nadie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nota: un hash sin clave no aporta autenticidad ninguna. Un MAC (Message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Authentication Code) resuelve eso incorporando una clave secreta compartida: solo quien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conoce puede generar una etiqueta válida, así que verificarla prueba a la vez que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mensaje no se alteró y que proviene de alguien que posee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diferencia con una firma digital (clase 054) es el tipo de clave y su consecuencia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MAC: etiqueta que autentica un mensaje usando una clave secreta compartida. Característica: sin la clave no se puede falsificar.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HMAC: HMAC(k,m) = H((k⊕opad) || H((k⊕ipad) || m)). Seguro con cualquier hash decente, inmune a extensión de longitud.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 vs autenticación: un hash detecta cambios accidentales; un MAC detecta cambios maliciosos porque el atacante no tiene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Encrypt-then-MAC: cifrar y luego calcular el MAC sobre el texto cifrado. Patrón recomendado; permite rechazar sin descifrar.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Comparación en tiempo constante: comparar etiquetas sin salir antes en el primer byte distinto, evitando fugas temporales.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simétrica de MAC: debe ser distinta de la clave de cifrado y protegerse igual de bien.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 — Etiqueta con clave secreta que prueba integridad y origen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Autenticidad — Garantía de que el mensaje viene de quien dice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simétrica compartida — La misma clave genera y verifica el MAC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repudio — Imposibilidad de negar la autoría; el MAC no lo 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 — MAC estándar con dos pasadas de hash anidadas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ipad / opad — Constantes de relleno interno y externo de HMAC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local. Las claves de HMAC son de práctica.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 con OpenSSL: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 en Python y verificación segura: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manipulación: envía (mensaje, tag); el receptor recomputa el HMAC. Cambia un carácter del mensaje y comprueba que la verificación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Encrypt-then-MAC: cifra con AES-CBC, calcula HMAC-SHA256 sobre IV || ciphertext, y verifica el MAC antes de descifrar. Documenta por qué esto previene padding oracle (clase 060).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Timing (concepto): implementa una comparación ingenua byte a byte con salida temprana y razona por qué filtra información; sustitúyela por comparedigest.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hash(clave || mensaje) es inseguro y HMAC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Encrypt-then-MAC y verifica el MAC antes de descifrar.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se usan claves distintas para cifrar y para el MAC?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firma un JWT HS256 y verifica uno con tu HMAC.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que cambiar un bit del mensaje invalida el tag.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HMAC con los MAC integrados en AEAD (GCM/Poly1305).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canal autenticado sencillo: el emisor envía (IV, ciphertext, HMAC) y el receptor rechaza cualquier mensaje manipulado sin descifrarlo. Criterio de aceptación: alterar cualquier byte del…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MAC-then-Encrypt con CBC — Habilita padding oracle; usa Encrypt-then-MAC o AEAD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tags con == — Fuga de timing; usa comparedigest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la clave de cifrado como clave de MAC — Debilita ambas; deriva claves separadas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el MAC después de descifrar — Ya procesaste datos no autenticados; verifica 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simple como "firma" de API — No autentica origen; usa HMAC con clave secreta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¿HMAC o AEAD?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ya cifras, prefiere AEAD (GCM, ChaCha20-Poly1305), que integra el MAC. HMAC brilla para autenticar datos que no ciframos (tokens, webhooks).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HMAC-MD5?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HMAC-MD5 resiste mejor que MD5 solo, pero usa HMAC-SHA256 por buenas prácticas.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MAC da confidencialidad?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solo autenticidad e integridad. Combínalo con cifrado para confidencialidad.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2104 (HMAC) — &lt;https://www.rfc-editor.org/rfc/rfc2104&gt;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Ferguson, Schneier, Kohno, Cryptography Engineering, cap. 6–7.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198-1 (HMAC) — &lt;https://csrc.nist.gov/publications/detail/fips/198/1/final&gt;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"Cryptographic Storage Cheat Sheet".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762286e606202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419" y="1097280"/>
            <a:ext cx="277916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