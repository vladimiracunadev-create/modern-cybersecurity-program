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060 — Ataques criptográficos: padding oracle y timing</a:t>
            </a:r>
          </a:p>
          <a:p>
            <a:r>
              <a:rPr sz="1600">
                <a:solidFill>
                  <a:srgbClr val="2E8B57"/>
                </a:solidFill>
              </a:rPr>
              <a:t>parte 2 criptografia aplicada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que la mayoría de los sistemas criptográficos no se rompen atacando el algoritmo, sino explotando su implementación. El alumno estudiará dos familias emblemáticas: el ataque de padding…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cómo un padding oracle permite descifrar CBC byte a byte.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Montar un oráculo vulnerable de laboratorio y atacarlo de forma controlada.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ataques de timing sobre comparaciones y operaciones cripto.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mitigaciones: AEAD, verificación en tiempo constante, mensajes de error uniformes.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por qué "fallar cerrado y en tiempo constante" es esencial.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Ataques a la implementación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Padding PKCS#7 y su verificación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Padding oracle paso a paso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Ataques de timing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Comparación en tiempo constante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AEAD como defensa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Casos reales (POODLE, Lucky13)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Nadie ha roto AES. Sin embargo, se descifran mensajes protegidos con AES continuamente,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razón es que un sistema criptográfico no es solo un algoritmo: es también el código 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 ejecuta, los mensajes de error que devuelve y el tiempo que tarda en devolverlos. Un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canal lateral es cualquier información que se filtra por esos aspectos no previstos 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modelo matemático —tiempo, consumo eléctrico, comportamiento de la caché, radiación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electromagnética, o simplemente un mensaje de error distinto—. Esta clase enseña a verlos,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 es la más importante de la parte para escribir código real.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Canal lateral (side-channel): fuga de información por medios ajenos al algoritmo (tiempo, energía, errores). Característica: rompe cripto teóricamente segura.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Padding oracle: servicio que revela (por error o comportamiento) si el padding de un texto descifrado es válido, permitiendo recuperar el plano.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PKCS#7: esquema de relleno en CBC; su verificación distinta de otros errores crea el oráculo.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Ataque de timing: se infiere un secreto midiendo diferencias de tiempo de ejecución (p. ej. comparación con salida temprana).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Tiempo constante: código cuyo tiempo no depende de datos secretos; imprescindible en comparaciones y operaciones con claves.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Fallar cerrado: rechazar sin distinguir causas ni entregar datos parciales.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Lucky 13 / POODLE: ataques reales que explotaron padding y timing en TLS/CBC.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Canal lateral — Fuga por tiempo, consumo, caché o mensajes de error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Oráculo — Cualquier respuesta del sistema que revele algo sobre el secreto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Padding oracle — Oráculo que revela si el relleno era válido; descifra sin clave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PKCS#7 — Relleno cuya validez se puede comprobar y por tanto filtrar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Vaudenay (2002) — Descripción original del ataque de padding oracle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Ataque de timing — Explota que el tiempo dependa de datos secretos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Monta el oráculo en localhost. No apuntes las herramientas a ningún host externo.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Monta un oráculo vulnerable (laboratorio propio). Un pequeño servicio Flask descifra AES-CBC y responde "padding OK" o "padding inválido". Ese comportamiento distinguible es el oráculo.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Ataque de padding oracle. Implementa el ataque clásico: para cada bloque, manipula el bloque previo byte a byte hasta que el oráculo indique padding válido; despeja el "intermediate value" y recupera…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Mitígalo con AEAD. Reescribe el servicio con AES-GCM: ahora cualquier manipulación falla con InvalidTag de forma uniforme y el ataque deja de funcionar.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Timing en comparación de tokens. Implementa una comparación byte a byte con salida temprana y mide (con muchas repeticiones) que un token con más prefijo correcto tarda un poco más. Sustitúyela por…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las mitigaciones: AEAD, errores uniformes, comparación constante, y no exponer distinciones de fallo.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CBC + verificación de padding revela información.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Recupera un bloque con el oráculo de tu laboratorio y describe cada paso.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Demuestra empíricamente una diferencia de timing en una comparación ingenua.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Reescribe el servicio con AEAD y verifica que el ataque falla.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cómo Lucky 13 explotó timing en el MAC de TLS-CBC.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cómo unificar mensajes de error para no filtrar la causa.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 un oráculo de padding de laboratorio y recupera un texto plano completo sin la clave; luego aplica una mitigación (migrar a AEAD) y demuestra que el mismo ataque ya no recupera nada. Criterio de…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Mensajes de error distintos para padding vs MAC — Crea un oráculo; unifica errores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Comparación de tags con salida temprana — Timing; usa comparedigest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CBC sin autenticación — Vulnerable a padding oracle; usa AEAD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Logs que revelan la causa del fallo — Fuga; registra sin distinguir para el cliente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Descifrar antes de verificar integridad — Procesas datos manipulables; verifica primero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¿Basta con "esconder" los mensajes de error?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No; el timing u otros canales siguen filtrando. La solución real es AEAD y tiempo constante, no ocultar síntomas.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AEAD elimina el padding oracle?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verifica el tag antes de tocar el padding y falla de forma uniforme, sin revelar validez de relleno.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¿Los ataques de timing son realistas por red?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Sí; con suficientes mediciones y estadística se explotan incluso a través de la red (Lucky 13 lo demostró).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Vaudenay, "Security Flaws Induced by CBC Padding" (padding oracle original).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AlFardan &amp; Paterson, "Lucky Thirteen" — &lt;http://www.isg.rhul.ac.uk/tls/Lucky13.html&gt;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Aumasson, Serious Cryptography, cap. 4 y 9.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OWASP, "Padding Oracle Attack".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9dc5f61576b7d0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840" y="1097280"/>
            <a:ext cx="5730320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