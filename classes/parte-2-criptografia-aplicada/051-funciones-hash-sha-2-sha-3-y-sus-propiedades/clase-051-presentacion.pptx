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051 — Funciones hash: SHA-2, SHA-3 y sus propiedades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es una función hash criptográfica, qué tres propiedades debe cumplir (resistencia a preimagen, segunda preimagen y colisión), por qué MD5 y SHA-1 están rotos, y en qué se diferencian…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las propiedades de seguridad de una función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MD5 y SHA-1 no deben usarse (colisiones prácticas).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hashes con distintas familias y comparar salidas.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la construcción Merkle-Damgård (SHA-2) de la esponja (SHA-3).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el ataque de extensión de longitud y cómo evitarlo.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y qué no es un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Propiedades (preimagen, colisión)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Efecto avalancha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MD5 y SHA-1 rotos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SHA-2 y Merkle-Damgård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SHA-3 (esponja) y BLAKE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Extensión de longitud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función hash criptográfica toma una entrada de cualquier tamaño y produce una salida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tamaño fijo —el digest— de forma determinista. Y aquí conviene desactivar de entrada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malentendido más caro de toda la criptografía aplicada: un hash no es cifrado.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clave y no se puede invertir, porque la operación destruye información: infinitas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entradas comparten un mismo digest. "Desencriptar un MD5" no significa nada; lo que hacen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herramientas de crackeo es hashear candidatos hasta encontrar uno que coincida,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 problema completamente distinto.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hash criptográfica: transforma una entrada arbitraria en una salida fija (digest). Característica: determinista, rápida, unidireccional.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Resistencia a preimagen: dado h, es inviable hallar m con hash(m)=h.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Resistencia a segunda preimagen: dado m1, es inviable hallar m2≠m1 con igual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Resistencia a colisiones: es inviable hallar cualquier par m1≠m2 con igual hash (limitada por el cumpleaños: ~2^(n/2)).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Efecto avalancha: un cambio mínimo en la entrada altera drásticamente la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SHA-2: familia (SHA-256/384/512) con construcción Merkle-Damgård. Segura y ubicua.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SHA-3 / Keccak: construcción de esponja, inmune a extensión de longitud. BLAKE2/3: rápidas y modernas.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hash criptográfica — Salida de tamaño fijo, determinista y no invertible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Digest — Resultado de aplicar la función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Preimagen — Encontrar una entrada que produzca un digest dado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Segunda preimagen — Encontrar otra entrada con el mismo digest que una dada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Colisión — Dos entradas cualesquiera con el mismo digest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Efecto avalancha — Un bit de entrada cambia ~la mitad de los de salida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local. Los hashes se calculan sobre datos propios.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hashes de una cadena con varias familias: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Efecto avalancha: cambia una letra (hola → Hola) y compara el SHA-256; observa que casi todos los bits cambian.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Colisión de MD5 (histórica). Descarga los famosos bloques de colisión de MD5 (p. ej. los PDF de Marc Stevens) y verifica con md5sum que dos archivos distintos comparten hash. Nunca uses MD5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Integridad de archivos: genera sha256sum .iso &gt; SHA256SUMS y verifica con sha256sum -c SHA256SUMS.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Extensión de longitud (concepto). Explica por qué hash(clave || mensaje) con SHA-256 es vulnerable a extensión y por qué HMAC (clase 052) lo resuelve.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cuántos hashes necesitas para una colisión al 50 % en SHA-256 (paradoja del cumpleaños).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la integridad de una descarga comparando su SHA-256 publicado.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hash no sirve para cifrar (no es reversible ni tiene clave).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velocidad de SHA-256, SHA3-256 y BLAKE2b en tu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ataque SHAttered contra SHA-1 y su impacto en Git.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"prueba de descarga" con árbol de Merkle.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verificador de integridad que, dado un directorio, genere un manifiesto con el SHA-256 de cada archivo y luego detecte cualquier alteración. Criterio de aceptación: si modificas un solo…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MD5/SHA-1 para integridad de seguridad — Rotos; migra a SHA-256/SHA-3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"Ciframos con SHA-256" — Un hash no cifra; usa AES/ChaCha20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hash(clave\ —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de contraseña con SHA-256 simple — Demasiado rápido; usa Argon2/bcrypt (clase 057)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hashes con == en contexto sensible — Riesgo de timing; usa comparación constante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¿SHA-256 o SHA-3?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son seguros. SHA-3 aporta diversidad de diseño e inmunidad a extensión de longitud; SHA-2 sigue siendo perfectamente válido.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hash garantiza que nadie modificó el archivo?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si el hash se obtuvo por un canal confiable; si el atacante controla ambos, puede sustituirlos. Combínalo con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las colisiones importan si "es improbable"?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atacantes las fabrican intencionadamente (SHAttered); afectan firmas y control de versiones.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180-4 (SHA-2) — &lt;https://csrc.nist.gov/publications/detail/fips/180/4/final&gt;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202 (SHA-3) — &lt;https://csrc.nist.gov/publications/detail/fips/202/final&gt;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6–7.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Stevens et al., "SHAttered" — &lt;https://shattered.io/&gt;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f5c210a5b12cc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23" y="1097280"/>
            <a:ext cx="7726754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