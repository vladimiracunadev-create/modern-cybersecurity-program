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065 — Implementaciones seguras y errores criptográficos comunes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con la lección que unifica todo lo anterior: la criptografía se rompe en la implementación, no en las matemáticas. El alumno recopilará el catálogo de errores criptográficos comunes…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fallos criptográficos más comunes y su causa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fragmento de código en busca de anti-patrones cripto.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reglas de oro de implementación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las primitivas por defecto correctas para cada necesidad.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herramientas de detección (linters cripto, escáneres de secretos).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A02 Cryptographic Failures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Primitivas obsoletas (DES, MD5, ECB, RC4)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Nonces/IV mal gestionados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Aleatoriedad y claves hardcodeadas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Falta de autenticación (sin AEAD/MAC)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Comparaciones no constantes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Reglas de oro y "criptoagilidad"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vulnerabilidades criptográficas reales casi nunca vienen de romper AES o RSA. Vienen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usarlos mal, y por eso OWASP colocó Cryptographic Failures en el segundo puesto de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 10. Esta clase recoge los patrones de fallo que se repiten y los convierte en una lista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comprobación aplicable.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principio rector es incómodo para el ego pero salva sistemas: no diseñes ni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implementes primitivas propias. Usa bibliotecas maduras y, mejor todavía, bibliotecas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alto nivel con pocas decisiones —libsodium, Tink, cryptography de Python en su capa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Cryptographic Failures (OWASP A02): categoría que agrupa el uso de cripto débil, mal configurada o ausente que expone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Criptoagilidad: capacidad de un sistema para cambiar algoritmos y claves sin rediseñarse; clave para la migración PQC.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Anti-patrón cripto: práctica insegura recurrente (ECB, IV fijo, clave en código, hash rápido para contraseñas, comparación con ==).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Defaults seguros: elegir de fábrica AEAD, KDFs lentas y curvas modernas para que el camino fácil sea el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implementación: todo el código que rodea la primitiva (padding, parsing, manejo de errores) donde suelen estar los bugs.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Fail closed: ante error, denegar sin exponer datos ni detalles.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del ciclo de vida de claves: generación, distribución, rotación y destrucción seguras.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A02 — Cryptographic Failures: categoría del Top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inventes criptografía — Usar bibliotecas maduras en vez de implementaciones propias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de alto nivel — Biblioteca que no deja elegir modo, relleno ni IV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libsodium / Tink / age — Bibliotecas con el camino fácil ya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obsoleta — DES, 3DES, MD5, SHA-1, RC4, ECB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predecible — Vector de inicialización fijo o adivinable en CBC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sobre código propio o autorizado.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de código guiada. Toma este fragmento vulnerable y detecta todos los fallos: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Identifica: clave en código, ECB, sin autenticación, IV fijo, PRNG inseguro, comparación no constante y MD5 para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Reescríbelo de forma segura: clave desde KMS/Vault o variable de entorno, AES-GCM (AEAD) con nonce del CSPRNG, secrets para tokens, hmac.comparedigest, Argon2id para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Escáneres estáticos. Corre bandit sobre el archivo y gitleaks/semgrep para detectar la clave hardcodeada; compara hallazgos con tu revisión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Checklist de criptoagilidad. Verifica que tu diseño permite cambiar algoritmo/clave por configuración y versiona el formato de los mensajes cifrados.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 de dependencias. Comprueba que usas librerías mantenidas (cryptography, libsodium) y no implementaciones caseras de primitivas.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siete anti-patrones cripto y su corrección.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fragmento vulnerable del laboratorio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bandit y explica cada advertencia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formato de mensaje cifrado con versión para criptoagilidad.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una configuración TLS y una de almacenamiento de contraseñas juntas.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guía interna de "reglas de oro cripto" para tu equipo.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módulo con al menos cinco fallos criptográficos (el del laboratorio u otro que construyas) y entrégalo corregido: AEAD, nonces del CSPRNG, claves fuera del código, Argon2id para contraseñas y…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Clave/secreto en el repositorio — Muévelo a KMS/Vault/variables; escanea el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ECB o cifrado sin autenticar — Usa AEAD (GCM/ChaCha20-Poly1305)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IV/nonce fijo o reutilizado — Genera con CSPRNG; garantiza unicidad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MD5/SHA-1/DES/RC4 en uso — Sustituye por SHA-256/3, AES-GCM, Argon2id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Comparaciones con == de secretos — Usa comparedigest/verificadores de la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"Cripto propia" sin auditar — Usa librerías estándar bien mantenidas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regla más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inventes tu propia cripto: usa primitivas y librerías auditadas con defaults seguros (AEAD, KDFs lentas, curvas modernas).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estos fallos a escala?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 revisión manual con escáneres (bandit, semgrep, gitleaks) integrados en CI, y auditorías periódicas de TLS y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criptoagilidad y por qué me importa ahora?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Poder cambiar algoritmos y claves sin rediseñar; será imprescindible en la migración post-cuántica y ante cualquier primitiva que se debilite.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A02:2021 Cryptographic Failures — &lt;https://owasp.org/Top10/A022021-CryptographicFailures/&gt;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 (todo el libro).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8, 13 y 16.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Cryptographic Storage Cheat Sheet — &lt;https://cheatsheetseries.owasp.org/cheatsheets/CryptographicStorageCheatSheet.html&gt;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74b647f174f8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8940"/>
            <a:ext cx="822960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