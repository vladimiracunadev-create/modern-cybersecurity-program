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244 — Políticas como código con OPA</a:t>
            </a:r>
          </a:p>
          <a:p>
            <a:r>
              <a:rPr sz="1600">
                <a:solidFill>
                  <a:srgbClr val="2E8B57"/>
                </a:solidFill>
              </a:rPr>
              <a:t>parte 11 devsecops y seguridad del sdlc</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Expresar las reglas de seguridad y cumplimiento como código versionable, testeable y</a:t>
            </a:r>
          </a:p>
          <a:p>
            <a:pPr>
              <a:spcAft>
                <a:spcPts val="600"/>
              </a:spcAft>
            </a:pPr>
            <a:r>
              <a:rPr sz="1500">
                <a:solidFill>
                  <a:srgbClr val="22282E"/>
                </a:solidFill>
              </a:rPr>
              <a:t>•  auditable en vez de como documentos o revisiones manuales. Con Open Policy Agent (OPA) y su</a:t>
            </a:r>
          </a:p>
          <a:p>
            <a:pPr>
              <a:spcAft>
                <a:spcPts val="600"/>
              </a:spcAft>
            </a:pPr>
            <a:r>
              <a:rPr sz="1500">
                <a:solidFill>
                  <a:srgbClr val="22282E"/>
                </a:solidFill>
              </a:rPr>
              <a:t>•  lenguaje Rego escribiremos políticas que validan configuración de infraestructura (Terraform,</a:t>
            </a:r>
          </a:p>
          <a:p>
            <a:pPr>
              <a:spcAft>
                <a:spcPts val="600"/>
              </a:spcAft>
            </a:pPr>
            <a:r>
              <a:rPr sz="1500">
                <a:solidFill>
                  <a:srgbClr val="22282E"/>
                </a:solidFill>
              </a:rPr>
              <a:t>•  Kubernetes), Dockerfiles y pipelines, y las integraremos como gate en CI con Conftest.</a:t>
            </a:r>
          </a:p>
          <a:p>
            <a:pPr>
              <a:spcAft>
                <a:spcPts val="600"/>
              </a:spcAft>
            </a:pPr>
            <a:r>
              <a:rPr sz="1500">
                <a:solidFill>
                  <a:srgbClr val="22282E"/>
                </a:solidFill>
              </a:rPr>
              <a:t>•  "Policy as Code" hace que el cumplimiento sea automático, consistente y no dependa de que</a:t>
            </a:r>
          </a:p>
          <a:p>
            <a:pPr>
              <a:spcAft>
                <a:spcPts val="600"/>
              </a:spcAft>
            </a:pPr>
            <a:r>
              <a:rPr sz="1500">
                <a:solidFill>
                  <a:srgbClr val="22282E"/>
                </a:solidFill>
              </a:rPr>
              <a:t>•  alguien recuerde revisarlo.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qué es policy as code y por qué desacopla decisión de aplicación (PDP/PEP).</a:t>
            </a:r>
          </a:p>
          <a:p>
            <a:pPr>
              <a:spcAft>
                <a:spcPts val="600"/>
              </a:spcAft>
            </a:pPr>
            <a:r>
              <a:rPr sz="1500">
                <a:solidFill>
                  <a:srgbClr val="22282E"/>
                </a:solidFill>
              </a:rPr>
              <a:t>•  Escribir políticas en Rego con reglas deny/allow y mensajes claros.</a:t>
            </a:r>
          </a:p>
          <a:p>
            <a:pPr>
              <a:spcAft>
                <a:spcPts val="600"/>
              </a:spcAft>
            </a:pPr>
            <a:r>
              <a:rPr sz="1500">
                <a:solidFill>
                  <a:srgbClr val="22282E"/>
                </a:solidFill>
              </a:rPr>
              <a:t>•  Evaluar manifiestos (Kubernetes, Terraform plan, Dockerfile) con Conftest.</a:t>
            </a:r>
          </a:p>
          <a:p>
            <a:pPr>
              <a:spcAft>
                <a:spcPts val="600"/>
              </a:spcAft>
            </a:pPr>
            <a:r>
              <a:rPr sz="1500">
                <a:solidFill>
                  <a:srgbClr val="22282E"/>
                </a:solidFill>
              </a:rPr>
              <a:t>•  Testear las políticas con casos positivos y negativos.</a:t>
            </a:r>
          </a:p>
          <a:p>
            <a:pPr>
              <a:spcAft>
                <a:spcPts val="600"/>
              </a:spcAft>
            </a:pPr>
            <a:r>
              <a:rPr sz="1500">
                <a:solidFill>
                  <a:srgbClr val="22282E"/>
                </a:solidFill>
              </a:rPr>
              <a:t>•  Integrar las políticas como gate obligatorio en el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Policy as Code: motivación</a:t>
            </a:r>
          </a:p>
          <a:p>
            <a:pPr>
              <a:spcAft>
                <a:spcPts val="600"/>
              </a:spcAft>
            </a:pPr>
            <a:r>
              <a:rPr sz="1500">
                <a:solidFill>
                  <a:srgbClr val="22282E"/>
                </a:solidFill>
              </a:rPr>
              <a:t>•  2 — OPA y el modelo PDP/PEP</a:t>
            </a:r>
          </a:p>
          <a:p>
            <a:pPr>
              <a:spcAft>
                <a:spcPts val="600"/>
              </a:spcAft>
            </a:pPr>
            <a:r>
              <a:rPr sz="1500">
                <a:solidFill>
                  <a:srgbClr val="22282E"/>
                </a:solidFill>
              </a:rPr>
              <a:t>•  3 — Rego básico</a:t>
            </a:r>
          </a:p>
          <a:p>
            <a:pPr>
              <a:spcAft>
                <a:spcPts val="600"/>
              </a:spcAft>
            </a:pPr>
            <a:r>
              <a:rPr sz="1500">
                <a:solidFill>
                  <a:srgbClr val="22282E"/>
                </a:solidFill>
              </a:rPr>
              <a:t>•  4 — Conftest</a:t>
            </a:r>
          </a:p>
          <a:p>
            <a:pPr>
              <a:spcAft>
                <a:spcPts val="600"/>
              </a:spcAft>
            </a:pPr>
            <a:r>
              <a:rPr sz="1500">
                <a:solidFill>
                  <a:srgbClr val="22282E"/>
                </a:solidFill>
              </a:rPr>
              <a:t>•  5 — Casos: K8s, Terraform, Docker</a:t>
            </a:r>
          </a:p>
          <a:p>
            <a:pPr>
              <a:spcAft>
                <a:spcPts val="600"/>
              </a:spcAft>
            </a:pPr>
            <a:r>
              <a:rPr sz="1500">
                <a:solidFill>
                  <a:srgbClr val="22282E"/>
                </a:solidFill>
              </a:rPr>
              <a:t>•  6 — Testear políticas</a:t>
            </a:r>
          </a:p>
          <a:p>
            <a:pPr>
              <a:spcAft>
                <a:spcPts val="600"/>
              </a:spcAft>
            </a:pPr>
            <a:r>
              <a:rPr sz="1500">
                <a:solidFill>
                  <a:srgbClr val="22282E"/>
                </a:solidFill>
              </a:rPr>
              <a:t>•  7 — Gatekeeper (admisión K8s)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Política como código expresa decisiones en un lenguaje versionable y comprobable. OPA recibe entrada estructurada y datos, evalúa reglas Rego y devuelve una decisión; no ejecuta por sí mismo el…</a:t>
            </a:r>
          </a:p>
          <a:p>
            <a:pPr>
              <a:spcAft>
                <a:spcPts val="600"/>
              </a:spcAft>
            </a:pPr>
            <a:r>
              <a:rPr sz="1500">
                <a:solidFill>
                  <a:srgbClr val="22282E"/>
                </a:solidFill>
              </a:rPr>
              <a:t>•  El diagrama distingue el PDP que decide del PEP que aplica. Si CI informa una denegación pero permite continuar, la política no está siendo impuesta. Si admisión bloquea sin mecanismo de emergencia…</a:t>
            </a:r>
          </a:p>
          <a:p>
            <a:pPr>
              <a:spcAft>
                <a:spcPts val="600"/>
              </a:spcAft>
            </a:pPr>
            <a:r>
              <a:rPr sz="1500">
                <a:solidFill>
                  <a:srgbClr val="22282E"/>
                </a:solidFill>
              </a:rPr>
              <a:t>•  Una regla debe describir una propiedad observable, no una intención vaga. «Los contenedores no deben ser privilegiados» puede evaluarse; «la carga debe ser segura» no. El resultado debería incluir…</a:t>
            </a:r>
          </a:p>
          <a:p>
            <a:pPr>
              <a:spcAft>
                <a:spcPts val="600"/>
              </a:spcAft>
            </a:pPr>
            <a:r>
              <a:rPr sz="1500">
                <a:solidFill>
                  <a:srgbClr val="22282E"/>
                </a:solidFill>
              </a:rPr>
              <a:t>•  Las pruebas cubren casos permitidos, denegados, datos ausentes y excepciones. Un cambio de política se revisa como código porque puede ampliar o restringir acceso en cientos de recursos. Conviene…</a:t>
            </a:r>
          </a:p>
          <a:p>
            <a:pPr>
              <a:spcAft>
                <a:spcPts val="600"/>
              </a:spcAft>
            </a:pPr>
            <a:r>
              <a:rPr sz="1500">
                <a:solidFill>
                  <a:srgbClr val="22282E"/>
                </a:solidFill>
              </a:rPr>
              <a:t>•  OPA decide solo con la información recibida. Un manifiesto puede declarar runAsNonRoot, pero no demostrar que la imagen funciona de esa manera; una política de región no sabe si el dato tiene una…</a:t>
            </a:r>
          </a:p>
          <a:p>
            <a:pPr>
              <a:spcAft>
                <a:spcPts val="600"/>
              </a:spcAft>
            </a:pPr>
            <a:r>
              <a:rPr sz="1500">
                <a:solidFill>
                  <a:srgbClr val="22282E"/>
                </a:solidFill>
              </a:rPr>
              <a:t>•  Una organización bloquea cualquier LoadBalancer, afectando servicios internos de una plataforma administrada. La intención era impedir exposición pública. Se redefine la propiedad usando clase…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 operativo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útil</a:t>
            </a:r>
          </a:p>
          <a:p>
            <a:pPr>
              <a:spcAft>
                <a:spcPts val="600"/>
              </a:spcAft>
            </a:pPr>
            <a:r>
              <a:rPr sz="1500">
                <a:solidFill>
                  <a:srgbClr val="22282E"/>
                </a:solidFill>
              </a:rPr>
              <a:t>•  PDP — Componente que calcula una decisión de política.</a:t>
            </a:r>
          </a:p>
          <a:p>
            <a:pPr>
              <a:spcAft>
                <a:spcPts val="600"/>
              </a:spcAft>
            </a:pPr>
            <a:r>
              <a:rPr sz="1500">
                <a:solidFill>
                  <a:srgbClr val="22282E"/>
                </a:solidFill>
              </a:rPr>
              <a:t>•  PEP — Componente que hace cumplir esa decisión.</a:t>
            </a:r>
          </a:p>
          <a:p>
            <a:pPr>
              <a:spcAft>
                <a:spcPts val="600"/>
              </a:spcAft>
            </a:pPr>
            <a:r>
              <a:rPr sz="1500">
                <a:solidFill>
                  <a:srgbClr val="22282E"/>
                </a:solidFill>
              </a:rPr>
              <a:t>•  Rego — Lenguaje declarativo usado por OPA.</a:t>
            </a:r>
          </a:p>
          <a:p>
            <a:pPr>
              <a:spcAft>
                <a:spcPts val="600"/>
              </a:spcAft>
            </a:pPr>
            <a:r>
              <a:rPr sz="1500">
                <a:solidFill>
                  <a:srgbClr val="22282E"/>
                </a:solidFill>
              </a:rPr>
              <a:t>•  Input — Documento evaluado en una consulta concreta.</a:t>
            </a:r>
          </a:p>
          <a:p>
            <a:pPr>
              <a:spcAft>
                <a:spcPts val="600"/>
              </a:spcAft>
            </a:pPr>
            <a:r>
              <a:rPr sz="1500">
                <a:solidFill>
                  <a:srgbClr val="22282E"/>
                </a:solidFill>
              </a:rPr>
              <a:t>•  Data — Información auxiliar confiable usada por las reglas.</a:t>
            </a:r>
          </a:p>
          <a:p>
            <a:pPr>
              <a:spcAft>
                <a:spcPts val="600"/>
              </a:spcAft>
            </a:pPr>
            <a:r>
              <a:rPr sz="1500">
                <a:solidFill>
                  <a:srgbClr val="22282E"/>
                </a:solidFill>
              </a:rPr>
              <a:t>•  Audit mode — Evaluación y registro sin bloqueo, útil para adopción gradual.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Criterio de dominio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Existe dominio cuando el alumno formula una propiedad evaluable, implementa reglas y pruebas positivas/negativas, explica dónde se aplica la decisión, diseña excepciones temporales y reconoce qué…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Policy as Code: expresar reglas como código versionado y probado. Característica: revisable en PRs, con historial y tests, no en un PDF.</a:t>
            </a:r>
          </a:p>
          <a:p>
            <a:pPr>
              <a:spcAft>
                <a:spcPts val="600"/>
              </a:spcAft>
            </a:pPr>
            <a:r>
              <a:rPr sz="1500">
                <a:solidFill>
                  <a:srgbClr val="22282E"/>
                </a:solidFill>
              </a:rPr>
              <a:t>•  OPA: motor de políticas de propósito general. Característica: recibe input JSON y una consulta, devuelve una decisión.</a:t>
            </a:r>
          </a:p>
          <a:p>
            <a:pPr>
              <a:spcAft>
                <a:spcPts val="600"/>
              </a:spcAft>
            </a:pPr>
            <a:r>
              <a:rPr sz="1500">
                <a:solidFill>
                  <a:srgbClr val="22282E"/>
                </a:solidFill>
              </a:rPr>
              <a:t>•  Rego: lenguaje declarativo de OPA. Característica: se centra en describir qué es válido/denegado, no en el cómo.</a:t>
            </a:r>
          </a:p>
          <a:p>
            <a:pPr>
              <a:spcAft>
                <a:spcPts val="600"/>
              </a:spcAft>
            </a:pPr>
            <a:r>
              <a:rPr sz="1500">
                <a:solidFill>
                  <a:srgbClr val="22282E"/>
                </a:solidFill>
              </a:rPr>
              <a:t>•  PDP/PEP: Policy Decision Point (decide) y Policy Enforcement Point (aplica). Característica: OPA es el PDP; el pipeline o el clúster es el PEP.</a:t>
            </a:r>
          </a:p>
          <a:p>
            <a:pPr>
              <a:spcAft>
                <a:spcPts val="600"/>
              </a:spcAft>
            </a:pPr>
            <a:r>
              <a:rPr sz="1500">
                <a:solidFill>
                  <a:srgbClr val="22282E"/>
                </a:solidFill>
              </a:rPr>
              <a:t>•  Conftest: herramienta que usa OPA para validar archivos de configuración. Característica: ideal como gate de CI sobre YAML/JSON/HCL/Dockerfile.</a:t>
            </a:r>
          </a:p>
          <a:p>
            <a:pPr>
              <a:spcAft>
                <a:spcPts val="600"/>
              </a:spcAft>
            </a:pPr>
            <a:r>
              <a:rPr sz="1500">
                <a:solidFill>
                  <a:srgbClr val="22282E"/>
                </a:solidFill>
              </a:rPr>
              <a:t>•  Gatekeeper: controlador de admisión de Kubernetes basado en OPA. Característica: aplica políticas en runtime al crear recursos.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OPA (binario opa) para evaluar y testear Rego.</a:t>
            </a:r>
          </a:p>
          <a:p>
            <a:pPr>
              <a:spcAft>
                <a:spcPts val="600"/>
              </a:spcAft>
            </a:pPr>
            <a:r>
              <a:rPr sz="1500">
                <a:solidFill>
                  <a:srgbClr val="22282E"/>
                </a:solidFill>
              </a:rPr>
              <a:t>•  Conftest para validar configuración en el pipeline.</a:t>
            </a:r>
          </a:p>
          <a:p>
            <a:pPr>
              <a:spcAft>
                <a:spcPts val="600"/>
              </a:spcAft>
            </a:pPr>
            <a:r>
              <a:rPr sz="1500">
                <a:solidFill>
                  <a:srgbClr val="22282E"/>
                </a:solidFill>
              </a:rPr>
              <a:t>•  OPA Gatekeeper (opcional) para admisión en Kubernetes.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Escribe una política que prohíba contenedores privilegiados en Kubernetes. Crea policy/security.rego:</a:t>
            </a:r>
          </a:p>
          <a:p>
            <a:pPr>
              <a:spcAft>
                <a:spcPts val="600"/>
              </a:spcAft>
            </a:pPr>
            <a:r>
              <a:rPr sz="1500">
                <a:solidFill>
                  <a:srgbClr val="22282E"/>
                </a:solidFill>
              </a:rPr>
              <a:t>•  Evalúa un manifiesto con Conftest:</a:t>
            </a:r>
          </a:p>
          <a:p>
            <a:pPr>
              <a:spcAft>
                <a:spcPts val="600"/>
              </a:spcAft>
            </a:pPr>
            <a:r>
              <a:rPr sz="1500">
                <a:solidFill>
                  <a:srgbClr val="22282E"/>
                </a:solidFill>
              </a:rPr>
              <a:t>•  Debe fallar si el deployment es privilegiado o carece de limits.</a:t>
            </a:r>
          </a:p>
          <a:p>
            <a:pPr>
              <a:spcAft>
                <a:spcPts val="600"/>
              </a:spcAft>
            </a:pPr>
            <a:r>
              <a:rPr sz="1500">
                <a:solidFill>
                  <a:srgbClr val="22282E"/>
                </a:solidFill>
              </a:rPr>
              <a:t>•  Testea la política. Crea policy/securitytest.rego con un input que debe pasar y otro que debe denegar; ejecútalos:</a:t>
            </a:r>
          </a:p>
          <a:p>
            <a:pPr>
              <a:spcAft>
                <a:spcPts val="600"/>
              </a:spcAft>
            </a:pPr>
            <a:r>
              <a:rPr sz="1500">
                <a:solidFill>
                  <a:srgbClr val="22282E"/>
                </a:solidFill>
              </a:rPr>
              <a:t>•  Política para Dockerfile. Escribe una regla que deniegue USER root o la ausencia de instrucción USER y valídala con Conftest sobre el Dockerfile parseado.</a:t>
            </a:r>
          </a:p>
          <a:p>
            <a:pPr>
              <a:spcAft>
                <a:spcPts val="600"/>
              </a:spcAft>
            </a:pPr>
            <a:r>
              <a:rPr sz="1500">
                <a:solidFill>
                  <a:srgbClr val="22282E"/>
                </a:solidFill>
              </a:rPr>
              <a:t>•  Política para Terraform. Ejecuta terraform plan -out tfplan &amp;&amp; terraform show -json tfplan &gt; plan.json y escribe una política que deniegue buckets S3 públicos; valida con Conftest.</a:t>
            </a:r>
          </a:p>
          <a:p>
            <a:pPr>
              <a:spcAft>
                <a:spcPts val="600"/>
              </a:spcAft>
            </a:pPr>
            <a:r>
              <a:rPr sz="1500">
                <a:solidFill>
                  <a:srgbClr val="22282E"/>
                </a:solidFill>
              </a:rPr>
              <a:t>•  Integra el gate en CI. Añade un job que corra conftest test sobre los manifiestos y falle el build ante cualquier deny.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Escribe una política que exija que todo Deployment corra como no-root.</a:t>
            </a:r>
          </a:p>
          <a:p>
            <a:pPr>
              <a:spcAft>
                <a:spcPts val="600"/>
              </a:spcAft>
            </a:pPr>
            <a:r>
              <a:rPr sz="1500">
                <a:solidFill>
                  <a:srgbClr val="22282E"/>
                </a:solidFill>
              </a:rPr>
              <a:t>•  Añade una regla que prohíba imágenes con tag :latest.</a:t>
            </a:r>
          </a:p>
          <a:p>
            <a:pPr>
              <a:spcAft>
                <a:spcPts val="600"/>
              </a:spcAft>
            </a:pPr>
            <a:r>
              <a:rPr sz="1500">
                <a:solidFill>
                  <a:srgbClr val="22282E"/>
                </a:solidFill>
              </a:rPr>
              <a:t>•  Crea tests positivos y negativos para tus políticas con opa test.</a:t>
            </a:r>
          </a:p>
          <a:p>
            <a:pPr>
              <a:spcAft>
                <a:spcPts val="600"/>
              </a:spcAft>
            </a:pPr>
            <a:r>
              <a:rPr sz="1500">
                <a:solidFill>
                  <a:srgbClr val="22282E"/>
                </a:solidFill>
              </a:rPr>
              <a:t>•  Valida un terraform plan en JSON con una política de red.</a:t>
            </a:r>
          </a:p>
          <a:p>
            <a:pPr>
              <a:spcAft>
                <a:spcPts val="600"/>
              </a:spcAft>
            </a:pPr>
            <a:r>
              <a:rPr sz="1500">
                <a:solidFill>
                  <a:srgbClr val="22282E"/>
                </a:solidFill>
              </a:rPr>
              <a:t>•  Integra Conftest como gate obligatorio en un pipeline.</a:t>
            </a:r>
          </a:p>
          <a:p>
            <a:pPr>
              <a:spcAft>
                <a:spcPts val="600"/>
              </a:spcAft>
            </a:pPr>
            <a:r>
              <a:rPr sz="1500">
                <a:solidFill>
                  <a:srgbClr val="22282E"/>
                </a:solidFill>
              </a:rPr>
              <a:t>•  Traduce una de tus políticas a una Constraint de Gatekeeper.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Implementa un conjunto de políticas como código con tests y gate en CI.</a:t>
            </a:r>
          </a:p>
          <a:p>
            <a:pPr>
              <a:spcAft>
                <a:spcPts val="600"/>
              </a:spcAft>
            </a:pPr>
            <a:r>
              <a:rPr sz="1500">
                <a:solidFill>
                  <a:srgbClr val="22282E"/>
                </a:solidFill>
              </a:rPr>
              <a:t>•  Criterio de aceptación: (a) existen al menos tres políticas Rego que validan configuración</a:t>
            </a:r>
          </a:p>
          <a:p>
            <a:pPr>
              <a:spcAft>
                <a:spcPts val="600"/>
              </a:spcAft>
            </a:pPr>
            <a:r>
              <a:rPr sz="1500">
                <a:solidFill>
                  <a:srgbClr val="22282E"/>
                </a:solidFill>
              </a:rPr>
              <a:t>•  real (K8s/Terraform/Dockerfile); (b) cada política tiene tests positivos y negativos que pasan</a:t>
            </a:r>
          </a:p>
          <a:p>
            <a:pPr>
              <a:spcAft>
                <a:spcPts val="600"/>
              </a:spcAft>
            </a:pPr>
            <a:r>
              <a:rPr sz="1500">
                <a:solidFill>
                  <a:srgbClr val="22282E"/>
                </a:solidFill>
              </a:rPr>
              <a:t>•  con opa test; (c) Conftest corre como gate en CI y rompe el build ante violaciones; y (d) los</a:t>
            </a:r>
          </a:p>
          <a:p>
            <a:pPr>
              <a:spcAft>
                <a:spcPts val="600"/>
              </a:spcAft>
            </a:pPr>
            <a:r>
              <a:rPr sz="1500">
                <a:solidFill>
                  <a:srgbClr val="22282E"/>
                </a:solidFill>
              </a:rPr>
              <a:t>•  mensajes de deny son claros y accionables para quien los recibe.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política no deniega nada — El input no tiene la forma esperada. Inspecciona con conftest parse o opa eval.</a:t>
            </a:r>
          </a:p>
          <a:p>
            <a:pPr>
              <a:spcAft>
                <a:spcPts val="600"/>
              </a:spcAft>
            </a:pPr>
            <a:r>
              <a:rPr sz="1500">
                <a:solidFill>
                  <a:srgbClr val="22282E"/>
                </a:solidFill>
              </a:rPr>
              <a:t>•  Rego lanza "multiple assignments" — Reusaste una variable con =. Usa := para asignación y nombres únicos.</a:t>
            </a:r>
          </a:p>
          <a:p>
            <a:pPr>
              <a:spcAft>
                <a:spcPts val="600"/>
              </a:spcAft>
            </a:pPr>
            <a:r>
              <a:rPr sz="1500">
                <a:solidFill>
                  <a:srgbClr val="22282E"/>
                </a:solidFill>
              </a:rPr>
              <a:t>•  Falsos denies en recursos válidos — Regla demasiado amplia. Acota con condiciones de kind/campos y añade tests.</a:t>
            </a:r>
          </a:p>
          <a:p>
            <a:pPr>
              <a:spcAft>
                <a:spcPts val="600"/>
              </a:spcAft>
            </a:pPr>
            <a:r>
              <a:rPr sz="1500">
                <a:solidFill>
                  <a:srgbClr val="22282E"/>
                </a:solidFill>
              </a:rPr>
              <a:t>•  Nadie entiende por qué falló el gate — Mensajes de deny genéricos. Usa sprintf con nombre del recurso y razón.</a:t>
            </a:r>
          </a:p>
          <a:p>
            <a:pPr>
              <a:spcAft>
                <a:spcPts val="600"/>
              </a:spcAft>
            </a:pPr>
            <a:r>
              <a:rPr sz="1500">
                <a:solidFill>
                  <a:srgbClr val="22282E"/>
                </a:solidFill>
              </a:rPr>
              <a:t>•  La política pasa en local pero no en CI — Distinto path de políticas o formato de input. Alinea el comando conftest y el parseo.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¿Conftest y Gatekeeper hacen lo mismo?</a:t>
            </a:r>
          </a:p>
          <a:p>
            <a:pPr>
              <a:spcAft>
                <a:spcPts val="600"/>
              </a:spcAft>
            </a:pPr>
            <a:r>
              <a:rPr sz="1500">
                <a:solidFill>
                  <a:srgbClr val="22282E"/>
                </a:solidFill>
              </a:rPr>
              <a:t>•  Comparten OPA/Rego, pero Conftest valida archivos en el pipeline (shift-left) y Gatekeeper aplica políticas en el clúster en runtime (admisión). Se complementan: defensa en profundidad.</a:t>
            </a:r>
          </a:p>
          <a:p>
            <a:pPr>
              <a:spcAft>
                <a:spcPts val="600"/>
              </a:spcAft>
            </a:pPr>
            <a:r>
              <a:rPr sz="1500">
                <a:solidFill>
                  <a:srgbClr val="22282E"/>
                </a:solidFill>
              </a:rPr>
              <a:t>•  ❓ ¿Rego es difícil de aprender?</a:t>
            </a:r>
          </a:p>
          <a:p>
            <a:pPr>
              <a:spcAft>
                <a:spcPts val="600"/>
              </a:spcAft>
            </a:pPr>
            <a:r>
              <a:rPr sz="1500">
                <a:solidFill>
                  <a:srgbClr val="22282E"/>
                </a:solidFill>
              </a:rPr>
              <a:t>•  Tiene una curva por ser declarativo, pero para políticas de seguridad el patrón deny[msg] { condiciones } cubre la mayoría de casos. Empieza copiando ejemplos de la librería de la comunidad.</a:t>
            </a:r>
          </a:p>
          <a:p>
            <a:pPr>
              <a:spcAft>
                <a:spcPts val="600"/>
              </a:spcAft>
            </a:pPr>
            <a:r>
              <a:rPr sz="1500">
                <a:solidFill>
                  <a:srgbClr val="22282E"/>
                </a:solidFill>
              </a:rPr>
              <a:t>•  ❓ ¿Debo escribir todas las políticas desde cero?</a:t>
            </a:r>
          </a:p>
          <a:p>
            <a:pPr>
              <a:spcAft>
                <a:spcPts val="600"/>
              </a:spcAft>
            </a:pPr>
            <a:r>
              <a:rPr sz="1500">
                <a:solidFill>
                  <a:srgbClr val="22282E"/>
                </a:solidFill>
              </a:rPr>
              <a:t>•  No. Existen librerías como las de Conftest y las de Gatekeeper con políticas comunes (CIS, buenas prácticas) que puedes adaptar.</a:t>
            </a:r>
          </a:p>
          <a:p>
            <a:pPr>
              <a:spcAft>
                <a:spcPts val="600"/>
              </a:spcAft>
            </a:pPr>
            <a:r>
              <a:rPr sz="1500">
                <a:solidFill>
                  <a:srgbClr val="22282E"/>
                </a:solidFill>
              </a:rPr>
              <a:t>•  ❓ ¿Policy as code reemplaza al equipo de seguridad?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Open Policy Agent — &lt;https://www.openpolicyagent.org/docs/latest/&gt;</a:t>
            </a:r>
          </a:p>
          <a:p>
            <a:pPr>
              <a:spcAft>
                <a:spcPts val="600"/>
              </a:spcAft>
            </a:pPr>
            <a:r>
              <a:rPr sz="1500">
                <a:solidFill>
                  <a:srgbClr val="22282E"/>
                </a:solidFill>
              </a:rPr>
              <a:t>•  Conftest — &lt;https://www.conftest.dev/&gt;</a:t>
            </a:r>
          </a:p>
          <a:p>
            <a:pPr>
              <a:spcAft>
                <a:spcPts val="600"/>
              </a:spcAft>
            </a:pPr>
            <a:r>
              <a:rPr sz="1500">
                <a:solidFill>
                  <a:srgbClr val="22282E"/>
                </a:solidFill>
              </a:rPr>
              <a:t>•  OPA Gatekeeper — &lt;https://open-policy-agent.github.io/gatekeeper/&gt;</a:t>
            </a:r>
          </a:p>
          <a:p>
            <a:pPr>
              <a:spcAft>
                <a:spcPts val="600"/>
              </a:spcAft>
            </a:pPr>
            <a:r>
              <a:rPr sz="1500">
                <a:solidFill>
                  <a:srgbClr val="22282E"/>
                </a:solidFill>
              </a:rPr>
              <a:t>•  Rego Playground — &lt;https://play.openpolicyagent.org/&gt;</a:t>
            </a:r>
          </a:p>
          <a:p>
            <a:pPr>
              <a:spcAft>
                <a:spcPts val="600"/>
              </a:spcAft>
            </a:pPr>
            <a:r>
              <a:rPr sz="1500">
                <a:solidFill>
                  <a:srgbClr val="22282E"/>
                </a:solidFill>
              </a:rPr>
              <a:t>•  CNCF Policy as Code — &lt;https://www.cncf.io/blog/2021/09/policy-as-code/&gt;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d25540bdc0c7d14e.png"/>
          <p:cNvPicPr>
            <a:picLocks noChangeAspect="1"/>
          </p:cNvPicPr>
          <p:nvPr/>
        </p:nvPicPr>
        <p:blipFill>
          <a:blip r:embed="rId2"/>
          <a:stretch>
            <a:fillRect/>
          </a:stretch>
        </p:blipFill>
        <p:spPr>
          <a:xfrm>
            <a:off x="457200" y="2784348"/>
            <a:ext cx="8229600" cy="19293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