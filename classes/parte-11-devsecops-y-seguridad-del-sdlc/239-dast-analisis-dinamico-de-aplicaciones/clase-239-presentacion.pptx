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239 — DAST: análisis dinámico de aplicaciones</a:t>
            </a:r>
          </a:p>
          <a:p>
            <a:r>
              <a:rPr sz="1600">
                <a:solidFill>
                  <a:srgbClr val="2E8B57"/>
                </a:solidFill>
              </a:rPr>
              <a:t>parte 11 devsecops y seguridad del sdlc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el análisis dinámico de seguridad (DAST): probar la aplicación en ejecución, como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 haría un atacante externo, para encontrar vulnerabilidades que el análisis estático no ve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(errores de configuración, fallos de autenticación en runtime, cabeceras inseguras, inyecciones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observables). Integraremos OWASP ZAP en el pipeline con escaneos automatizados y aprenderemos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 diferenciar cuándo usar DAST frente a SAST.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SAST, DAST e IAST y elegir cuándo aplicar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 escaneo baseline y un escaneo activo con OWASP ZAP.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DAST en CI/CD contra un entorno efímero de staging.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autenticación para escanear zonas protegidas de la app.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el informe, filtrar falsos positivos y definir umbrales de fallo.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DAST vs SAST vs IAST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ZAP: proxy, spider, active scan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Passive vs active scanning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Autenticación en el escaneo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DAST en CI contra staging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Falsos positivos y tuning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Límites del DAST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analizador dinámico interactúa con una aplicación en ejecución como lo haría un cliente: descubre rutas, envía variaciones, observa códigos, cabeceras, cuerpos, tiempos y efectos. Esa perspectiva…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separa cobertura de ataque. Primero se ofrecen semillas y contextos; después el crawler construye un mapa; solo entonces el escáner activo prueba parámetros. Un informe con cero alertas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baseline scan de ZAP es principalmente pasivo: inspecciona el tráfico generado al recorrer el sitio y es apropiado para una comprobación frecuente. El escaneo activo envía cargas que pueden crear…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autenticación debe modelarse como parte del experimento. Una sesión expirada puede convertir todas las respuestas en la página de login y producir una falsa sensación de cobertura. Para probar…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hallazgo dinámico se conserva con petición, respuesta mínima, precondiciones, efecto y pasos de repetición. Las diferencias temporales deben repetirse y compararse con controles; reflejar una…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pipeline informa cero alertas. El mapa de sitios contiene /login y recursos estáticos, pero ninguna ruta /api/orders. La cookie de prueba expiró y el proxy siguió una redirección silenciosa. El…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Crawler — Componente que descubre rutas y transiciones accesibles.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pasivo — Análisis del tráfico observado sin enviar cargas de ataque.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activo — Pruebas que modifican deliberadamente entradas y pueden alterar el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Contexto — Alcance, autenticación y reglas usadas para explorar una aplicación.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Oráculo — Condición observable que permite decidir si una prueba pasó o falló.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puede configurar un objetivo autorizado, medir cobertura antes de interpretar resultados, conservar una sesión válida, reproducir una alerta con evidencia y…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DAST: prueba de seguridad sobre la app en ejecución sin acceso al código. Característica: encuentra fallos de runtime/config; ciego a código no alcanzado por el crawler.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Baseline scan: escaneo pasivo rápido que solo observa el tráfico. Característica: seguro para CI, no envía ataques.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Active scan: envía payloads para provocar vulnerabilidades. Característica: puede modificar datos; se corre contra staging, nunca producción sin permiso.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Spider/crawler: recorre la app descubriendo URLs y formularios. Característica: la cobertura del escaneo depende de qué descubra.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IAST: instrumenta la app para observar desde dentro durante las pruebas. Característica: combina visibilidad de SAST con ejecución de DAST.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Contexto de autenticación: configuración para que ZAP mantenga sesión. Característica: imprescindible para probar áreas protegidas.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ZAP (Zed Attack Proxy) — DAST open source de referencia.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Nikto para chequeos rápidos de servidor web (complementario).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app de práctica propia desplegada en local/staging: OWASP Juice Shop es ideal.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Levantar el objetivo de práctica y ZAP con Docker: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tu objetivo. Levanta Juice Shop en localhost:3000 (es una app diseñada para practicar).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baseline (pasivo):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el informe: cabeceras faltantes (CSP, HSTS), cookies inseguras.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full/activo contra staging (nunca producción):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autenticación. En la GUI de ZAP define un contexto, un usuario y el método de login para que el spider acceda a zonas protegidas; reejecuta el active scan autenticado.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 en CI. Añade un job que (a) despliegue la app en un contenedor efímero, (b) corra zap-baseline.py, (c) publique el informe y (d) falle si hay hallazgos por encima del umbral. Usa la GitHub…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Tuning. Marca falsos positivos en un fichero de reglas (-c reglas.conf) para bajarlos a WARN/IGNORE y reejecuta.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 baseline scan y lista las cabeceras de seguridad ausentes.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ZAP para escanear una zona autenticada de la app.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 zap-baseline en un pipeline y haz que falle con hallazgos High.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fichero de reglas que suprima dos falsos positivos.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tiempo y la cobertura entre baseline y full scan.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escenario donde IAST sería mejor que DAST puro.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 un escaneo DAST autenticado en CI contra un entorno de staging efímero.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(a) el pipeline despliega la app en un contenedor temporal; (b)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ZAP escanea con sesión autenticada válida; (c) el job publica el informe HTML como artefacto;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(d) el build falla si hay vulnerabilidades por encima de un umbral definido; y (e) existe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fichero de reglas que suprime al menos un falso positivo justificado.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ZAP no encuentra vulnerabilidades en zonas privadas — Falta contexto de autenticación. Configura usuario y sesión en ZAP.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active scan corrompe datos de staging — Es esperado: envía ataques reales. Usa datos desechables y snapshots.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Cobertura baja del escaneo — El spider no descubre rutas SPA/JS. Usa el AJAX Spider o alimenta URLs manualmente.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pipeline falla siempre con las mismas alertas — Falsos positivos no suprimidos. Añade un fichero de reglas con IGNORE.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intenta escanear producción — Riesgo legal y de disponibilidad. DAST activo solo en entornos propios/autorizados.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correr DAST en cada PR?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baseline (pasivo) sí, es rápido y seguro. El active scan es más lento; suele correrse en nightly o antes de release contra staging.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¿DAST reemplaza al pentest manual?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Automatiza la detección de fallos comunes, pero un pentester encuentra lógica de negocio, cadenas de explotación y bypass de autorización que ninguna herramienta detecta.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DAST no ve una inyección que SAST sí?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el crawler no llega a esa ruta o no genera el input adecuado, no la ejercita. La cobertura de DAST depende del descubrimiento; por eso SAST y DAST son complementarios.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seguro correr ZAP contra mi app?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ZAP — &lt;https://www.zaproxy.org/&gt;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Web Security Testing Guide — &lt;https://owasp.org/www-project-web-security-testing-guide/&gt;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ZAP GitHub Actions — &lt;https://www.zaproxy.org/docs/docker/about/&gt;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Juice Shop — &lt;https://owasp.org/www-project-juice-shop/&gt;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Julien Vehent, Securing DevOps, Manning 2018.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df5b9659e31ed7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58084"/>
            <a:ext cx="8229600" cy="15819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