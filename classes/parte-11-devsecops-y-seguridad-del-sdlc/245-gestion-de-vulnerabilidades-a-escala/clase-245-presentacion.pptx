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245 — Gestión de vulnerabilidades a escala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Pasar de "escanear y encontrar vulnerabilidades" a operar un programa de gestión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vulnerabilidades: consolidar hallazgos de muchas herramientas, deduplicarlos, priorizarlos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real, asignarlos con SLA, seguir su remediación y medir el programa con métricas. Cuando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tienes cientos de repos y miles de hallazgos, sin un proceso te ahogas; con proceso, reduces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de forma medible.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el ciclo de vida de una vulnerabilidad (descubrir → triage → priorizar → remediar → verificar).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con un modelo de riesgo (CVSS + EPSS + KEV + exposición + criticidad del activo).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SLAs de remediación por severidad y medir su cumplimiento.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Consolidar hallazgos de múltiples fuentes evitando duplicados y fatiga.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Reportar el estado con métricas útiles para dirección y equipos.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Ciclo de vida de la vulnerabilidad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Consolidación y deduplicación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Priorización basada en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SLAs por severidad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VEX y excepciones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Métricas del programa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Herramientas de agregación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escaneo produce observaciones; un programa produce resultados. Para ello necesita inventario, propietario, deduplicación, validación, priorización, tratamiento, verificación y aprendizaje. Sin…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deduplicación no debe borrar contexto: un mismo CVE en una estación aislada y en una API pública comparte identificador, pero no exposición ni propietario. Se conserva la instancia por activo y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 describe severidad técnica bajo supuestos; KEV aporta evidencia de explotación conocida; EPSS estima probabilidad de explotación; el negocio aporta criticidad, exposición, privilegio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tratamiento no siempre es «parchear». Puede actualizar, retirar, reconfigurar, aislar, deshabilitar una función o aceptar temporalmente con aprobación. La aceptación registra el riesgo residual…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Contar vulnerabilidades abiertas puede subir cuando mejora la cobertura. Son más útiles la edad por riesgo, tiempo hasta triage y remediación, porcentaje de activos con propietario, reaperturas…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Tras integrar escáneres, DefectDojo recibe mil hallazgos críticos duplicados. El equipo normaliza identificadores, conserva instancias por activo y separa imágenes no desplegadas. Cruza exposición y…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Instancia — Aparición concreta de una vulnerabilidad en un activo o artefacto.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SLA — Compromiso temporal condicionado por riesgo y proceso definido.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Riesgo que permanece después del tratamiento.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compensatorio — Medida alternativa que reduce riesgo sin eliminar la causa.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Reapertura — Evidencia de que la corrección no eliminó o reintrodujo el problema.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el programa cuando puede convertir hallazgos heterogéneos en instancias trazables, ordenar con contexto, asignar tratamiento y vencimiento, verificar el cierre y elegir métricas que…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 de vulnerabilidades: proceso continuo de identificar, evaluar, tratar y reportar vulnerabilidades. Característica: es un ciclo, no un evento puntual.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Triage: clasificar un hallazgo (real/falso, severidad, dueño). Característica: filtra ruido antes de asignar trabajo.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Priorización basada en riesgo (RBVM): ordenar por riesgo real, no solo por CVSS. Característica: combina severidad, explotabilidad, exposición y valor del 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SLA de remediación: plazo máximo para corregir según severidad. Característica: hace el compromiso medible y auditable.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VEX: Vulnerability Exploitability eXchange, documento que declara si un CVE es explotable en tu producto. Característica: reduce ruido justificando "not affected".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MTTR: tiempo medio de remediación. Característica: métrica clave de la salud del programa.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DefectDojo (open source) — plataforma de gestión y consolidación de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/ Semgrep / ZAP — fuentes de hallazgos (clases anteriores).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KEV y EPSS — señales de priorización.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o issue tracker (Jira/GitHub Issues) para el flujo si no usas DefectDojo.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de proceso (defensivo, sobre hallazgos propios):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 hallazgos. Exporta resultados de Trivy (SCA/imagen), Semgrep (SAST) y ZAP (DAST) de tus prácticas en formato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Consolida en DefectDojo. Crea un producto y engagement, importa los tres informes. Observa cómo deduplica hallazgos repetidos entre escaneos.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Enriquece con señales de riesgo. Para los top 20 hallazgos, añade EPSS y marca los que están en CISA KEV.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Prioriza. Ordena por un score compuesto: severidad × exposición (¿internet-facing?) × criticidad del activo, elevando los KEV/EPSS alto. Documenta el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Asigna SLAs. Define plazos, p. ej.: Crítica explotable 7 días, Alta 30, Media 90, Baja 180. Asigna dueño a cada hallazgo top.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excepciones con VEX. Para un CVE en una función que no usas, redacta un statement "not affected" con justificación.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ciclo de vida de una vulnerabilidad en tu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Consolida hallazgos de dos herramientas y cuenta los duplicados eliminados.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10 hallazgos con un modelo que combine CVSS, EPSS y KEV.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una tabla de SLAs por severidad y justifica los plazos.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statement VEX "not affected" para un CVE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MTTR de un conjunto de hallazgos con fechas de apertura/cierre.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 un mini-programa de gestión de vulnerabilidades sobre hallazgos reales de tus prácticas.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los hallazgos de al menos tres herramientas están consolidados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deduplicados; (b) existe un modelo de priorización documentado que va más allá de CVSS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(incluye EPSS/KEV/exposición); (c) hay SLAs por severidad y cada hallazgo top tiene dueño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plazo; (d) al menos una excepción está documentada como VEX; y (e) se reporta MTTR y backlog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severidad.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Backlog de 10.000 hallazgos sin tocar — Priorizas por CVSS crudo. Filtra por explotabilidad y exposición; ataca lo alcanzable primero.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mismo bug aparece 30 veces — No hay deduplicación. Usa una plataforma (DefectDojo) que fusione hallazgos equivalentes.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equipos ignoran los tickets — Sin SLA ni dueño claro. Asigna responsable y plazo, y escala incumplimientos.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remedia pero reaparece — No se corrigió la causa raíz (dependencia base). Mide tasa de recurrencia y ataca el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Métricas que nadie usa — Reportas número de CVE sin contexto. Mide MTTR, backlog por riesgo y tendencia.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no arreglar simplemente todo lo "crítico"?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"crítico" en CVSS no significa "explotable en tu contexto". Un crítico sin exploit y sin exposición puede esperar frente a un alto que está en KEV y es internet-facing.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SLAs son razonables?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del riesgo y del sector, pero un patrón común: crítico explotable en días, alto en semanas, medio en meses. Lo importante es que sean explícitos y medibles.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DefectDojo o basta con Jira?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pocos repos, un tracker con buena disciplina sirve. A escala, una plataforma que importe múltiples formatos, deduplique y calcule métricas ahorra muchísimo esfuerzo.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y para qué sirve VEX?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🏢 En la empresa: Qualys / Tenable / Rapid7 para el escaneo a escala y DefectDojo para orquestar, deduplicar y dar seguimiento a los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800-40r4 Patch Management — &lt;https://csrc.nist.gov/pubs/sp/800/40/r4/final&gt;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DefectDojo — &lt;https://www.defectdojo.org/&gt;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KEV — &lt;https://www.cisa.gov/known-exploited-vulnerabilities-catalog&gt;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EPSS — &lt;https://www.first.org/epss/&gt;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CycloneDX VEX — &lt;https://cyclonedx.org/capabilities/vex/&gt;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1a9ff0a8b120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15868"/>
            <a:ext cx="8229600" cy="4663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