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243 — Imágenes y contenedores seguros en el pipeline</a:t>
            </a:r>
          </a:p>
          <a:p>
            <a:r>
              <a:rPr sz="1600">
                <a:solidFill>
                  <a:srgbClr val="2E8B57"/>
                </a:solidFill>
              </a:rPr>
              <a:t>parte 11 devsecops y seguridad del sdlc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imágenes de contenedor seguras dentro del pipeline: mínimas (distroless/multi-stage),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ejecutar como root, escaneadas por vulnerabilidades y firmadas para garantizar su integridad.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imagen es un artefacto que llega a producción; si está inflada, vulnerable o no verificada,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un vector directo de ataque. Usaremos Trivy para escanear, hadolint para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Dockerfile, y cosign para firmar.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Dockerfiles seguros y mínimos con builds multi-stage y usuario no-root.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Escanear imágenes por vulnerabilidades de OS y de aplicación con Trivy.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Lintar Dockerfiles con hadolint aplicando buenas prácticas.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Firmar y verificar imágenes con cosign (keyless con OIDC).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un gate que impida promover imágenes vulnerables o no firmadas.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Superficie de ataque de una imagen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Multi-stage builds y distroless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Usuario no-root y capabilities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Escaneo con Trivy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hadolint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Firma con cosign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Gate de admisión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imagen es un sistema de archivos por capas más metadatos de ejecución. Reducirla elimina paquetes y superficie, pero «mínima» no significa automáticamente segura: una aplicación vulnerable sigue…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enseña una cadena de identidad. La etiqueta app:1.0 es una referencia humana que puede apuntar a otro contenido; el digest identifica bytes concretos. La firma debe cubrir ese digest y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Multi-stage separa herramientas de compilación del runtime, pero no borra automáticamente secretos copiados en una etapa o incluidos en el contexto. Se usan montajes de secretos del builder…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escaneo debe observar la imagen final y su SBOM. Un CVE en el stage de build importa de manera distinta a uno distribuido, aunque el constructor también puede ser atacado durante el build. Los…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usuario no-root, sistema de archivos de solo lectura, capacidades Linux mínimas, seccomp, límites de recursos y ausencia de sockets privilegiados reducen el impacto. No constituyen una frontera…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imagen distroless de 30 MB pasa el escáner de paquetes, pero ejecuta como UID 0 y monta el socket de Docker para lanzar tareas. Un compromiso de la aplicación puede controlar el daemon del host.…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Digest — Identificador criptográfico del contenido exacto de una imagen.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Multi-stage build — Construcción con etapas separadas para no distribuir todas las herramientas.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Distroless — Imagen de runtime sin distribución de propósito general; no implica invulnerabilidad.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Admisión — Decisión previa a ejecutar basada en identidad y política del artefacto.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Capacidad Linux — Privilegio granular que puede retirarse del proceso.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la clase cuando puede seguir una imagen desde su base hasta runtime, demostrar su identidad por digest, explicar qué cubren escaneo y firma, evitar secretos en capas y justificar…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Multi-stage build: separar la fase de compilación de la imagen final. Característica: la imagen de producción no lleva compiladores ni herramientas de build.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Distroless: imagen base sin shell ni gestor de paquetes, solo el runtime. Característica: reduce drásticamente la superficie de ataque.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Usuario no-root: correr el proceso con un UID sin privilegios. Característica: un escape de aplicación no obtiene root en el contenedor.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de imagen: cruzar los paquetes de la imagen con bases de CVE. Característica: cubre capa de OS y dependencias de la 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 (cosign): firma criptográfica de la imagen y su digest. Característica: verifica integridad y procedencia; keyless usa OIDC + transparency log.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Admission control: política que solo admite imágenes que cumplen requisitos. Característica: bloquea en el registry o en Kubernetes lo no firmado/vulnerable.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Docker/BuildKit o buildah para construir.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Trivy para escanear imágenes.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hadolint para lintar Dockerfiles.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cosign (Sigstore) para firmar y verificar.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de un Dockerfile "malo" (imagen base pesada, root, sin pin) y lintéalo: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Reescríbelo seguro con multi-stage, base distroless y usuario no-root: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la imagen resultante y compárala con la original: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la caída de CVE al usar distroless.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 la imagen con cosign (keyless):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 el gate en CI. El job de build debe (a) lintar con hadolint, (b) escanear con Trivy y fallar con CRITICAL, (c) firmar solo si pasa, (d) publicar el digest.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Admission en el clúster (conceptual/opcional). Configura una política (cosign policy-controller o Kyverno) que solo admita imágenes firmadas por tu identidad.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 Dockerfile de una sola etapa a multi-stage y mide la reducción de tamaño.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Cambia una imagen base ubuntu por distroless y compara los CVE con Trivy.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el contenedor para correr como usuario no-root y verifícalo.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 una imagen con cosign y verifica la firma.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un gate de Trivy que rompa el build con vulnerabilidades CRITICAL.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el SBOM de la imagen en formato CycloneDX.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pipeline que produzca una imagen mínima, escaneada y firmada.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(a) la imagen final usa multi-stage y base mínima/distroless y corre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como no-root; (b) hadolint no reporta errores; (c) Trivy no reporta CVE CRITICAL y el gate falla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aparecen; (d) la imagen se firma con cosign y la firma se verifica; y (e) se genera y publica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SBOM de la imagen.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Imagen de 1.2 GB con cientos de CVE — Base pesada y build en una etapa. Usa multi-stage + distroless/alpine.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contenedor corre como root — No definiste USER. Añade un usuario no-root o usa base :nonroot.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cosign verify falla — Identidad/issuer no coinciden. Ajusta --certificate-identity al del firmante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Trivy reporta CVE sin fix disponible — No hay parche aún. Documenta como riesgo aceptado/VEX y monitoriza.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imagen firmada se puede sustituir por otra — Firmaste el tag, no el digest. Firma y despliega por digest inmutable.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¿Distroless o Alpine?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Distroless minimiza al máximo (sin shell, ideal para producción y para reducir superficie). Alpine es más pequeña que Debian y conserva shell/apk, útil para depurar. Elige según necesidad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¿Firmar la imagen impide que sea vulnerable?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La firma garantiza integridad y procedencia, no ausencia de CVE. Necesitas escanear además de firmar.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escanear en build o en el registry?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Ambos. En build para bloquear temprano; en el registry de forma continua porque aparecen CVE nuevos sobre imágenes ya publicadas.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¿Keyless de cosign es seguro sin gestionar claves?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800-190 Container Security — &lt;https://csrc.nist.gov/pubs/sp/800/190/final&gt;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Trivy — &lt;https://trivy.dev/&gt;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hadolint — &lt;https://github.com/hadolint/hadolint&gt;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Sigstore cosign — &lt;https://docs.sigstore.dev/cosign/overview/&gt;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Distroless images — &lt;https://github.com/GoogleContainerTools/distroless&gt;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e603dfa450316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96996"/>
            <a:ext cx="8229600" cy="7040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