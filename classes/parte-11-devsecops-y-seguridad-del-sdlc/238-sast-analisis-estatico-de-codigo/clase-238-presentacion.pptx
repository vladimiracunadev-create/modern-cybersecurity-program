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238 — SAST: análisis estático de código</a:t>
            </a:r>
          </a:p>
          <a:p>
            <a:r>
              <a:rPr sz="1600">
                <a:solidFill>
                  <a:srgbClr val="2E8B57"/>
                </a:solidFill>
              </a:rPr>
              <a:t>parte 11 devsecops y seguridad del sdlc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Dominar el análisis estático de seguridad (SAST): analizar el código fuente sin ejecutarlo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encontrar vulnerabilidades (inyección, XSS, secretos, uso inseguro de criptografía),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integrarlo en el pipeline, y —lo más importante— gestionar sus falsos positivos para que 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equipo lo adopte en vez de ignorarlo. Usaremos Semgrep como herramienta principal por su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velocidad, reglas legibles y facilidad de personalización.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cómo funciona el SAST (AST, data-flow, taint analysis) y sus límites.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Semgrep con rulesets de la comunidad sobre un repositorio.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Escribir una regla Semgrep personalizada para un patrón inseguro propio.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Integrar SAST en CI con umbrales de severidad que rompen o avisan.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Triage de hallazgos: distinguir verdadero positivo, falso positivo y aceptado con justificación.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Qué detecta y qué no el SAST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AST, data-flow y taint tracking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Semgrep: sintaxis de reglas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Rulesets y registry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Falsos positivos y falsos negativos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Integración en CI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Baseline y diff-aware scanning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SAST examina una representación del programa sin necesitar que la aplicación esté atendiendo peticiones. Una regla textual busca patrones locales; un analizador sintáctico entiende el árbol del…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diagrama muestra por qué buscar la palabra execute no basta. El mismo método puede recibir una consulta parametrizada o una cadena concatenada. El motor necesita comprender el flujo y las…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resultado útil identifica regla, ubicación, flujo, CWE relacionada, confianza y forma de remediación. La severidad genérica es solo el inicio. El equipo debe preguntar si la ruta se compila y…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integración continua conviene diferenciar deuda existente de cambios nuevos. Una línea base permite informar lo heredado y bloquear regresiones en el diff. Las reglas de alta confianza pueden…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crear una regla se parte de una propiedad: «ninguna entrada HTTP llega a subprocess con shell=True». Después se construyen casos positivos y negativos, se contempla propagación entre funciones y…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Semgrep marca una llamada a cursor.execute(query, params). Al inspeccionar el flujo, query es una constante y los datos externos viajan en params; el driver realiza parametrización. No se suprime…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 operativo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útil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AST — Árbol que representa la estructura sintáctica del código.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Fuente — Origen potencial de datos no confiables.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Sumidero — Operación sensible que puede convertir esos datos en impacto.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Sanitizador — Transformación válida para un contexto específico; no es universal.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Taint analysis — Seguimiento de datos desde fuentes hasta sumideros.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Línea base — Conjunto heredado que se gestiona sin permitir nuevos hallazgos equivalentes.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Existe dominio cuando el alumno puede explicar la ruta de un hallazgo, reproducirlo o descartarlo con evidencia, escoger una corrección contextual, escribir pruebas positivas y negativas para una…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SAST: análisis del código sin ejecutarlo. Característica: cobertura de todo el código, incluidas rutas no ejecutadas; ciego a configuración y runtime.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AST (árbol de sintaxis abstracta): representación estructural del código. Característica: permite buscar patrones sintácticos con precisión.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Taint analysis: seguimiento de datos no confiables (source) hasta operaciones peligrosas (sink). Característica: detecta inyecciones al ver que input llega a un sink sin sanitización.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Falso positivo: hallazgo reportado que no es explotable. Característica: erosiona la confianza; hay que triarlo y suprimirlo con justificación.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Ruleset: conjunto de reglas (p. ej. p/owasp-top-ten). Característica: reutilizable y versionable.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Baseline / diff-aware: escanear solo el código cambiado. Característica: evita frenar por deuda histórica; enfoca en lo nuevo.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Semgrep (open source) — motor principal.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Bandit (Python) y gosec (Go) como SAST específicos de lenguaje.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repositorio vulnerable de práctica: OWASP Juice Shop o NodeGoat o el intencionadamente inseguro DVWA.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Instalación: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Clona un repo vulnerable de práctica (p. ej. NodeGoat) en tu entorno local.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Escanea con reglas de la comunidad: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Interpreta un hallazgo. Elige una inyección SQL o un XSS reportado, abre el archivo/línea y confirma si el flujo source→sink es real.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una regla propia. Detecta uso de md5 para contraseñas: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semgrep --config mi-regla.yml ./codigo.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 diff-aware. En CI, escanea solo el cambio contra la rama base: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Triage. Clasifica 5 hallazgos como verdadero positivo, falso positivo o riesgo aceptado. Suprime un falso positivo con un comentario # nosemgrep: &lt;id&gt; justificado.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Semgrep con dos rulesets distintos y compara los hallazgos.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una regla que detecte eval() sobre input de usuario en JavaScript.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un falso positivo real y justifica su supresión.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 Semgrep para escanear solo el diff de un PR.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la cobertura de Bandit vs Semgrep sobre el mismo código Python.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una política de severidades (qué rompe, qué avisa) y documéntala.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Integra SAST en un repositorio con una regla personalizada y un gate de CI funcional.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(a) Semgrep corre en CI en cada PR en modo diff-aware; (b) existe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menos una regla personalizada propia que detecta un patrón real; (c) los hallazgos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severidad ERROR rompen el build y los WARNING solo avisan; (d) hay al menos un falso positivo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triado y suprimido con justificación documentada.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equipo ignora los reportes de SAST — Demasiados falsos positivos. Afina reglas, usa diff-aware y calibra severidades.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escaneo tarda 40 minutos — Analizas todo el monorepo cada vez. Usa semgrep ci diff-aware y excluye vendor/.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semgrep no detecta una inyección obvia — El flujo cruza archivos o frameworks no soportados. Añade una regla con taint o usa una herramienta con más profundidad.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Reglas propias no matchean nada — Metavariables o sintaxis del pattern incorrectas. Prueba en semgrep.dev/playground.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rompe el build por deuda histórica — No usaste baseline. Establece un baseline y bloquea solo lo nuevo.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¿SAST reemplaza la revisión de código humana?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Automatiza la detección de patrones conocidos, pero el juicio sobre lógica de negocio, autorización y diseño sigue necesitando ojos humanos.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Semgrep y no un SAST comercial?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Semgrep es rápido, sus reglas son legibles y personalizables, y su versión OSS cubre la mayoría de casos. Los comerciales aportan más profundidad interprocedural pero a mayor coste y ruido.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evito que SAST frene los despliegues?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Escanea en modo diff-aware, rompe solo por severidad alta, y trata la deuda histórica con baseline en vez de bloquear todo.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¿SAST detecta secretos en el código?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Semgrep docs — &lt;https://semgrep.dev/docs/&gt;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Source Code Analysis Tools — &lt;https://owasp.org/www-community/SourceCodeAnalysisTools&gt;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Bandit (Python) — &lt;https://bandit.readthedocs.io/&gt;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CWE list — &lt;https://cwe.mitre.org/&gt;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Julien Vehent, Securing DevOps, Manning 2018 (cap. de test de seguridad).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6256af6b593f06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008376"/>
            <a:ext cx="8229600" cy="14813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