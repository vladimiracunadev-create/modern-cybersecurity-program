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241 — Secretos en el código y pre-commit hooks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prevenir, detectar y remediar la filtración de secretos (API keys, tokens,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contraseñas, claves privadas) en repositorios de código. Un secreto commiteado —aunque se borre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después— queda en el historial de Git y debe considerarse comprometido. Implementaremos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en profundidad: detección en el historial, hooks de pre-commit que bloquean antes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commitear, y escaneo en CI, usando gitleaks y el framework pre-commit.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borrar un secreto de HEAD no lo elimina del historial ni del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secretos en el historial completo de un repositorio con gitleaks.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hook de pre-commit que bloquee commits con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el escaneo de secretos en CI como red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Remediar correctamente: rotar el secreto y purgar el historial.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una fuga de secreto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Detección por entropía y patrones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gitleaks: historial y pre-commit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 framework pre-commit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Escaneo en 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Remediación: rotar y purgar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secretos correcta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contraseña, token o clave privada no deja de estar expuesta porque se borre del último commit. Git conserva objetos e historial; además, pueden existir clones, forks, cachés de CI, artefactos…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distingue prevención y respuesta. El hook reduce errores antes del commit, pero es local y el usuario puede omitirlo; CI aplica una regla central, pero llega después de la subida.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reglas combinan formatos conocidos, palabras contextuales y entropía. Un valor aleatorio puede parecer secreto sin serlo; una contraseña débil y humana puede escapar a un detector de entropía.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configuración no debería llenar una lista global de exclusiones. Una excepción precisa indica archivo, regla, motivo y revisión. Los binarios, fixtures y archivos generados necesitan tratamiento…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no es mover una clave larga desde YAML a otra variable igualmente permanente. Siempre que la plataforma lo permita, el pipeline intercambia una identidad de corta duración —por ejemplo…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desarrollador publica una clave cloud, hace un segundo commit borrándola y concluye que el problema está resuelto. El equipo revoca la clave, consulta registros desde su emisión, identifica…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— Material que permite autenticar, firmar, descifrar o autorizar.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 — Sustitución controlada de una credencial y actualización de consumidores.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Revocación — Invalidación de la credencial comprometida.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— Medida estadística usada como señal, no prueba de que un valor sea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 efímera — Autorización de corta duración emitida para un contexto concreto.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materia si puede diseñar prevención local y central, clasificar un hallazgo, ejecutar una respuesta en el orden correcto y reemplazar un secreto permanente por identidad limitada…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Secreto: credencial que da acceso (API key, token, password, clave privada). Característica: si toca un repo, asume compromiso y rota.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por entropía: identificar strings con alta aleatoriedad típica de claves. Característica: complementa a las reglas de patrón (regex).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Pre-commit hook: script que corre antes de crear el commit. Característica: bloquea el secreto antes de que entre al historial; local y evitable, por eso se combina con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Historial de Git: todos los commits pasados. Característica: un secreto borrado sigue accesible vía git log/git show de commits antiguos.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Rotación: invalidar el secreto expuesto y emitir uno nuevo. Característica: es la única remediación real; purgar el historial no revierte la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Secrets manager / vault: sistema que almacena y sirve secretos fuera del código. Característica: la solución de raíz (Vault, AWS Secrets Manager, etc.).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— detección de secretos en historial y en pre-commit.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detect-secrets (Yelp) — alternativa con baseline de allowlist.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pre-commit (framework) — orquesta hooks locales de forma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git-filter-repo / BFG Repo-Cleaner — para purgar secretos del historial.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historial completo de un repositorio de práctica: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hallazgos: cada uno lista commit, archivo, línea y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hook de pre-commit. Crea .pre-commit-config.yaml: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bloqueo. Añade una línea con un token falso de ejemplo (AKIAIOSFODNN7EXAMPLE) e intenta commitear: el hook debe abortar el 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 falsos positivos. Crea un .gitleaks.toml con una allowlist para valores de ejemplo/tests,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en CI. Añade un job que corra gitleaks detect en cada push; es la red de seguridad si alguien no tiene el hook local. Usa la action oficial gitleaks/gitleaks-action.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remediación. Ante un secreto detectado: (a) rota el secreto en su proveedor (paso conceptual), (b) purga el historial con git filter-repo --path archivo --invert-paths o BFG, (c) fuerza push…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historial de un repo y clasifica los hallazgos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pre-commit con gitleaks y demuestra que bloquea un 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allowlist para valores de ejemplo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el escaneo de secretos en CI y haz que falle el build.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procedimiento de remediación paso a paso (rotar primero).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Refactoriza una app para leer un secreto desde variable de entorno/vault.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defensa en profundidad contra secretos en un repositorio.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hay un hook de pre-commit con gitleaks que bloquea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localmente; (b) CI escanea el historial en cada push y falla ante un hallazgo; (c) existe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 justificada para falsos positivos; y (d) se entrega un runbook de remediación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pone la rotación del secreto como primer paso, antes de purgar el historial.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"Borré el secreto en un nuevo commit, ya está" — Sigue en el historial. Rota el secreto y purga con filter-repo/BFG.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hook no se ejecuta — Falta pre-commit install o el archivo de config. Verifícalo con pre-commit run --all-files.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en tests — Valores de ejemplo detectados como secretos. Añade allowlist en .gitleaks.toml.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se escanea HEAD, no el historial — Usaste --no-git o un modo limitado. Usa gitleaks detect sobre todo el repo.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purgó el historial pero el secreto sigue funcionando — No se rotó. Purgar no invalida la credencial; rotar sí.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Un secreto estuvo 5 minutos en un repo privado y lo borré, ¿hay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Asume compromiso y rota. Repos privados se clonan, se cachean y pueden volverse públicos por error; los bots escanean GitHub en segundos.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hooks de pre-commit son suficientes?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por sí solos: son locales y evitables (--no-verify). Combínalos siempre con escaneo en CI del lado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el secreto está en cientos de commits?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 primero. Luego purga con git-filter-repo o BFG y coordina el force-push con todo el equipo (reescribe el historial compartido).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el problema de raíz?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— &lt;https://github.com/gitleaks/gitleaks&gt;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Secrets Management Cheat Sheet — &lt;https://cheatsheetseries.owasp.org/cheatsheets/SecretsManagementCheatSheet.html&gt;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pre-commit framework — &lt;https://pre-commit.com/&gt;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git-filter-repo — &lt;https://github.com/newren/git-filter-repo&gt;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detect-secrets — &lt;https://github.com/Yelp/detect-secrets&gt;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1b0ef604f4d1d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62072"/>
            <a:ext cx="8229600" cy="1773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