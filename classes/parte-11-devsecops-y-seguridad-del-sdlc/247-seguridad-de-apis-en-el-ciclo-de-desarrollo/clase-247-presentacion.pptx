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247 — Seguridad de APIs en el ciclo de desarrollo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seguridad de APIs en cada fase del desarrollo: diseñar contratos seguros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(OpenAPI), prevenir las vulnerabilidades del OWASP API Security Top 10 (especialmente los fallos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autorización BOLA/BFLA, que dominan los incidentes reales), y automatizar la validación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y el fuzzing en el pipeline. Las APIs son hoy la principal superficie de ataque de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aplicaciones; asegurarlas "por diseño" y con tests automatizados es clave.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categorías del OWASP API Security Top 10 y sus causas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contrato OpenAPI con autenticación, autorización y validación explícitas.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fallos de autorización a nivel de objeto (BOLA) y de función (BFLA).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validación de contrato y fuzzing de la API en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controles: rate limiting, validación de esquema, mínima exposición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OWASP API Security Top 10 (2023)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BOLA (API1) y BFLA (API5)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Contrato OpenAPI como fuente de verdad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Validación de esquema y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Autenticación y gestión de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Rate limiting y consumo de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Fuzzing y testing de contrato en 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API segura comienza definiendo activos, consumidores, operaciones y propiedades de autorización. OpenAPI puede especificar rutas, esquemas y mecanismos de autenticación, pero no demuestra que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contrato permite linting, generación de casos y detección de cambios incompatibles. Los esquemas restringen forma, tamaño y tipo; las validaciones semánticas comprueban reglas como fechas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suite combina casos válidos con abuso: identificadores de otro usuario, rol insuficiente, campos adicionales, listas masivas, reintentos, estados inválidos y funciones administrativas. Para BOLA…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fuzzing guiado por esquema explora combinaciones que el equipo no escribió, pero su calidad depende del contrato y del oráculo. Una respuesta 500 es un indicio; se investiga el efecto y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política de versión protege consumidores, pero mantener una versión vulnerable indefinidamente tampoco es seguro. Se identifican clientes, se publica deprecación, se mide uso y se retira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UI oculta «exportar todos» a usuarios normales, pero la API acepta la operación si se conoce la ruta. El contrato documenta el endpoint sin su requisito de rol y las pruebas solo usan…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— Descripción interoperable de operaciones y mensajes; no prueba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BOLA — Acceso indebido a objetos por faltar una comprobación contextual.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 — Modificación de campos internos al enlazar entrada sin lista permitida.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 — Restricción de frecuencia; debe considerar identidad, operación y 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negativa — Caso que exige rechazar una acción inválida o no autorizada.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si transforma propiedades de negocio en contrato, implementación y pruebas negativas; diferencia gateway de autorización de dominio; controla recursos; y conserva evidencia…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BOLA (Broken Object Level Authorization): acceder a objetos de otros usuarios cambiando un ID. Característica: API1, la vulnerabilidad más común; se previene autorizando por objeto en cada request.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BFLA (Broken Function Level Authorization): invocar funciones/roles no permitidos (p. ej. endpoints de admin). Característica: API5; se previene con control de acceso por función y deny-by-default.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OpenAPI: especificación formal de la API. Característica: fuente de verdad para validar requests/responses y generar tests.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de esquema: rechazar payloads que no cumplen el contrato. Característica: reduce inyecciones y mass assignment.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Mass assignment (API6): vincular campos del payload a propiedades internas sin filtrar. Característica: se previene con allowlist de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limiting: limitar peticiones por cliente/tiempo. Característica: mitiga abuso, fuerza bruta y DoS (API4).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OpenAPI (Swagger) para el contrato; Spectral para lintarlo.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Schemathesis o RESTler para fuzzing basado en contrato.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con importación de OpenAPI para escaneo dirigido.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API de práctica propia (p. ej. crAPI o VAmPI, APIs vulnerables de laboratorio).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una API vulnerable de práctica (crAPI o VAmPI) en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BOLA. Autentícate como usuario A, pide tu recurso (GET /users/{idA}/profile), luego cambia el id por el de otro usuario. Si respondes con datos ajenos, es BOLA. Documenta la causa: falta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BFLA. Como usuario normal, intenta llamar un endpoint de admin (POST /admin/...). Si funciona, es BFLA.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contrato seguro. Escribe/ajusta el OpenAPI: define securitySchemes (bearer JWT), scopes por endpoint, esquemas de request con required y additionalProperties: false para evitar mass…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Lintéalo con Spectral: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 basado en contrato: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violaciones de esquema, 500s y respuestas fuera de contrato.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BOLA en una API de práctica y describe cómo corregirlo.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contrato OpenAPI con auth por JWT y scopes por endpoint.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 un mass assignment con additionalProperties: false y allowlist.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Schemathesis y clasifica los hallazgos por gravedad.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rate limiting y demuéstralo con una prueba de carga simple.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lint de contrato + fuzzing como gate de 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 una API de extremo a extremo con controles y verificación automatizada.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contrato OpenAPI define autenticación, autorización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y validación estricta de esquema; (b) los fallos BOLA y BFLA de la API de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 corregidos y verificados; (c) el pipeline lintea el contrato y ejecuta fuzzing basado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contrato que pasa; y (d) hay rate limiting activo demostrable.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un ID en la URL devuelve datos de otro usuario — BOLA: falta autorización por objeto. Verifica propiedad en cada request.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usuario normal accede a endpoints de admin — BFLA: control por función ausente. Deny-by-default y checks por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cliente envía isadmin: true y funciona — Mass assignment. Usa allowlist de campos y additionalProperties: false.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API devuelve todo el objeto de usuario — Exposición excesiva de datos. Serializa solo los campos necesarios.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al login sin límite — Falta rate limiting (API4). Añade límites por IP/usuario y backoff.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Top 10 de APIs es distinto del web clásico?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APIs exponen lógica y objetos directamente y suelen delegar la UI al cliente; por eso los fallos de autorización (BOLA/BFLA) y de consumo de recursos dominan, más que XSS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WAF me protege de BOLA?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nunca. BOLA es un fallo de lógica de autorización: el request es "válido" técnicamente. Se corrige en el código verificando la propiedad del objeto, no con firmas genéricas.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contrato OpenAPI mejora la seguridad o solo la documentación?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Ambas. Como fuente de verdad permite validar entradas, generar tests/fuzzing y detectar respuestas fuera de contrato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¿Fuzzing de contrato reemplaza al pentest de API?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API Security Top 10 (2023) — &lt;https://owasp.org/API-Security/editions/2023/en/0x11-t10/&gt;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 — &lt;https://owasp.org/www-project-application-security-verification-standard/&gt;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Schemathesis — &lt;https://schemathesis.readthedocs.io/&gt;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Spectral (OpenAPI linter) — &lt;https://stoplight.io/open-source/spectral&gt;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crAPI — &lt;https://github.com/OWASP/crAPI&gt;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7fcd65f332ea0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7852"/>
            <a:ext cx="8229600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