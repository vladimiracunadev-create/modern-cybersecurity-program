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246 — Supply chain security: SBOM y SLSA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la cadena de suministro de software: saber exactamente qué contienen tus artefactos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(SBOM), garantizar la integridad y procedencia de cómo se construyeron (SLSA, atestaciones,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firmas), y establecer confianza verificable de extremo a extremo. Tras ataques como SolarWinds,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Codecov y las campañas de typosquatting en npm/PyPI, la cadena de suministro es una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regulada (Orden Ejecutiva 14028 de EE. UU.). Usaremos Syft, Trivy y cosign.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un SBOM, sus formatos (CycloneDX, SPDX) y sus elementos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un SBOM de código y de imágenes con Syft/Trivy.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Consumir un SBOM para acelerar la investigación de afectación, conservando la verificación de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niveles del Build Track de SLSA v1.2 y qué garantiza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y verificar atestaciones de procedencia firmadas con cosign.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Ataques a la cadena de suministro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SBOM: qué es y para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CycloneDX vs SPDX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Generar y consumir SBOM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SLSA v1.2: Build L1–L3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Procedencia y atestaciones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Firma y verificación (cosign)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cadena de suministro abarca código fuente, dependencias, herramientas, builders, repositorios, registros y canales de actualización. Un atacante no necesita vulnerar la lógica del producto si…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SBOM enumera componentes y relaciones bajo un formato como SPDX o CycloneDX. No garantiza que estén libres de vulnerabilidades, que el archivo sea completo ni que el build sea legítimo. Una firma…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 1.2 organiza requisitos en tracks. En el Build Track, L1 exige procedencia; L2 añade procedencia autenticada generada por una plataforma alojada; L3 exige una plataforma endurecida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Adoptar SLSA significa seleccionar una amenaza y una garantía, no colocar una insignia. Si el productor genera su propia procedencia desde un paso que puede modificarla, el documento describe pero…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SBOM debe generarse desde el artefacto final cuando sea posible, conservar versiones y relaciones, y publicarse con una política de acceso apropiada. Se valida sintaxis, completitud razonable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construye dos veces: una para escanear y otra para publicar. La primera genera una SBOM limpia; la segunda descarga una dependencia más reciente por no usar lockfile. El registro almacena…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— Inventario estructurado de componentes y relaciones de un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Attestation — Declaración firmable sobre una propiedad o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Provenance — Evidencia de materiales, builder y pasos que produjeron un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 track — Conjunto de garantías y niveles para un aspecto de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VEX — Estado razonado de afectación frente a una vulnerabilidad.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puede vincular artefacto, SBOM, firma y procedencia por digest, explicar qué garantiza cada evidencia, describir correctamente SLSA Build v1.2 y diseñar verificación…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(Software Bill of Materials): inventario formal de componentes de un artefacto. Característica: acelera la investigación cuando aparece una vulnerabilidad, pero requiere validar completitud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/ SPDX: formatos estándar de SBOM. Característica: CycloneDX nació orientado al análisis de componentes; SPDX es ISO/IEC 5962:2021 y cubre también licencias y procedencia.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Procedencia (provenance): metadatos verificables de cómo, dónde y con qué se construyó un artefacto. Característica: base de SLSA; responde "¿este binario salió realmente de este código y pipeline?".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SLSA: Supply-chain Levels for Software Artifacts, especificación organizada en tracks. Característica: el Build Track v1.2 eleva garantías desde procedencia existente hasta builds endurecidos.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Atestación: afirmación firmada sobre un artefacto (SBOM, provenance, resultados de escaneo). Característica: verificable criptográficamente y almacenable junto a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Ejecutiva 14028: orden federal estadounidense que instruyó requisitos y guías de seguridad para software adquirido por agencias; impulsó, entre otras medidas, el uso de SBOM. Su aplicación…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(Anchore) — genera SBOM de código e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Grype / Trivy — consumen SBOM para detectar CVE.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— firma imágenes y adjunta atestaciones (SBOM, provenance).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 GitHub Generator — genera provenance SLSA en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SBOM de un proyecto y de su imagen: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Inspecciona: componentes, versiones, licencias, hashes.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Consume el SBOM para responder a un CVE. Simula que sale un CVE en una librería: busca en el SBOM si está y en qué versión. Luego escanea con Grype/Trivy usando el SBOM como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Adjunta el SBOM como atestación firmada a la imagen: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provenance SLSA en el pipeline. Configura el slsa-github-generator para que el workflow emita una atestación de procedencia del artefacto build.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procedencia. Comprueba que el artefacto fue construido por tu pipeline y a partir del commit esperado (cosign verify-attestation --type slsaprovenance).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Autoevalúa tu nivel SLSA Build v1.2. Contrasta tu pipeline con L1–L3: procedencia, autenticidad emitida por plataforma alojada y protección/aislamiento del builder. Determina el nivel realmente…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SBOM del mismo artefacto en CycloneDX y SPDX y compara su 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SBOM para determinar en 1 minuto si estás afectado por un CVE 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y verifica un SBOM como atestación con cosign.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la generación de provenance SLSA en un pipeline.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un artefacto proviene del commit y pipeline esperados.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Autoevalúa el nivel SLSA de tu pipeline y define un plan para subir uno.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artefacto con SBOM y procedencia verificables de extremo a extremo.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pipeline genera un SBOM (CycloneDX o SPDX) del artefacto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publica; (b) el SBOM se adjunta como atestación firmada con cosign y la firma verifica; (c)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genera provenance SLSA verificable que ata el artefacto a su código fuente y build; y (d)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nivel SLSA alcanzado con evidencia.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SBOM no lista dependencias transitivas — Se generó de manifests, no del artefacto construido. Genera el SBOM de la imagen/binario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SBOM pero no me sirve" — No lo consumes. Intégralo con Grype/Trivy y en el proceso de respuesta a CVE.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verify-attestation falla — Tipo o identidad incorrectos. Ajusta --type y los filtros de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Provenance dice que lo construyó una máquina desconocida — Build no aislado o token comprometido. Endurece el pipeline (clase 242) y usa runners efímeros.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desactualizado respecto al artefacto — Se generó fuera del build. Genera SBOM y firma en el mismo job que produce el artefacto.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¿SBOM y SLSA compiten?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SBOM describe qué contiene el artefacto; SLSA establece requisitos sobre procedencia y garantías del proceso. Ninguno demuestra por sí solo que el software sea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¿CycloneDX o SPDX?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está más orientado a seguridad (integra VEX, se usa mucho con herramientas de escaneo); SPDX es estándar ISO y fuerte en cumplimiento de licencias. Muchos generan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SLSA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por generar y verificar procedencia (Build L1) y adopta una plataforma alojada o endurecida cuando el riesgo justifique L2 o L3. El nivel debe declararse con la versión de la especificación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SBOM me protege de un ataque de supply chain?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 Specification v1.2 — &lt;https://slsa.dev/spec/v1.2/&gt;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NTIA Minimum Elements for a SBOM — &lt;https://www.ntia.gov/report/2021/minimum-elements-software-bill-materials-sbom&gt;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— &lt;https://cyclonedx.org/&gt;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SPDX — &lt;https://spdx.dev/&gt;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&amp; Grype (Anchore) — &lt;https://github.com/anchore/syft&gt;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b7bef170de8ea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39796"/>
            <a:ext cx="8229600" cy="1618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