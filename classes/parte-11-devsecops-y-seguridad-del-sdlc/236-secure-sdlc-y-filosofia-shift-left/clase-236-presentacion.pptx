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236 — Secure SDLC y filosofía shift-left</a:t>
            </a:r>
          </a:p>
          <a:p>
            <a:r>
              <a:rPr sz="1600">
                <a:solidFill>
                  <a:srgbClr val="2E8B57"/>
                </a:solidFill>
              </a:rPr>
              <a:t>parte 11 devsecops y seguridad del sdlc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qué es un ciclo de vida de desarrollo de software seguro (Secure SDLC), por qué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mover la seguridad "hacia la izquierda" del ciclo reduce drásticamente el coste y el riesgo,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qué controles concretos corresponden a cada fase. Al terminar, el alumno sabrá dibujar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SDLC de su organización y ubicar en él las prácticas y herramientas de esta parte.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diferencia entre seguridad "bolt-on" (al final) y "built-in" (integrada), declarando los supuestos de cualquier estimación de remediación.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los controles de seguridad a cada fase del SDLC (requisitos, diseño, código, build, test, despliegue, operación).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Justificar shift-left frente a stakeholders usando métricas (tiempo de detección, coste de corrección).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un modelo de madurez (OWASP SAMM o BSIMM) para evaluar el estado actual.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flujo mínimo viable de DevSecOps para un equipo pequeño.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Fases del SDLC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Coste de remediación por fase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Shift-left vs shift-right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Controles por fase (gates)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OWASP SAMM / BSIMM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NIST SSDF (800-218)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Roles y responsabilidad compartida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ciclo de desarrollo seguro parte de una idea sencilla: una vulnerabilidad no aparece únicamente cuando una herramienta la detecta. Antes fue una decisión de requisitos, diseño, implementación…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SSDF no prescribe un pipeline único. Organiza prácticas de alto nivel en cuatro grupos: preparar a la organización, proteger el software, producir software bien asegurado y responder 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es un ciclo, no una cinta que termina al desplegar. Shift-left acorta la distancia entre introducir y descubrir un defecto; shift-right devuelve evidencia de producción: comportamientos…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gate es una decisión explícita: continuar, advertir o detener. Bloquear cada hallazgo desde el primer día suele producir evasión porque los analizadores emiten resultados con diferente confianza.…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Tampoco debe repetirse como ley universal que corregir en producción cuesta exactamente 100 veces más. La dirección del efecto es razonable —un defecto tardío puede exigir migraciones, coordinación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equipo termina una API y descubre en DAST que cualquier usuario puede consultar pedidos ajenos cambiando un identificador. El escáner encontró el síntoma, pero la causa nació antes: los requisitos…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Significado en esta clase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Propiedad de seguridad — Condición verificable que debe mantenerse, incluso ante entradas hostiles.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Gate — Regla de decisión del flujo, con evidencia, umbral y tratamiento de excepciones.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Línea base — Estado aceptado y documentado desde el que se impide introducir deuda nueva.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Shift-left — Retroalimentar seguridad antes, sin prometer eliminar los fallos de producción.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Shift-right — Validar hipótesis mediante observación y respuesta durante la operación.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dominio cuando el alumno puede tomar un cambio concreto, rastrear dónde puede introducir riesgo, asignar controles preventivos y detectivos por fase, justificar qué resultados bloquean la entrega…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Secure SDLC: proceso de desarrollo donde las actividades de seguridad están integradas en cada fase, no añadidas al final. Característica: los controles son parte del "definition of done".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Shift-left: mover las actividades de seguridad lo más temprano posible en el ciclo. Característica: cuanto antes se detecta un defecto, más barato es corregirlo.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Shift-right: complementar con observabilidad y pruebas en producción (feature flags, canary, RASP). Característica: asume que no todo se puede prever antes del despliegue.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 gate: punto del pipeline donde una comprobación puede bloquear el avance. Característica: automático y objetivo, no una revisión manual subjetiva.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SAMM: modelo de madurez con 5 funciones de negocio y prácticas medibles. Característica: prescriptivo y agnóstico de tecnología.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BSIMM: modelo descriptivo basado en observar qué hacen organizaciones reales. Característica: benchmarking, no prescripción.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 clase es conceptual/estratégica; el "laboratorio" es de diseño. Necesitarás: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pizarra digital (Excalidraw, Miro) o papel para diagramar el SDLC.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hoja de auto-evaluación de OWASP SAMM v2 (descargable como toolbox en Excel desde owaspsamm.org).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Acceso al documento NIST SP 800-218 para consultar las prácticas PO/PS/PW/RV.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repositorio de ejemplo propio para ubicar dónde encajaría cada control.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 de diseño y evaluación (no ofensivo):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tu SDLC actual. Lista las fases reales por las que pasa un cambio en tu equipo: idea → requisitos → diseño → codificación → PR/review → build → test → despliegue → operación.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Ubica los controles existentes. Marca en cada fase qué comprobación de seguridad ya existe hoy (aunque sea "ninguna"). Sé honesto.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los huecos. Para cada fase sin control, anota una práctica candidata de esta parte (p. ej. threat modeling en diseño, SAST en PR, SCA en build).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Descarga el toolbox de OWASP SAMM v2 y completa la auto-evaluación de al menos la práctica "Secure Build" y "Security Testing". Anota tu nivel actual (0–3).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Estima el coste. Toma un defecto de seguridad real corregido en producción y separa horas de diagnóstico, cambio, coordinación, despliegue, recuperación y soporte. Construye después un escenario…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3 gates. Elige los tres controles automatizados de mayor impacto/menor esfuerzo para introducir primero y justifícalos.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las fases del SDLC y asigna a cada una un control de seguridad concreto.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ejemplo por qué un fallo de diseño es más caro que un fallo de código.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shift-left de shift-right con un caso donde ambos son necesarios.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OWASP SAMM y BSIMM: cuándo usarías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"definition of done" que incluya al menos tres criterios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roadmap de 90 días para llevar una práctica de SAMM de nivel 0 a nivel 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Produce un documento de una página con el mapa del SDLC de un proyecto real (o de ejemplo),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al menos un control automatizado por fase y una auto-evaluación SAMM de tres prácticas.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documento (a) cubre todas las fases desde requisitos hasta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operación, (b) asigna al menos un gate automatizable a cada fase, (c) incluye puntuación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SAMM 0–3 de tres prácticas con justificación, y (d) prioriza 3 mejoras con criterio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impacto/esfuerzo explícito.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"Shift-left = comprar herramientas SAST" — Confundir herramienta con proceso. Empieza por el proceso y los gates, la herramienta viene después.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pipeline se llena de falsos positivos y se ignora — No se afinó ni se definió qué rompe el build. Calibra severidades y empieza en modo "warning".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AppSec sigue siendo cuello de botella — No se delegó ownership al equipo de desarrollo. Forma champions (clase 248) y automatiza.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mide "número de vulnerabilidades" y sube — Métrica sin contexto de riesgo. Mide tiempo de remediación y densidad por exposición.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el foco en shift-left, nada en producción — Falta observabilidad. Complementa con shift-right (logging, detección en runtime).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¿Shift-left significa que los desarrolladores hacen todo el trabajo de seguridad?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Significa que las herramientas y prácticas de seguridad están disponibles para ellos temprano y de forma automatizada, con AppSec como habilitador y guardián de estándares, no como ejecutor único.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madurar en SAMM antes de automatizar?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es secuencial estricto. SAMM te da un diagnóstico; puedes empezar a automatizar los gates de mayor valor mientras subes de nivel en paralelo.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¿Secure SDLC aplica a metodologías ágiles?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y es donde más brilla. En ágil los controles se integran en cada iteración y en el pipeline, no en un "gate de seguridad" al final del proyecto.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¿SSDF y SAMM compiten?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800-218 SSDF — &lt;https://csrc.nist.gov/pubs/sp/800/218/final&gt;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SAMM v2 — &lt;https://owaspsamm.org/&gt;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BSIMM — &lt;https://www.bsimm.com/&gt;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Bell, Brunton-Spall, Smith, Bird, Agile Application Security, O'Reilly 2017.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DevSecOps Guideline — &lt;https://owasp.org/www-project-devsecops-guideline/&gt;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cb9875d5d0f0cd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87852"/>
            <a:ext cx="8229600" cy="722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