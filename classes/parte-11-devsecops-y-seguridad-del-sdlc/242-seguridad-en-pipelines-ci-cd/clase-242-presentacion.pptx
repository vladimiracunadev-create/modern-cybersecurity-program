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242 — Seguridad en pipelines CI/CD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Endurecer el pipeline de CI/CD, que se ha convertido en un objetivo de primer nivel: quien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controla el pipeline controla lo que llega a producción. Estudiaremos los riesgos del OWASP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Top 10 CI/CD, aplicaremos mínimo privilegio a los tokens, fijaremos (pinning) acciones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dependencias, aislaremos los runners, y protegeremos secretos y aprobaciones. Usaremos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GitHub Actions como ejemplo con la herramienta de análisis zizmor.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los riesgos del OWASP Top 10 CI/CD en un pipeline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mínimo privilegio a GITHUBTOKEN y a los secretos por job.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Fijar (pin) acciones a un SHA y prevenir la ejecución de código no confiable.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Aislar builds de PRs de forks para evitar exfiltración de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workflows con zizmor y remediar los hallazgos.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El pipeline como objetivo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OWASP Top 10 CI/CD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pullrequesttarget y forks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Mínimo privilegio de tokens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Pinning de acciones a SHA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Aislamiento de runners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OIDC en vez de secretos long-lived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CI/CD lee código no confiable, descarga herramientas, ejecuta scripts y publica artefactos. A menudo posee tokens capaces de escribir en el repositorio, registrar paquetes o desplegar…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límite crítico se encuentra entre la contribución y el runner. En eventos como pullrequesttarget, el workflow puede ejecutarse con contexto privilegiado del repositorio base; combinarlo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acción de terceros también es una dependencia ejecutable. GitHub documenta que fijarla a un SHA completo es la forma de obtener una referencia inmutable; el comentario puede conservar la versión…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GITHUBTOKEN debe declarar permisos por workflow o tarea; omitirlos deja decisiones a valores predeterminados que pueden cambiar por configuración. Publicar o desplegar requiere un job separado…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runners efímeros reducen persistencia entre trabajos. Un runner autohospedado añade responsabilidad: parches, aislamiento, red de salida, limpieza y protección frente a PR no confiables.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workflow usa vendor/deploy@v2 con permiso de escritura y secreto cloud. Aunque la acción sea legítima hoy, el tag puede moverse o el repositorio comprometerse. El equipo revisa su procedencia…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Runner — Entorno que ejecuta los pasos del workflow.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Evento privilegiado — Disparador cuyo token o secretos tienen más autoridad que la entrada evaluada.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Pinning — Fijación de una dependencia a una identidad inmutable, como SHA o digest.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OIDC federation — Intercambio de identidad verificable por credenciales breves del proveedor.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Procedencia — Evidencia de qué proceso e insumos produjeron un artefacto.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dominio cuando el alumno rastrea datos y privilegios desde el evento hasta el despliegue, reconoce ejecución de entrada no confiable, reduce permisos, fija dependencias, separa build de release y…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Poisoned Pipeline Execution (PPE): inyectar código malicioso que el pipeline ejecuta con sus privilegios. Característica: ocurre cuando el pipeline corre código no confiable de PRs.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GITHUBTOKEN: token efímero del workflow. Característica: por defecto puede tener permisos amplios; restríngelo a read y sube solo lo necesario.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Pinning a SHA: referenciar una acción por su hash inmutable en vez de un tag. Característica: un tag como @v3 es mutable y puede ser reescrito por un atacante que controle el repo de la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pullrequesttarget: evento que corre con secretos del repo base sobre código del PR. Característica: peligroso con forks; puede exfiltrar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Runner efímero: máquina de CI de un solo uso. Característica: sin estado ni credenciales persistentes entre jobs.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OIDC federation: obtener credenciales cloud cortas mediante identidad del workflow. Característica: elimina secretos de larga vida en el CI.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GitHub Actions (o GitLab CI / Jenkins) como plataforma de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zizmor — analizador estático de seguridad para workflows de GitHub Actions.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actionlint — linter de sintaxis y buenas prácticas de workflows.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StepSecurity Harden-Runner — monitoriza y restringe el tráfico de red del runner.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Instalación de zizmor: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tus workflows con zizmor y actionlint: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Anota hallazgos: permisos amplios, acciones sin pin, uso de pullrequesttarget.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Restringe permisos. Aplica mínimo privilegio a nivel de workflow y sube por job solo lo necesario: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Fija acciones a SHA: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Protege builds de forks. Evita pullrequesttarget con checkout del código del PR; si lo necesitas, no expongas secretos y separa el job que corre código no confiable del que usa credenciales.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Adopta OIDC. Configura el despliegue a la nube con federación de identidad en vez de guardar claves de acceso long-lived como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 el runner. Añade step-security/harden-runner para bloquear egress no esperado y detectar exfiltración.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un workflow con zizmor y clasifica los hallazgos por severidad.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un workflow para aplicar mínimo privilegio de permisos.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todas las acciones de un workflow a pinning por SHA.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pullrequesttarget puede filtrar secretos y cómo evitarlo.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OIDC para desplegar a AWS/GCP sin secretos de larga vida.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harden-runner y provoca/detecta un egress no esperado.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 un pipeline de CI/CD real aplicando los controles clave y demuéstralo con una auditoría.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(a) todos los workflows tienen permissions de mínimo privilegio;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(b) todas las acciones de terceros están pinneadas a SHA; (c) no hay uso inseguro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pullrequesttarget con secretos expuestos a código de forks; (d) el despliegue usa OIDC 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no es posible, secretos con scope mínimo; y (e) zizmor no reporta hallazgos de severidad alta.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PR de fork robó un secreto — pullrequesttarget con checkout del PR. Separa el código no confiable de los jobs con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acción "de confianza" inyectó código — Estaba pinneada a un tag mutable reescrito. Pin a SHA siempre.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GITHUBTOKEN con permisos de escritura por defecto — No se restringió. Define permissions: contents: read a nivel global.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Secretos long-lived rotados a mano cada 90 días — Deuda operativa. Migra a OIDC con credenciales efímeras.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runner descarga y ejecuta scripts de internet — Egress sin control. Usa harden-runner para restringir 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pinnear a SHA si confío en actions/checkout?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Confías en el código actual, no en cualquier código futuro que un tag mutable pueda apuntar si la cuenta de la acción se compromete. El SHA es inmutable.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diferencia entre pullrequest y pullrequesttarget?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pullrequest corre sin secretos del repo base (seguro para forks); pullrequesttarget corre con ellos y en el contexto del base, por eso es peligroso combinarlo con checkout del código del PR.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¿OIDC elimina todos los secretos?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Elimina los de larga vida hacia proveedores que soportan federación (nube, registries). Puede quedar algún secreto, pero reduces drásticamente la superficie.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¿Basta con auditar una vez?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 CI/CD Security Risks — &lt;https://owasp.org/www-project-top-10-ci-cd-security-risks/&gt;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zizmor — &lt;https://github.com/woodruffw/zizmor&gt;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GitHub Actions Security Hardening — &lt;https://docs.github.com/en/actions/security-guides/security-hardening-for-github-actions&gt;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StepSecurity Harden-Runner — &lt;https://github.com/step-security/harden-runner&gt;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Julien Vehent, Securing DevOps, Manning 2018.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5344a4c142dfd9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71800"/>
            <a:ext cx="8229600" cy="1554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